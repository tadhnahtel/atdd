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4" r:id="rId1"/>
  </p:sldMasterIdLst>
  <p:notesMasterIdLst>
    <p:notesMasterId r:id="rId28"/>
  </p:notesMasterIdLst>
  <p:sldIdLst>
    <p:sldId id="256" r:id="rId2"/>
    <p:sldId id="260" r:id="rId3"/>
    <p:sldId id="312" r:id="rId4"/>
    <p:sldId id="258" r:id="rId5"/>
    <p:sldId id="265" r:id="rId6"/>
    <p:sldId id="266" r:id="rId7"/>
    <p:sldId id="268" r:id="rId8"/>
    <p:sldId id="257" r:id="rId9"/>
    <p:sldId id="269" r:id="rId10"/>
    <p:sldId id="267" r:id="rId11"/>
    <p:sldId id="262" r:id="rId12"/>
    <p:sldId id="324" r:id="rId13"/>
    <p:sldId id="314" r:id="rId14"/>
    <p:sldId id="326" r:id="rId15"/>
    <p:sldId id="327" r:id="rId16"/>
    <p:sldId id="328" r:id="rId17"/>
    <p:sldId id="284" r:id="rId18"/>
    <p:sldId id="323" r:id="rId19"/>
    <p:sldId id="330" r:id="rId20"/>
    <p:sldId id="331" r:id="rId21"/>
    <p:sldId id="332" r:id="rId22"/>
    <p:sldId id="334" r:id="rId23"/>
    <p:sldId id="282" r:id="rId24"/>
    <p:sldId id="336" r:id="rId25"/>
    <p:sldId id="318" r:id="rId26"/>
    <p:sldId id="270" r:id="rId27"/>
  </p:sldIdLst>
  <p:sldSz cx="9144000" cy="5143500" type="screen16x9"/>
  <p:notesSz cx="6858000" cy="9144000"/>
  <p:embeddedFontLst>
    <p:embeddedFont>
      <p:font typeface="Barlow" panose="00000500000000000000" pitchFamily="2" charset="0"/>
      <p:regular r:id="rId29"/>
      <p:bold r:id="rId30"/>
      <p:italic r:id="rId31"/>
      <p:boldItalic r:id="rId32"/>
    </p:embeddedFont>
    <p:embeddedFont>
      <p:font typeface="Red Hat Display" panose="02010303040201060303" pitchFamily="2" charset="0"/>
      <p:regular r:id="rId33"/>
      <p:bold r:id="rId34"/>
      <p:italic r:id="rId35"/>
      <p:boldItalic r:id="rId36"/>
    </p:embeddedFont>
    <p:embeddedFont>
      <p:font typeface="Source Code Pro" panose="020B0509030403020204" pitchFamily="49" charset="0"/>
      <p:regular r:id="rId37"/>
      <p:bold r:id="rId38"/>
      <p:italic r:id="rId39"/>
      <p:boldItalic r:id="rId40"/>
    </p:embeddedFont>
    <p:embeddedFont>
      <p:font typeface="Source Code Pro Medium" panose="020B0509030403020204" pitchFamily="49" charset="0"/>
      <p:regular r:id="rId41"/>
      <p:bold r:id="rId42"/>
      <p:italic r:id="rId43"/>
      <p:boldItalic r:id="rId44"/>
    </p:embeddedFont>
    <p:embeddedFont>
      <p:font typeface="Source Code Pro SemiBold" panose="020B0609030403020204" pitchFamily="49" charset="0"/>
      <p:regular r:id="rId45"/>
      <p:bold r:id="rId46"/>
      <p:italic r:id="rId47"/>
      <p:boldItalic r:id="rId4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520BF9C-02C1-42D5-AA37-67365561EF8C}">
  <a:tblStyle styleId="{F520BF9C-02C1-42D5-AA37-67365561EF8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5" d="100"/>
          <a:sy n="135" d="100"/>
        </p:scale>
        <p:origin x="462" y="12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font" Target="fonts/font11.fntdata"/><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font" Target="fonts/font6.fntdata"/><Relationship Id="rId42" Type="http://schemas.openxmlformats.org/officeDocument/2006/relationships/font" Target="fonts/font14.fntdata"/><Relationship Id="rId47" Type="http://schemas.openxmlformats.org/officeDocument/2006/relationships/font" Target="fonts/font19.fntdata"/><Relationship Id="rId50"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5.fntdata"/><Relationship Id="rId38" Type="http://schemas.openxmlformats.org/officeDocument/2006/relationships/font" Target="fonts/font10.fntdata"/><Relationship Id="rId46" Type="http://schemas.openxmlformats.org/officeDocument/2006/relationships/font" Target="fonts/font18.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1.fntdata"/><Relationship Id="rId41" Type="http://schemas.openxmlformats.org/officeDocument/2006/relationships/font" Target="fonts/font13.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4.fntdata"/><Relationship Id="rId37" Type="http://schemas.openxmlformats.org/officeDocument/2006/relationships/font" Target="fonts/font9.fntdata"/><Relationship Id="rId40" Type="http://schemas.openxmlformats.org/officeDocument/2006/relationships/font" Target="fonts/font12.fntdata"/><Relationship Id="rId45" Type="http://schemas.openxmlformats.org/officeDocument/2006/relationships/font" Target="fonts/font17.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36" Type="http://schemas.openxmlformats.org/officeDocument/2006/relationships/font" Target="fonts/font8.fntdata"/><Relationship Id="rId49"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3.fntdata"/><Relationship Id="rId44" Type="http://schemas.openxmlformats.org/officeDocument/2006/relationships/font" Target="fonts/font16.fntdata"/><Relationship Id="rId52"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font" Target="fonts/font2.fntdata"/><Relationship Id="rId35" Type="http://schemas.openxmlformats.org/officeDocument/2006/relationships/font" Target="fonts/font7.fntdata"/><Relationship Id="rId43" Type="http://schemas.openxmlformats.org/officeDocument/2006/relationships/font" Target="fonts/font15.fntdata"/><Relationship Id="rId48" Type="http://schemas.openxmlformats.org/officeDocument/2006/relationships/font" Target="fonts/font20.fntdata"/><Relationship Id="rId8" Type="http://schemas.openxmlformats.org/officeDocument/2006/relationships/slide" Target="slides/slide7.xml"/><Relationship Id="rId51"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10"/>
        <p:cNvGrpSpPr/>
        <p:nvPr/>
      </p:nvGrpSpPr>
      <p:grpSpPr>
        <a:xfrm>
          <a:off x="0" y="0"/>
          <a:ext cx="0" cy="0"/>
          <a:chOff x="0" y="0"/>
          <a:chExt cx="0" cy="0"/>
        </a:xfrm>
      </p:grpSpPr>
      <p:sp>
        <p:nvSpPr>
          <p:cNvPr id="49111" name="Google Shape;49111;g24215d7082f_0_152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12" name="Google Shape;49112;g24215d7082f_0_152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57"/>
        <p:cNvGrpSpPr/>
        <p:nvPr/>
      </p:nvGrpSpPr>
      <p:grpSpPr>
        <a:xfrm>
          <a:off x="0" y="0"/>
          <a:ext cx="0" cy="0"/>
          <a:chOff x="0" y="0"/>
          <a:chExt cx="0" cy="0"/>
        </a:xfrm>
      </p:grpSpPr>
      <p:sp>
        <p:nvSpPr>
          <p:cNvPr id="49358" name="Google Shape;49358;g1336d459b97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359" name="Google Shape;49359;g1336d459b97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8">
          <a:extLst>
            <a:ext uri="{FF2B5EF4-FFF2-40B4-BE49-F238E27FC236}">
              <a16:creationId xmlns:a16="http://schemas.microsoft.com/office/drawing/2014/main" id="{87F02022-34B6-77B9-DA5B-5C24DE9DA581}"/>
            </a:ext>
          </a:extLst>
        </p:cNvPr>
        <p:cNvGrpSpPr/>
        <p:nvPr/>
      </p:nvGrpSpPr>
      <p:grpSpPr>
        <a:xfrm>
          <a:off x="0" y="0"/>
          <a:ext cx="0" cy="0"/>
          <a:chOff x="0" y="0"/>
          <a:chExt cx="0" cy="0"/>
        </a:xfrm>
      </p:grpSpPr>
      <p:sp>
        <p:nvSpPr>
          <p:cNvPr id="49619" name="Google Shape;49619;g13e1fc50fc5_0_14:notes">
            <a:extLst>
              <a:ext uri="{FF2B5EF4-FFF2-40B4-BE49-F238E27FC236}">
                <a16:creationId xmlns:a16="http://schemas.microsoft.com/office/drawing/2014/main" id="{72E0F92B-ECE8-F659-B610-2AF25D01F4C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20" name="Google Shape;49620;g13e1fc50fc5_0_14:notes">
            <a:extLst>
              <a:ext uri="{FF2B5EF4-FFF2-40B4-BE49-F238E27FC236}">
                <a16:creationId xmlns:a16="http://schemas.microsoft.com/office/drawing/2014/main" id="{E8559D9B-C841-75EB-802B-F005314750F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36894561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47"/>
        <p:cNvGrpSpPr/>
        <p:nvPr/>
      </p:nvGrpSpPr>
      <p:grpSpPr>
        <a:xfrm>
          <a:off x="0" y="0"/>
          <a:ext cx="0" cy="0"/>
          <a:chOff x="0" y="0"/>
          <a:chExt cx="0" cy="0"/>
        </a:xfrm>
      </p:grpSpPr>
      <p:sp>
        <p:nvSpPr>
          <p:cNvPr id="49148" name="Google Shape;49148;g24215d7082f_0_46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49" name="Google Shape;49149;g24215d7082f_0_46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78"/>
        <p:cNvGrpSpPr/>
        <p:nvPr/>
      </p:nvGrpSpPr>
      <p:grpSpPr>
        <a:xfrm>
          <a:off x="0" y="0"/>
          <a:ext cx="0" cy="0"/>
          <a:chOff x="0" y="0"/>
          <a:chExt cx="0" cy="0"/>
        </a:xfrm>
      </p:grpSpPr>
      <p:sp>
        <p:nvSpPr>
          <p:cNvPr id="49679" name="Google Shape;49679;g11d0e38a952_0_3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80" name="Google Shape;49680;g11d0e38a952_0_3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34"/>
        <p:cNvGrpSpPr/>
        <p:nvPr/>
      </p:nvGrpSpPr>
      <p:grpSpPr>
        <a:xfrm>
          <a:off x="0" y="0"/>
          <a:ext cx="0" cy="0"/>
          <a:chOff x="0" y="0"/>
          <a:chExt cx="0" cy="0"/>
        </a:xfrm>
      </p:grpSpPr>
      <p:sp>
        <p:nvSpPr>
          <p:cNvPr id="49735" name="Google Shape;49735;g131ff7c0f5b_0_1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736" name="Google Shape;49736;g131ff7c0f5b_0_1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29"/>
        <p:cNvGrpSpPr/>
        <p:nvPr/>
      </p:nvGrpSpPr>
      <p:grpSpPr>
        <a:xfrm>
          <a:off x="0" y="0"/>
          <a:ext cx="0" cy="0"/>
          <a:chOff x="0" y="0"/>
          <a:chExt cx="0" cy="0"/>
        </a:xfrm>
      </p:grpSpPr>
      <p:sp>
        <p:nvSpPr>
          <p:cNvPr id="49930" name="Google Shape;49930;g1336d459b97_0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31" name="Google Shape;49931;g1336d459b97_0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34"/>
        <p:cNvGrpSpPr/>
        <p:nvPr/>
      </p:nvGrpSpPr>
      <p:grpSpPr>
        <a:xfrm>
          <a:off x="0" y="0"/>
          <a:ext cx="0" cy="0"/>
          <a:chOff x="0" y="0"/>
          <a:chExt cx="0" cy="0"/>
        </a:xfrm>
      </p:grpSpPr>
      <p:sp>
        <p:nvSpPr>
          <p:cNvPr id="49135" name="Google Shape;49135;g131d68b759a_0_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36" name="Google Shape;49136;g131d68b759a_0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45"/>
        <p:cNvGrpSpPr/>
        <p:nvPr/>
      </p:nvGrpSpPr>
      <p:grpSpPr>
        <a:xfrm>
          <a:off x="0" y="0"/>
          <a:ext cx="0" cy="0"/>
          <a:chOff x="0" y="0"/>
          <a:chExt cx="0" cy="0"/>
        </a:xfrm>
      </p:grpSpPr>
      <p:sp>
        <p:nvSpPr>
          <p:cNvPr id="49946" name="Google Shape;49946;g11d2026ec69_0_2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47" name="Google Shape;49947;g11d2026ec69_0_2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803"/>
        <p:cNvGrpSpPr/>
        <p:nvPr/>
      </p:nvGrpSpPr>
      <p:grpSpPr>
        <a:xfrm>
          <a:off x="0" y="0"/>
          <a:ext cx="0" cy="0"/>
          <a:chOff x="0" y="0"/>
          <a:chExt cx="0" cy="0"/>
        </a:xfrm>
      </p:grpSpPr>
      <p:sp>
        <p:nvSpPr>
          <p:cNvPr id="49804" name="Google Shape;49804;g243908ee0c4_5_174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05" name="Google Shape;49805;g243908ee0c4_5_174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p:cNvGrpSpPr/>
        <p:nvPr/>
      </p:nvGrpSpPr>
      <p:grpSpPr>
        <a:xfrm>
          <a:off x="0" y="0"/>
          <a:ext cx="0" cy="0"/>
          <a:chOff x="0" y="0"/>
          <a:chExt cx="0" cy="0"/>
        </a:xfrm>
      </p:grpSpPr>
      <p:sp>
        <p:nvSpPr>
          <p:cNvPr id="49612" name="Google Shape;49612;g143df0acb8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47">
          <a:extLst>
            <a:ext uri="{FF2B5EF4-FFF2-40B4-BE49-F238E27FC236}">
              <a16:creationId xmlns:a16="http://schemas.microsoft.com/office/drawing/2014/main" id="{65B3EBEF-B0DC-62A6-CC90-159802E626A5}"/>
            </a:ext>
          </a:extLst>
        </p:cNvPr>
        <p:cNvGrpSpPr/>
        <p:nvPr/>
      </p:nvGrpSpPr>
      <p:grpSpPr>
        <a:xfrm>
          <a:off x="0" y="0"/>
          <a:ext cx="0" cy="0"/>
          <a:chOff x="0" y="0"/>
          <a:chExt cx="0" cy="0"/>
        </a:xfrm>
      </p:grpSpPr>
      <p:sp>
        <p:nvSpPr>
          <p:cNvPr id="49148" name="Google Shape;49148;g24215d7082f_0_4659:notes">
            <a:extLst>
              <a:ext uri="{FF2B5EF4-FFF2-40B4-BE49-F238E27FC236}">
                <a16:creationId xmlns:a16="http://schemas.microsoft.com/office/drawing/2014/main" id="{7286C956-4224-B520-7928-35EF24D1AA57}"/>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49" name="Google Shape;49149;g24215d7082f_0_4659:notes">
            <a:extLst>
              <a:ext uri="{FF2B5EF4-FFF2-40B4-BE49-F238E27FC236}">
                <a16:creationId xmlns:a16="http://schemas.microsoft.com/office/drawing/2014/main" id="{525DD53D-CE1D-0D8D-AC55-9717036E79A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4494015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78">
          <a:extLst>
            <a:ext uri="{FF2B5EF4-FFF2-40B4-BE49-F238E27FC236}">
              <a16:creationId xmlns:a16="http://schemas.microsoft.com/office/drawing/2014/main" id="{A2CB8E86-4B8E-888F-32AD-92BD94A27F87}"/>
            </a:ext>
          </a:extLst>
        </p:cNvPr>
        <p:cNvGrpSpPr/>
        <p:nvPr/>
      </p:nvGrpSpPr>
      <p:grpSpPr>
        <a:xfrm>
          <a:off x="0" y="0"/>
          <a:ext cx="0" cy="0"/>
          <a:chOff x="0" y="0"/>
          <a:chExt cx="0" cy="0"/>
        </a:xfrm>
      </p:grpSpPr>
      <p:sp>
        <p:nvSpPr>
          <p:cNvPr id="49679" name="Google Shape;49679;g11d0e38a952_0_341:notes">
            <a:extLst>
              <a:ext uri="{FF2B5EF4-FFF2-40B4-BE49-F238E27FC236}">
                <a16:creationId xmlns:a16="http://schemas.microsoft.com/office/drawing/2014/main" id="{DD4586E7-CE64-BF9E-3FB0-1AB40DE3413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80" name="Google Shape;49680;g11d0e38a952_0_341:notes">
            <a:extLst>
              <a:ext uri="{FF2B5EF4-FFF2-40B4-BE49-F238E27FC236}">
                <a16:creationId xmlns:a16="http://schemas.microsoft.com/office/drawing/2014/main" id="{57AB3DC3-34C4-6EB6-301A-DBA41912D42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342753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78">
          <a:extLst>
            <a:ext uri="{FF2B5EF4-FFF2-40B4-BE49-F238E27FC236}">
              <a16:creationId xmlns:a16="http://schemas.microsoft.com/office/drawing/2014/main" id="{6250EA3E-F696-8256-EF67-3C55DEB553A3}"/>
            </a:ext>
          </a:extLst>
        </p:cNvPr>
        <p:cNvGrpSpPr/>
        <p:nvPr/>
      </p:nvGrpSpPr>
      <p:grpSpPr>
        <a:xfrm>
          <a:off x="0" y="0"/>
          <a:ext cx="0" cy="0"/>
          <a:chOff x="0" y="0"/>
          <a:chExt cx="0" cy="0"/>
        </a:xfrm>
      </p:grpSpPr>
      <p:sp>
        <p:nvSpPr>
          <p:cNvPr id="49679" name="Google Shape;49679;g11d0e38a952_0_341:notes">
            <a:extLst>
              <a:ext uri="{FF2B5EF4-FFF2-40B4-BE49-F238E27FC236}">
                <a16:creationId xmlns:a16="http://schemas.microsoft.com/office/drawing/2014/main" id="{82FD39ED-AF98-2D8D-9083-EAE31BDB1DD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80" name="Google Shape;49680;g11d0e38a952_0_341:notes">
            <a:extLst>
              <a:ext uri="{FF2B5EF4-FFF2-40B4-BE49-F238E27FC236}">
                <a16:creationId xmlns:a16="http://schemas.microsoft.com/office/drawing/2014/main" id="{3FA5274A-F33F-C438-FC69-BE3983AF2B1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053093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15">
          <a:extLst>
            <a:ext uri="{FF2B5EF4-FFF2-40B4-BE49-F238E27FC236}">
              <a16:creationId xmlns:a16="http://schemas.microsoft.com/office/drawing/2014/main" id="{5902FA30-9A49-D52F-9648-273D7FA41D2A}"/>
            </a:ext>
          </a:extLst>
        </p:cNvPr>
        <p:cNvGrpSpPr/>
        <p:nvPr/>
      </p:nvGrpSpPr>
      <p:grpSpPr>
        <a:xfrm>
          <a:off x="0" y="0"/>
          <a:ext cx="0" cy="0"/>
          <a:chOff x="0" y="0"/>
          <a:chExt cx="0" cy="0"/>
        </a:xfrm>
      </p:grpSpPr>
      <p:sp>
        <p:nvSpPr>
          <p:cNvPr id="49416" name="Google Shape;49416;g13b627a1299_0_0:notes">
            <a:extLst>
              <a:ext uri="{FF2B5EF4-FFF2-40B4-BE49-F238E27FC236}">
                <a16:creationId xmlns:a16="http://schemas.microsoft.com/office/drawing/2014/main" id="{212733EE-46D6-7AC7-E675-C309415FD762}"/>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17" name="Google Shape;49417;g13b627a1299_0_0:notes">
            <a:extLst>
              <a:ext uri="{FF2B5EF4-FFF2-40B4-BE49-F238E27FC236}">
                <a16:creationId xmlns:a16="http://schemas.microsoft.com/office/drawing/2014/main" id="{A619CD2E-F4C1-1913-03AB-6F76C18BED3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0728079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15">
          <a:extLst>
            <a:ext uri="{FF2B5EF4-FFF2-40B4-BE49-F238E27FC236}">
              <a16:creationId xmlns:a16="http://schemas.microsoft.com/office/drawing/2014/main" id="{16FA6235-2C48-F107-80DB-4D761637C49F}"/>
            </a:ext>
          </a:extLst>
        </p:cNvPr>
        <p:cNvGrpSpPr/>
        <p:nvPr/>
      </p:nvGrpSpPr>
      <p:grpSpPr>
        <a:xfrm>
          <a:off x="0" y="0"/>
          <a:ext cx="0" cy="0"/>
          <a:chOff x="0" y="0"/>
          <a:chExt cx="0" cy="0"/>
        </a:xfrm>
      </p:grpSpPr>
      <p:sp>
        <p:nvSpPr>
          <p:cNvPr id="49416" name="Google Shape;49416;g13b627a1299_0_0:notes">
            <a:extLst>
              <a:ext uri="{FF2B5EF4-FFF2-40B4-BE49-F238E27FC236}">
                <a16:creationId xmlns:a16="http://schemas.microsoft.com/office/drawing/2014/main" id="{61EBE406-2D93-6784-5D32-795E159714C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17" name="Google Shape;49417;g13b627a1299_0_0:notes">
            <a:extLst>
              <a:ext uri="{FF2B5EF4-FFF2-40B4-BE49-F238E27FC236}">
                <a16:creationId xmlns:a16="http://schemas.microsoft.com/office/drawing/2014/main" id="{4BCBB162-6017-EFCA-F7E9-458662A6365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605674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11"/>
        <p:cNvGrpSpPr/>
        <p:nvPr/>
      </p:nvGrpSpPr>
      <p:grpSpPr>
        <a:xfrm>
          <a:off x="0" y="0"/>
          <a:ext cx="0" cy="0"/>
          <a:chOff x="0" y="0"/>
          <a:chExt cx="0" cy="0"/>
        </a:xfrm>
      </p:grpSpPr>
      <p:sp>
        <p:nvSpPr>
          <p:cNvPr id="51112" name="Google Shape;51112;g132b9ccab91_0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113" name="Google Shape;51113;g132b9ccab91_0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a:extLst>
            <a:ext uri="{FF2B5EF4-FFF2-40B4-BE49-F238E27FC236}">
              <a16:creationId xmlns:a16="http://schemas.microsoft.com/office/drawing/2014/main" id="{B96133EC-FD4D-DBA0-836E-22EC16803E9F}"/>
            </a:ext>
          </a:extLst>
        </p:cNvPr>
        <p:cNvGrpSpPr/>
        <p:nvPr/>
      </p:nvGrpSpPr>
      <p:grpSpPr>
        <a:xfrm>
          <a:off x="0" y="0"/>
          <a:ext cx="0" cy="0"/>
          <a:chOff x="0" y="0"/>
          <a:chExt cx="0" cy="0"/>
        </a:xfrm>
      </p:grpSpPr>
      <p:sp>
        <p:nvSpPr>
          <p:cNvPr id="49612" name="Google Shape;49612;g143df0acb8c_0_0:notes">
            <a:extLst>
              <a:ext uri="{FF2B5EF4-FFF2-40B4-BE49-F238E27FC236}">
                <a16:creationId xmlns:a16="http://schemas.microsoft.com/office/drawing/2014/main" id="{625945B8-FA5F-D615-BE59-EAC0C57B4D1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a:extLst>
              <a:ext uri="{FF2B5EF4-FFF2-40B4-BE49-F238E27FC236}">
                <a16:creationId xmlns:a16="http://schemas.microsoft.com/office/drawing/2014/main" id="{1C50328B-5C19-D586-FD1D-477D88D54CD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123907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a:extLst>
            <a:ext uri="{FF2B5EF4-FFF2-40B4-BE49-F238E27FC236}">
              <a16:creationId xmlns:a16="http://schemas.microsoft.com/office/drawing/2014/main" id="{3FFE1720-6C10-7121-1797-481A0DE115AE}"/>
            </a:ext>
          </a:extLst>
        </p:cNvPr>
        <p:cNvGrpSpPr/>
        <p:nvPr/>
      </p:nvGrpSpPr>
      <p:grpSpPr>
        <a:xfrm>
          <a:off x="0" y="0"/>
          <a:ext cx="0" cy="0"/>
          <a:chOff x="0" y="0"/>
          <a:chExt cx="0" cy="0"/>
        </a:xfrm>
      </p:grpSpPr>
      <p:sp>
        <p:nvSpPr>
          <p:cNvPr id="49612" name="Google Shape;49612;g143df0acb8c_0_0:notes">
            <a:extLst>
              <a:ext uri="{FF2B5EF4-FFF2-40B4-BE49-F238E27FC236}">
                <a16:creationId xmlns:a16="http://schemas.microsoft.com/office/drawing/2014/main" id="{1B68A81A-BFD0-B650-DC33-4E322D26E06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a:extLst>
              <a:ext uri="{FF2B5EF4-FFF2-40B4-BE49-F238E27FC236}">
                <a16:creationId xmlns:a16="http://schemas.microsoft.com/office/drawing/2014/main" id="{3D036AF2-D83C-9780-7B0D-674000CDCB8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90698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a:extLst>
            <a:ext uri="{FF2B5EF4-FFF2-40B4-BE49-F238E27FC236}">
              <a16:creationId xmlns:a16="http://schemas.microsoft.com/office/drawing/2014/main" id="{7175C5F4-192F-86A6-BA33-3602195DE25A}"/>
            </a:ext>
          </a:extLst>
        </p:cNvPr>
        <p:cNvGrpSpPr/>
        <p:nvPr/>
      </p:nvGrpSpPr>
      <p:grpSpPr>
        <a:xfrm>
          <a:off x="0" y="0"/>
          <a:ext cx="0" cy="0"/>
          <a:chOff x="0" y="0"/>
          <a:chExt cx="0" cy="0"/>
        </a:xfrm>
      </p:grpSpPr>
      <p:sp>
        <p:nvSpPr>
          <p:cNvPr id="49612" name="Google Shape;49612;g143df0acb8c_0_0:notes">
            <a:extLst>
              <a:ext uri="{FF2B5EF4-FFF2-40B4-BE49-F238E27FC236}">
                <a16:creationId xmlns:a16="http://schemas.microsoft.com/office/drawing/2014/main" id="{B50BAD1A-485C-DCC2-1FB5-5BC11E5E589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a:extLst>
              <a:ext uri="{FF2B5EF4-FFF2-40B4-BE49-F238E27FC236}">
                <a16:creationId xmlns:a16="http://schemas.microsoft.com/office/drawing/2014/main" id="{5079C8A3-A651-453F-B9A0-233FA57804E1}"/>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59454856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a:extLst>
            <a:ext uri="{FF2B5EF4-FFF2-40B4-BE49-F238E27FC236}">
              <a16:creationId xmlns:a16="http://schemas.microsoft.com/office/drawing/2014/main" id="{E20F86DC-0A3F-E4A7-7DEB-A1B168A09237}"/>
            </a:ext>
          </a:extLst>
        </p:cNvPr>
        <p:cNvGrpSpPr/>
        <p:nvPr/>
      </p:nvGrpSpPr>
      <p:grpSpPr>
        <a:xfrm>
          <a:off x="0" y="0"/>
          <a:ext cx="0" cy="0"/>
          <a:chOff x="0" y="0"/>
          <a:chExt cx="0" cy="0"/>
        </a:xfrm>
      </p:grpSpPr>
      <p:sp>
        <p:nvSpPr>
          <p:cNvPr id="49612" name="Google Shape;49612;g143df0acb8c_0_0:notes">
            <a:extLst>
              <a:ext uri="{FF2B5EF4-FFF2-40B4-BE49-F238E27FC236}">
                <a16:creationId xmlns:a16="http://schemas.microsoft.com/office/drawing/2014/main" id="{C609E611-A6D2-29D3-EABA-DF51FEA4465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a:extLst>
              <a:ext uri="{FF2B5EF4-FFF2-40B4-BE49-F238E27FC236}">
                <a16:creationId xmlns:a16="http://schemas.microsoft.com/office/drawing/2014/main" id="{DAC6C345-6715-939A-EDEA-D902AA780A8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0905356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15">
          <a:extLst>
            <a:ext uri="{FF2B5EF4-FFF2-40B4-BE49-F238E27FC236}">
              <a16:creationId xmlns:a16="http://schemas.microsoft.com/office/drawing/2014/main" id="{4C22E2E8-601D-4934-0AF2-3B7770FC951A}"/>
            </a:ext>
          </a:extLst>
        </p:cNvPr>
        <p:cNvGrpSpPr/>
        <p:nvPr/>
      </p:nvGrpSpPr>
      <p:grpSpPr>
        <a:xfrm>
          <a:off x="0" y="0"/>
          <a:ext cx="0" cy="0"/>
          <a:chOff x="0" y="0"/>
          <a:chExt cx="0" cy="0"/>
        </a:xfrm>
      </p:grpSpPr>
      <p:sp>
        <p:nvSpPr>
          <p:cNvPr id="49416" name="Google Shape;49416;g13b627a1299_0_0:notes">
            <a:extLst>
              <a:ext uri="{FF2B5EF4-FFF2-40B4-BE49-F238E27FC236}">
                <a16:creationId xmlns:a16="http://schemas.microsoft.com/office/drawing/2014/main" id="{52E69E1E-0A16-217B-1630-726E20CDC39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17" name="Google Shape;49417;g13b627a1299_0_0:notes">
            <a:extLst>
              <a:ext uri="{FF2B5EF4-FFF2-40B4-BE49-F238E27FC236}">
                <a16:creationId xmlns:a16="http://schemas.microsoft.com/office/drawing/2014/main" id="{A0CCC0D9-706E-7BB2-AE66-4FAAF39B702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066349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27"/>
        <p:cNvGrpSpPr/>
        <p:nvPr/>
      </p:nvGrpSpPr>
      <p:grpSpPr>
        <a:xfrm>
          <a:off x="0" y="0"/>
          <a:ext cx="0" cy="0"/>
          <a:chOff x="0" y="0"/>
          <a:chExt cx="0" cy="0"/>
        </a:xfrm>
      </p:grpSpPr>
      <p:sp>
        <p:nvSpPr>
          <p:cNvPr id="50828" name="Google Shape;50828;g243908ee0c4_5_17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829" name="Google Shape;50829;g243908ee0c4_5_17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11">
          <a:extLst>
            <a:ext uri="{FF2B5EF4-FFF2-40B4-BE49-F238E27FC236}">
              <a16:creationId xmlns:a16="http://schemas.microsoft.com/office/drawing/2014/main" id="{092BD598-CC43-5754-F80E-D9615790E2DA}"/>
            </a:ext>
          </a:extLst>
        </p:cNvPr>
        <p:cNvGrpSpPr/>
        <p:nvPr/>
      </p:nvGrpSpPr>
      <p:grpSpPr>
        <a:xfrm>
          <a:off x="0" y="0"/>
          <a:ext cx="0" cy="0"/>
          <a:chOff x="0" y="0"/>
          <a:chExt cx="0" cy="0"/>
        </a:xfrm>
      </p:grpSpPr>
      <p:sp>
        <p:nvSpPr>
          <p:cNvPr id="49612" name="Google Shape;49612;g143df0acb8c_0_0:notes">
            <a:extLst>
              <a:ext uri="{FF2B5EF4-FFF2-40B4-BE49-F238E27FC236}">
                <a16:creationId xmlns:a16="http://schemas.microsoft.com/office/drawing/2014/main" id="{D8BB17D3-A8F3-E938-DBA0-732D9144073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613" name="Google Shape;49613;g143df0acb8c_0_0:notes">
            <a:extLst>
              <a:ext uri="{FF2B5EF4-FFF2-40B4-BE49-F238E27FC236}">
                <a16:creationId xmlns:a16="http://schemas.microsoft.com/office/drawing/2014/main" id="{FBA28042-C42B-E0FF-4215-ACF2C1FC049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1016367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45">
          <a:extLst>
            <a:ext uri="{FF2B5EF4-FFF2-40B4-BE49-F238E27FC236}">
              <a16:creationId xmlns:a16="http://schemas.microsoft.com/office/drawing/2014/main" id="{52370EC4-16CD-5948-3787-5ABDAE1C524E}"/>
            </a:ext>
          </a:extLst>
        </p:cNvPr>
        <p:cNvGrpSpPr/>
        <p:nvPr/>
      </p:nvGrpSpPr>
      <p:grpSpPr>
        <a:xfrm>
          <a:off x="0" y="0"/>
          <a:ext cx="0" cy="0"/>
          <a:chOff x="0" y="0"/>
          <a:chExt cx="0" cy="0"/>
        </a:xfrm>
      </p:grpSpPr>
      <p:sp>
        <p:nvSpPr>
          <p:cNvPr id="49946" name="Google Shape;49946;g11d2026ec69_0_274:notes">
            <a:extLst>
              <a:ext uri="{FF2B5EF4-FFF2-40B4-BE49-F238E27FC236}">
                <a16:creationId xmlns:a16="http://schemas.microsoft.com/office/drawing/2014/main" id="{CE4ACAFF-9BB9-9834-AB98-6E2380702D8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47" name="Google Shape;49947;g11d2026ec69_0_274:notes">
            <a:extLst>
              <a:ext uri="{FF2B5EF4-FFF2-40B4-BE49-F238E27FC236}">
                <a16:creationId xmlns:a16="http://schemas.microsoft.com/office/drawing/2014/main" id="{4AB3EA77-CA97-7A30-3C10-346BC9C02FC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325679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51"/>
        <p:cNvGrpSpPr/>
        <p:nvPr/>
      </p:nvGrpSpPr>
      <p:grpSpPr>
        <a:xfrm>
          <a:off x="0" y="0"/>
          <a:ext cx="0" cy="0"/>
          <a:chOff x="0" y="0"/>
          <a:chExt cx="0" cy="0"/>
        </a:xfrm>
      </p:grpSpPr>
      <p:sp>
        <p:nvSpPr>
          <p:cNvPr id="50052" name="Google Shape;50052;g131ff7c0f5b_0_2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53" name="Google Shape;50053;g131ff7c0f5b_0_2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70735" y="70796"/>
            <a:ext cx="9002530" cy="5001909"/>
            <a:chOff x="70735" y="70796"/>
            <a:chExt cx="9002530" cy="5001909"/>
          </a:xfrm>
        </p:grpSpPr>
        <p:grpSp>
          <p:nvGrpSpPr>
            <p:cNvPr id="10" name="Google Shape;10;p2"/>
            <p:cNvGrpSpPr/>
            <p:nvPr/>
          </p:nvGrpSpPr>
          <p:grpSpPr>
            <a:xfrm>
              <a:off x="70735" y="70796"/>
              <a:ext cx="9002530" cy="22993"/>
              <a:chOff x="79447" y="96297"/>
              <a:chExt cx="9002530" cy="22993"/>
            </a:xfrm>
          </p:grpSpPr>
          <p:sp>
            <p:nvSpPr>
              <p:cNvPr id="11" name="Google Shape;11;p2"/>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 name="Google Shape;61;p2"/>
            <p:cNvGrpSpPr/>
            <p:nvPr/>
          </p:nvGrpSpPr>
          <p:grpSpPr>
            <a:xfrm>
              <a:off x="70735" y="243203"/>
              <a:ext cx="9002530" cy="21952"/>
              <a:chOff x="79447" y="266897"/>
              <a:chExt cx="9002530" cy="21952"/>
            </a:xfrm>
          </p:grpSpPr>
          <p:sp>
            <p:nvSpPr>
              <p:cNvPr id="62" name="Google Shape;62;p2"/>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 name="Google Shape;112;p2"/>
            <p:cNvGrpSpPr/>
            <p:nvPr/>
          </p:nvGrpSpPr>
          <p:grpSpPr>
            <a:xfrm>
              <a:off x="70735" y="414570"/>
              <a:ext cx="9002530" cy="21952"/>
              <a:chOff x="79447" y="437592"/>
              <a:chExt cx="9002530" cy="21952"/>
            </a:xfrm>
          </p:grpSpPr>
          <p:sp>
            <p:nvSpPr>
              <p:cNvPr id="113" name="Google Shape;113;p2"/>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2"/>
            <p:cNvGrpSpPr/>
            <p:nvPr/>
          </p:nvGrpSpPr>
          <p:grpSpPr>
            <a:xfrm>
              <a:off x="70735" y="585937"/>
              <a:ext cx="9002530" cy="22993"/>
              <a:chOff x="79447" y="607151"/>
              <a:chExt cx="9002530" cy="22993"/>
            </a:xfrm>
          </p:grpSpPr>
          <p:sp>
            <p:nvSpPr>
              <p:cNvPr id="164" name="Google Shape;164;p2"/>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 name="Google Shape;214;p2"/>
            <p:cNvGrpSpPr/>
            <p:nvPr/>
          </p:nvGrpSpPr>
          <p:grpSpPr>
            <a:xfrm>
              <a:off x="70735" y="758345"/>
              <a:ext cx="9002530" cy="21952"/>
              <a:chOff x="79447" y="777845"/>
              <a:chExt cx="9002530" cy="21952"/>
            </a:xfrm>
          </p:grpSpPr>
          <p:sp>
            <p:nvSpPr>
              <p:cNvPr id="215" name="Google Shape;215;p2"/>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 name="Google Shape;265;p2"/>
            <p:cNvGrpSpPr/>
            <p:nvPr/>
          </p:nvGrpSpPr>
          <p:grpSpPr>
            <a:xfrm>
              <a:off x="70735" y="929712"/>
              <a:ext cx="9002530" cy="21952"/>
              <a:chOff x="79447" y="948445"/>
              <a:chExt cx="9002530" cy="21952"/>
            </a:xfrm>
          </p:grpSpPr>
          <p:sp>
            <p:nvSpPr>
              <p:cNvPr id="266" name="Google Shape;266;p2"/>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 name="Google Shape;316;p2"/>
            <p:cNvGrpSpPr/>
            <p:nvPr/>
          </p:nvGrpSpPr>
          <p:grpSpPr>
            <a:xfrm>
              <a:off x="70735" y="1101079"/>
              <a:ext cx="9002530" cy="22993"/>
              <a:chOff x="79447" y="1118099"/>
              <a:chExt cx="9002530" cy="22993"/>
            </a:xfrm>
          </p:grpSpPr>
          <p:sp>
            <p:nvSpPr>
              <p:cNvPr id="317" name="Google Shape;317;p2"/>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 name="Google Shape;367;p2"/>
            <p:cNvGrpSpPr/>
            <p:nvPr/>
          </p:nvGrpSpPr>
          <p:grpSpPr>
            <a:xfrm>
              <a:off x="70735" y="1273487"/>
              <a:ext cx="9002530" cy="21952"/>
              <a:chOff x="79447" y="1287658"/>
              <a:chExt cx="9002530" cy="21952"/>
            </a:xfrm>
          </p:grpSpPr>
          <p:sp>
            <p:nvSpPr>
              <p:cNvPr id="368" name="Google Shape;368;p2"/>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 name="Google Shape;418;p2"/>
            <p:cNvGrpSpPr/>
            <p:nvPr/>
          </p:nvGrpSpPr>
          <p:grpSpPr>
            <a:xfrm>
              <a:off x="70735" y="1444854"/>
              <a:ext cx="9002530" cy="21952"/>
              <a:chOff x="79447" y="1458352"/>
              <a:chExt cx="9002530" cy="21952"/>
            </a:xfrm>
          </p:grpSpPr>
          <p:sp>
            <p:nvSpPr>
              <p:cNvPr id="419" name="Google Shape;419;p2"/>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 name="Google Shape;469;p2"/>
            <p:cNvGrpSpPr/>
            <p:nvPr/>
          </p:nvGrpSpPr>
          <p:grpSpPr>
            <a:xfrm>
              <a:off x="70735" y="1616221"/>
              <a:ext cx="9002530" cy="22993"/>
              <a:chOff x="79447" y="1627911"/>
              <a:chExt cx="9002530" cy="22993"/>
            </a:xfrm>
          </p:grpSpPr>
          <p:sp>
            <p:nvSpPr>
              <p:cNvPr id="470" name="Google Shape;470;p2"/>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 name="Google Shape;520;p2"/>
            <p:cNvGrpSpPr/>
            <p:nvPr/>
          </p:nvGrpSpPr>
          <p:grpSpPr>
            <a:xfrm>
              <a:off x="70735" y="1788629"/>
              <a:ext cx="9002530" cy="21952"/>
              <a:chOff x="79447" y="1798606"/>
              <a:chExt cx="9002530" cy="21952"/>
            </a:xfrm>
          </p:grpSpPr>
          <p:sp>
            <p:nvSpPr>
              <p:cNvPr id="521" name="Google Shape;521;p2"/>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 name="Google Shape;571;p2"/>
            <p:cNvGrpSpPr/>
            <p:nvPr/>
          </p:nvGrpSpPr>
          <p:grpSpPr>
            <a:xfrm>
              <a:off x="70735" y="1959996"/>
              <a:ext cx="9002530" cy="21952"/>
              <a:chOff x="79447" y="1969206"/>
              <a:chExt cx="9002530" cy="21952"/>
            </a:xfrm>
          </p:grpSpPr>
          <p:sp>
            <p:nvSpPr>
              <p:cNvPr id="572" name="Google Shape;572;p2"/>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2"/>
            <p:cNvGrpSpPr/>
            <p:nvPr/>
          </p:nvGrpSpPr>
          <p:grpSpPr>
            <a:xfrm>
              <a:off x="70735" y="2131363"/>
              <a:ext cx="9002530" cy="22993"/>
              <a:chOff x="79447" y="2138859"/>
              <a:chExt cx="9002530" cy="22993"/>
            </a:xfrm>
          </p:grpSpPr>
          <p:sp>
            <p:nvSpPr>
              <p:cNvPr id="623" name="Google Shape;623;p2"/>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 name="Google Shape;673;p2"/>
            <p:cNvGrpSpPr/>
            <p:nvPr/>
          </p:nvGrpSpPr>
          <p:grpSpPr>
            <a:xfrm>
              <a:off x="70735" y="2303771"/>
              <a:ext cx="9002530" cy="21952"/>
              <a:chOff x="79447" y="2309459"/>
              <a:chExt cx="9002530" cy="21952"/>
            </a:xfrm>
          </p:grpSpPr>
          <p:sp>
            <p:nvSpPr>
              <p:cNvPr id="674" name="Google Shape;674;p2"/>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 name="Google Shape;724;p2"/>
            <p:cNvGrpSpPr/>
            <p:nvPr/>
          </p:nvGrpSpPr>
          <p:grpSpPr>
            <a:xfrm>
              <a:off x="70735" y="2475138"/>
              <a:ext cx="9002530" cy="21952"/>
              <a:chOff x="79447" y="2480154"/>
              <a:chExt cx="9002530" cy="21952"/>
            </a:xfrm>
          </p:grpSpPr>
          <p:sp>
            <p:nvSpPr>
              <p:cNvPr id="725" name="Google Shape;725;p2"/>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 name="Google Shape;775;p2"/>
            <p:cNvGrpSpPr/>
            <p:nvPr/>
          </p:nvGrpSpPr>
          <p:grpSpPr>
            <a:xfrm>
              <a:off x="70735" y="2646505"/>
              <a:ext cx="9002530" cy="21952"/>
              <a:chOff x="79447" y="2650753"/>
              <a:chExt cx="9002530" cy="21952"/>
            </a:xfrm>
          </p:grpSpPr>
          <p:sp>
            <p:nvSpPr>
              <p:cNvPr id="776" name="Google Shape;776;p2"/>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
            <p:cNvGrpSpPr/>
            <p:nvPr/>
          </p:nvGrpSpPr>
          <p:grpSpPr>
            <a:xfrm>
              <a:off x="70735" y="2817872"/>
              <a:ext cx="9002530" cy="21952"/>
              <a:chOff x="79447" y="2821448"/>
              <a:chExt cx="9002530" cy="21952"/>
            </a:xfrm>
          </p:grpSpPr>
          <p:sp>
            <p:nvSpPr>
              <p:cNvPr id="827" name="Google Shape;827;p2"/>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 name="Google Shape;877;p2"/>
            <p:cNvGrpSpPr/>
            <p:nvPr/>
          </p:nvGrpSpPr>
          <p:grpSpPr>
            <a:xfrm>
              <a:off x="70735" y="2989239"/>
              <a:ext cx="9002530" cy="22898"/>
              <a:chOff x="79447" y="2991102"/>
              <a:chExt cx="9002530" cy="22898"/>
            </a:xfrm>
          </p:grpSpPr>
          <p:sp>
            <p:nvSpPr>
              <p:cNvPr id="878" name="Google Shape;878;p2"/>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 name="Google Shape;928;p2"/>
            <p:cNvGrpSpPr/>
            <p:nvPr/>
          </p:nvGrpSpPr>
          <p:grpSpPr>
            <a:xfrm>
              <a:off x="70735" y="3161552"/>
              <a:ext cx="9002530" cy="21952"/>
              <a:chOff x="79447" y="3161701"/>
              <a:chExt cx="9002530" cy="21952"/>
            </a:xfrm>
          </p:grpSpPr>
          <p:sp>
            <p:nvSpPr>
              <p:cNvPr id="929" name="Google Shape;929;p2"/>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 name="Google Shape;979;p2"/>
            <p:cNvGrpSpPr/>
            <p:nvPr/>
          </p:nvGrpSpPr>
          <p:grpSpPr>
            <a:xfrm>
              <a:off x="70735" y="3332919"/>
              <a:ext cx="9002530" cy="21952"/>
              <a:chOff x="79447" y="3332396"/>
              <a:chExt cx="9002530" cy="21952"/>
            </a:xfrm>
          </p:grpSpPr>
          <p:sp>
            <p:nvSpPr>
              <p:cNvPr id="980" name="Google Shape;980;p2"/>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
            <p:cNvGrpSpPr/>
            <p:nvPr/>
          </p:nvGrpSpPr>
          <p:grpSpPr>
            <a:xfrm>
              <a:off x="70735" y="3504286"/>
              <a:ext cx="9002530" cy="22993"/>
              <a:chOff x="79447" y="3501955"/>
              <a:chExt cx="9002530" cy="22993"/>
            </a:xfrm>
          </p:grpSpPr>
          <p:sp>
            <p:nvSpPr>
              <p:cNvPr id="1031" name="Google Shape;1031;p2"/>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 name="Google Shape;1081;p2"/>
            <p:cNvGrpSpPr/>
            <p:nvPr/>
          </p:nvGrpSpPr>
          <p:grpSpPr>
            <a:xfrm>
              <a:off x="70735" y="3676694"/>
              <a:ext cx="9002530" cy="21952"/>
              <a:chOff x="79447" y="3672649"/>
              <a:chExt cx="9002530" cy="21952"/>
            </a:xfrm>
          </p:grpSpPr>
          <p:sp>
            <p:nvSpPr>
              <p:cNvPr id="1082" name="Google Shape;1082;p2"/>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 name="Google Shape;1132;p2"/>
            <p:cNvGrpSpPr/>
            <p:nvPr/>
          </p:nvGrpSpPr>
          <p:grpSpPr>
            <a:xfrm>
              <a:off x="70735" y="3848061"/>
              <a:ext cx="9002530" cy="21952"/>
              <a:chOff x="79447" y="3843249"/>
              <a:chExt cx="9002530" cy="21952"/>
            </a:xfrm>
          </p:grpSpPr>
          <p:sp>
            <p:nvSpPr>
              <p:cNvPr id="1133" name="Google Shape;1133;p2"/>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2"/>
            <p:cNvGrpSpPr/>
            <p:nvPr/>
          </p:nvGrpSpPr>
          <p:grpSpPr>
            <a:xfrm>
              <a:off x="70735" y="4019428"/>
              <a:ext cx="9002530" cy="22993"/>
              <a:chOff x="79447" y="4012903"/>
              <a:chExt cx="9002530" cy="22993"/>
            </a:xfrm>
          </p:grpSpPr>
          <p:sp>
            <p:nvSpPr>
              <p:cNvPr id="1184" name="Google Shape;1184;p2"/>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 name="Google Shape;1234;p2"/>
            <p:cNvGrpSpPr/>
            <p:nvPr/>
          </p:nvGrpSpPr>
          <p:grpSpPr>
            <a:xfrm>
              <a:off x="70735" y="4191836"/>
              <a:ext cx="9002530" cy="21952"/>
              <a:chOff x="79447" y="4182462"/>
              <a:chExt cx="9002530" cy="21952"/>
            </a:xfrm>
          </p:grpSpPr>
          <p:sp>
            <p:nvSpPr>
              <p:cNvPr id="1235" name="Google Shape;1235;p2"/>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 name="Google Shape;1285;p2"/>
            <p:cNvGrpSpPr/>
            <p:nvPr/>
          </p:nvGrpSpPr>
          <p:grpSpPr>
            <a:xfrm>
              <a:off x="70735" y="4363203"/>
              <a:ext cx="9002530" cy="21952"/>
              <a:chOff x="79447" y="4353157"/>
              <a:chExt cx="9002530" cy="21952"/>
            </a:xfrm>
          </p:grpSpPr>
          <p:sp>
            <p:nvSpPr>
              <p:cNvPr id="1286" name="Google Shape;1286;p2"/>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 name="Google Shape;1336;p2"/>
            <p:cNvGrpSpPr/>
            <p:nvPr/>
          </p:nvGrpSpPr>
          <p:grpSpPr>
            <a:xfrm>
              <a:off x="70735" y="4534570"/>
              <a:ext cx="9002530" cy="22993"/>
              <a:chOff x="79447" y="4522716"/>
              <a:chExt cx="9002530" cy="22993"/>
            </a:xfrm>
          </p:grpSpPr>
          <p:sp>
            <p:nvSpPr>
              <p:cNvPr id="1337" name="Google Shape;1337;p2"/>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 name="Google Shape;1387;p2"/>
            <p:cNvGrpSpPr/>
            <p:nvPr/>
          </p:nvGrpSpPr>
          <p:grpSpPr>
            <a:xfrm>
              <a:off x="70735" y="4706978"/>
              <a:ext cx="9002530" cy="21952"/>
              <a:chOff x="79447" y="4693410"/>
              <a:chExt cx="9002530" cy="21952"/>
            </a:xfrm>
          </p:grpSpPr>
          <p:sp>
            <p:nvSpPr>
              <p:cNvPr id="1388" name="Google Shape;1388;p2"/>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 name="Google Shape;1438;p2"/>
            <p:cNvGrpSpPr/>
            <p:nvPr/>
          </p:nvGrpSpPr>
          <p:grpSpPr>
            <a:xfrm>
              <a:off x="70735" y="4878345"/>
              <a:ext cx="9002530" cy="21952"/>
              <a:chOff x="79447" y="4864010"/>
              <a:chExt cx="9002530" cy="21952"/>
            </a:xfrm>
          </p:grpSpPr>
          <p:sp>
            <p:nvSpPr>
              <p:cNvPr id="1439" name="Google Shape;1439;p2"/>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 name="Google Shape;1489;p2"/>
            <p:cNvGrpSpPr/>
            <p:nvPr/>
          </p:nvGrpSpPr>
          <p:grpSpPr>
            <a:xfrm>
              <a:off x="70735" y="5049712"/>
              <a:ext cx="9002530" cy="22993"/>
              <a:chOff x="79447" y="5033664"/>
              <a:chExt cx="9002530" cy="22993"/>
            </a:xfrm>
          </p:grpSpPr>
          <p:sp>
            <p:nvSpPr>
              <p:cNvPr id="1490" name="Google Shape;1490;p2"/>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40" name="Google Shape;1540;p2"/>
          <p:cNvSpPr txBox="1">
            <a:spLocks noGrp="1"/>
          </p:cNvSpPr>
          <p:nvPr>
            <p:ph type="ctrTitle"/>
          </p:nvPr>
        </p:nvSpPr>
        <p:spPr>
          <a:xfrm>
            <a:off x="1875300" y="1493550"/>
            <a:ext cx="5393400" cy="1417500"/>
          </a:xfrm>
          <a:prstGeom prst="rect">
            <a:avLst/>
          </a:prstGeom>
        </p:spPr>
        <p:txBody>
          <a:bodyPr spcFirstLastPara="1" wrap="square" lIns="91425" tIns="91425" rIns="91425" bIns="91425" anchor="t" anchorCtr="0">
            <a:noAutofit/>
          </a:bodyPr>
          <a:lstStyle>
            <a:lvl1pPr lvl="0">
              <a:lnSpc>
                <a:spcPct val="90000"/>
              </a:lnSpc>
              <a:spcBef>
                <a:spcPts val="0"/>
              </a:spcBef>
              <a:spcAft>
                <a:spcPts val="0"/>
              </a:spcAft>
              <a:buSzPts val="4700"/>
              <a:buFont typeface="Source Code Pro"/>
              <a:buNone/>
              <a:defRPr sz="4700">
                <a:latin typeface="Source Code Pro"/>
                <a:ea typeface="Source Code Pro"/>
                <a:cs typeface="Source Code Pro"/>
                <a:sym typeface="Source Code Pro"/>
              </a:defRPr>
            </a:lvl1pPr>
            <a:lvl2pPr lvl="1" algn="l">
              <a:spcBef>
                <a:spcPts val="0"/>
              </a:spcBef>
              <a:spcAft>
                <a:spcPts val="0"/>
              </a:spcAft>
              <a:buSzPts val="4700"/>
              <a:buFont typeface="Source Code Pro"/>
              <a:buNone/>
              <a:defRPr sz="4700">
                <a:latin typeface="Source Code Pro"/>
                <a:ea typeface="Source Code Pro"/>
                <a:cs typeface="Source Code Pro"/>
                <a:sym typeface="Source Code Pro"/>
              </a:defRPr>
            </a:lvl2pPr>
            <a:lvl3pPr lvl="2" algn="l">
              <a:spcBef>
                <a:spcPts val="0"/>
              </a:spcBef>
              <a:spcAft>
                <a:spcPts val="0"/>
              </a:spcAft>
              <a:buSzPts val="4700"/>
              <a:buFont typeface="Source Code Pro"/>
              <a:buNone/>
              <a:defRPr sz="4700">
                <a:latin typeface="Source Code Pro"/>
                <a:ea typeface="Source Code Pro"/>
                <a:cs typeface="Source Code Pro"/>
                <a:sym typeface="Source Code Pro"/>
              </a:defRPr>
            </a:lvl3pPr>
            <a:lvl4pPr lvl="3" algn="l">
              <a:spcBef>
                <a:spcPts val="0"/>
              </a:spcBef>
              <a:spcAft>
                <a:spcPts val="0"/>
              </a:spcAft>
              <a:buSzPts val="4700"/>
              <a:buFont typeface="Source Code Pro"/>
              <a:buNone/>
              <a:defRPr sz="4700">
                <a:latin typeface="Source Code Pro"/>
                <a:ea typeface="Source Code Pro"/>
                <a:cs typeface="Source Code Pro"/>
                <a:sym typeface="Source Code Pro"/>
              </a:defRPr>
            </a:lvl4pPr>
            <a:lvl5pPr lvl="4" algn="l">
              <a:spcBef>
                <a:spcPts val="0"/>
              </a:spcBef>
              <a:spcAft>
                <a:spcPts val="0"/>
              </a:spcAft>
              <a:buSzPts val="4700"/>
              <a:buFont typeface="Source Code Pro"/>
              <a:buNone/>
              <a:defRPr sz="4700">
                <a:latin typeface="Source Code Pro"/>
                <a:ea typeface="Source Code Pro"/>
                <a:cs typeface="Source Code Pro"/>
                <a:sym typeface="Source Code Pro"/>
              </a:defRPr>
            </a:lvl5pPr>
            <a:lvl6pPr lvl="5" algn="l">
              <a:spcBef>
                <a:spcPts val="0"/>
              </a:spcBef>
              <a:spcAft>
                <a:spcPts val="0"/>
              </a:spcAft>
              <a:buSzPts val="4700"/>
              <a:buFont typeface="Source Code Pro"/>
              <a:buNone/>
              <a:defRPr sz="4700">
                <a:latin typeface="Source Code Pro"/>
                <a:ea typeface="Source Code Pro"/>
                <a:cs typeface="Source Code Pro"/>
                <a:sym typeface="Source Code Pro"/>
              </a:defRPr>
            </a:lvl6pPr>
            <a:lvl7pPr lvl="6" algn="l">
              <a:spcBef>
                <a:spcPts val="0"/>
              </a:spcBef>
              <a:spcAft>
                <a:spcPts val="0"/>
              </a:spcAft>
              <a:buSzPts val="4700"/>
              <a:buFont typeface="Source Code Pro"/>
              <a:buNone/>
              <a:defRPr sz="4700">
                <a:latin typeface="Source Code Pro"/>
                <a:ea typeface="Source Code Pro"/>
                <a:cs typeface="Source Code Pro"/>
                <a:sym typeface="Source Code Pro"/>
              </a:defRPr>
            </a:lvl7pPr>
            <a:lvl8pPr lvl="7" algn="l">
              <a:spcBef>
                <a:spcPts val="0"/>
              </a:spcBef>
              <a:spcAft>
                <a:spcPts val="0"/>
              </a:spcAft>
              <a:buSzPts val="4700"/>
              <a:buFont typeface="Source Code Pro"/>
              <a:buNone/>
              <a:defRPr sz="4700">
                <a:latin typeface="Source Code Pro"/>
                <a:ea typeface="Source Code Pro"/>
                <a:cs typeface="Source Code Pro"/>
                <a:sym typeface="Source Code Pro"/>
              </a:defRPr>
            </a:lvl8pPr>
            <a:lvl9pPr lvl="8" algn="l">
              <a:spcBef>
                <a:spcPts val="0"/>
              </a:spcBef>
              <a:spcAft>
                <a:spcPts val="0"/>
              </a:spcAft>
              <a:buSzPts val="4700"/>
              <a:buFont typeface="Source Code Pro"/>
              <a:buNone/>
              <a:defRPr sz="4700">
                <a:latin typeface="Source Code Pro"/>
                <a:ea typeface="Source Code Pro"/>
                <a:cs typeface="Source Code Pro"/>
                <a:sym typeface="Source Code Pro"/>
              </a:defRPr>
            </a:lvl9pPr>
          </a:lstStyle>
          <a:p>
            <a:endParaRPr/>
          </a:p>
        </p:txBody>
      </p:sp>
      <p:sp>
        <p:nvSpPr>
          <p:cNvPr id="1541" name="Google Shape;1541;p2"/>
          <p:cNvSpPr txBox="1">
            <a:spLocks noGrp="1"/>
          </p:cNvSpPr>
          <p:nvPr>
            <p:ph type="subTitle" idx="1"/>
          </p:nvPr>
        </p:nvSpPr>
        <p:spPr>
          <a:xfrm>
            <a:off x="2085300" y="3181700"/>
            <a:ext cx="4985700" cy="438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850"/>
              <a:buNone/>
              <a:defRPr sz="1650"/>
            </a:lvl1pPr>
            <a:lvl2pPr lvl="1">
              <a:lnSpc>
                <a:spcPct val="100000"/>
              </a:lnSpc>
              <a:spcBef>
                <a:spcPts val="0"/>
              </a:spcBef>
              <a:spcAft>
                <a:spcPts val="0"/>
              </a:spcAft>
              <a:buSzPts val="1850"/>
              <a:buNone/>
              <a:defRPr sz="1850"/>
            </a:lvl2pPr>
            <a:lvl3pPr lvl="2">
              <a:lnSpc>
                <a:spcPct val="100000"/>
              </a:lnSpc>
              <a:spcBef>
                <a:spcPts val="0"/>
              </a:spcBef>
              <a:spcAft>
                <a:spcPts val="0"/>
              </a:spcAft>
              <a:buSzPts val="1850"/>
              <a:buNone/>
              <a:defRPr sz="1850"/>
            </a:lvl3pPr>
            <a:lvl4pPr lvl="3">
              <a:lnSpc>
                <a:spcPct val="100000"/>
              </a:lnSpc>
              <a:spcBef>
                <a:spcPts val="0"/>
              </a:spcBef>
              <a:spcAft>
                <a:spcPts val="0"/>
              </a:spcAft>
              <a:buSzPts val="1850"/>
              <a:buNone/>
              <a:defRPr sz="1850"/>
            </a:lvl4pPr>
            <a:lvl5pPr lvl="4">
              <a:lnSpc>
                <a:spcPct val="100000"/>
              </a:lnSpc>
              <a:spcBef>
                <a:spcPts val="0"/>
              </a:spcBef>
              <a:spcAft>
                <a:spcPts val="0"/>
              </a:spcAft>
              <a:buSzPts val="1850"/>
              <a:buNone/>
              <a:defRPr sz="1850"/>
            </a:lvl5pPr>
            <a:lvl6pPr lvl="5">
              <a:lnSpc>
                <a:spcPct val="100000"/>
              </a:lnSpc>
              <a:spcBef>
                <a:spcPts val="0"/>
              </a:spcBef>
              <a:spcAft>
                <a:spcPts val="0"/>
              </a:spcAft>
              <a:buSzPts val="1850"/>
              <a:buNone/>
              <a:defRPr sz="1850"/>
            </a:lvl6pPr>
            <a:lvl7pPr lvl="6">
              <a:lnSpc>
                <a:spcPct val="100000"/>
              </a:lnSpc>
              <a:spcBef>
                <a:spcPts val="0"/>
              </a:spcBef>
              <a:spcAft>
                <a:spcPts val="0"/>
              </a:spcAft>
              <a:buSzPts val="1850"/>
              <a:buNone/>
              <a:defRPr sz="1850"/>
            </a:lvl7pPr>
            <a:lvl8pPr lvl="7">
              <a:lnSpc>
                <a:spcPct val="100000"/>
              </a:lnSpc>
              <a:spcBef>
                <a:spcPts val="0"/>
              </a:spcBef>
              <a:spcAft>
                <a:spcPts val="0"/>
              </a:spcAft>
              <a:buSzPts val="1850"/>
              <a:buNone/>
              <a:defRPr sz="1850"/>
            </a:lvl8pPr>
            <a:lvl9pPr lvl="8">
              <a:lnSpc>
                <a:spcPct val="100000"/>
              </a:lnSpc>
              <a:spcBef>
                <a:spcPts val="0"/>
              </a:spcBef>
              <a:spcAft>
                <a:spcPts val="0"/>
              </a:spcAft>
              <a:buSzPts val="1850"/>
              <a:buNone/>
              <a:defRPr sz="1850"/>
            </a:lvl9pPr>
          </a:lstStyle>
          <a:p>
            <a:endParaRPr/>
          </a:p>
        </p:txBody>
      </p:sp>
      <p:grpSp>
        <p:nvGrpSpPr>
          <p:cNvPr id="1542" name="Google Shape;1542;p2"/>
          <p:cNvGrpSpPr/>
          <p:nvPr/>
        </p:nvGrpSpPr>
        <p:grpSpPr>
          <a:xfrm>
            <a:off x="-1951454" y="-527931"/>
            <a:ext cx="4840164" cy="1762096"/>
            <a:chOff x="-1951454" y="-527931"/>
            <a:chExt cx="4840164" cy="1762096"/>
          </a:xfrm>
        </p:grpSpPr>
        <p:sp>
          <p:nvSpPr>
            <p:cNvPr id="1543" name="Google Shape;1543;p2"/>
            <p:cNvSpPr/>
            <p:nvPr/>
          </p:nvSpPr>
          <p:spPr>
            <a:xfrm rot="10800000">
              <a:off x="-1196876" y="494662"/>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rot="10800000">
              <a:off x="-322568" y="-527931"/>
              <a:ext cx="3211278" cy="85626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rot="10800000">
              <a:off x="-1725147" y="-17818"/>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rot="10800000">
              <a:off x="-673502" y="474084"/>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rot="10800000">
              <a:off x="-1951454" y="886752"/>
              <a:ext cx="2197764" cy="347412"/>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rot="10800000">
              <a:off x="-755816" y="-523089"/>
              <a:ext cx="1552735" cy="883496"/>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rot="10800000">
              <a:off x="31446" y="-359727"/>
              <a:ext cx="824182" cy="42422"/>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rot="10800000">
              <a:off x="-330437" y="636290"/>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rot="10800000">
              <a:off x="-1196876" y="494662"/>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rot="10800000">
              <a:off x="-322568" y="-527931"/>
              <a:ext cx="3211278" cy="85626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rot="10800000">
              <a:off x="-1725147" y="-17818"/>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rot="10800000">
              <a:off x="-673502" y="474084"/>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rot="10800000">
              <a:off x="-1951454" y="886752"/>
              <a:ext cx="2197764" cy="347412"/>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rot="10800000">
              <a:off x="-755816" y="-523089"/>
              <a:ext cx="1552735" cy="883496"/>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rot="10800000">
              <a:off x="31446" y="-359727"/>
              <a:ext cx="824182" cy="42422"/>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rot="10800000">
              <a:off x="-330437" y="636290"/>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2"/>
          <p:cNvGrpSpPr/>
          <p:nvPr/>
        </p:nvGrpSpPr>
        <p:grpSpPr>
          <a:xfrm>
            <a:off x="4704142" y="4309022"/>
            <a:ext cx="4810263" cy="537379"/>
            <a:chOff x="2765878" y="4436723"/>
            <a:chExt cx="7690269" cy="1225772"/>
          </a:xfrm>
        </p:grpSpPr>
        <p:grpSp>
          <p:nvGrpSpPr>
            <p:cNvPr id="1560" name="Google Shape;1560;p2"/>
            <p:cNvGrpSpPr/>
            <p:nvPr/>
          </p:nvGrpSpPr>
          <p:grpSpPr>
            <a:xfrm flipH="1">
              <a:off x="2765878" y="4436723"/>
              <a:ext cx="7690269" cy="1225772"/>
              <a:chOff x="2763020" y="4436723"/>
              <a:chExt cx="7690269" cy="1225772"/>
            </a:xfrm>
          </p:grpSpPr>
          <p:sp>
            <p:nvSpPr>
              <p:cNvPr id="1561" name="Google Shape;1561;p2"/>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2"/>
            <p:cNvGrpSpPr/>
            <p:nvPr/>
          </p:nvGrpSpPr>
          <p:grpSpPr>
            <a:xfrm flipH="1">
              <a:off x="2765878" y="4436723"/>
              <a:ext cx="7690269" cy="1225772"/>
              <a:chOff x="2763020" y="4436723"/>
              <a:chExt cx="7690269" cy="1225772"/>
            </a:xfrm>
          </p:grpSpPr>
          <p:sp>
            <p:nvSpPr>
              <p:cNvPr id="1566" name="Google Shape;1566;p2"/>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0" name="Google Shape;1570;p2"/>
          <p:cNvGrpSpPr/>
          <p:nvPr/>
        </p:nvGrpSpPr>
        <p:grpSpPr>
          <a:xfrm>
            <a:off x="-969933" y="2588077"/>
            <a:ext cx="1914693" cy="3661095"/>
            <a:chOff x="-969933" y="2588077"/>
            <a:chExt cx="1914693" cy="3661095"/>
          </a:xfrm>
        </p:grpSpPr>
        <p:sp>
          <p:nvSpPr>
            <p:cNvPr id="1571" name="Google Shape;1571;p2"/>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2"/>
          <p:cNvGrpSpPr/>
          <p:nvPr/>
        </p:nvGrpSpPr>
        <p:grpSpPr>
          <a:xfrm rot="10800000" flipH="1">
            <a:off x="8192832" y="-67955"/>
            <a:ext cx="703597" cy="1215579"/>
            <a:chOff x="11712647" y="-2511258"/>
            <a:chExt cx="294602" cy="508994"/>
          </a:xfrm>
        </p:grpSpPr>
        <p:sp>
          <p:nvSpPr>
            <p:cNvPr id="1629" name="Google Shape;1629;p2"/>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56"/>
        <p:cNvGrpSpPr/>
        <p:nvPr/>
      </p:nvGrpSpPr>
      <p:grpSpPr>
        <a:xfrm>
          <a:off x="0" y="0"/>
          <a:ext cx="0" cy="0"/>
          <a:chOff x="0" y="0"/>
          <a:chExt cx="0" cy="0"/>
        </a:xfrm>
      </p:grpSpPr>
      <p:grpSp>
        <p:nvGrpSpPr>
          <p:cNvPr id="1657" name="Google Shape;1657;p3"/>
          <p:cNvGrpSpPr/>
          <p:nvPr/>
        </p:nvGrpSpPr>
        <p:grpSpPr>
          <a:xfrm>
            <a:off x="70735" y="70796"/>
            <a:ext cx="9002530" cy="5001909"/>
            <a:chOff x="70735" y="70796"/>
            <a:chExt cx="9002530" cy="5001909"/>
          </a:xfrm>
        </p:grpSpPr>
        <p:grpSp>
          <p:nvGrpSpPr>
            <p:cNvPr id="1658" name="Google Shape;1658;p3"/>
            <p:cNvGrpSpPr/>
            <p:nvPr/>
          </p:nvGrpSpPr>
          <p:grpSpPr>
            <a:xfrm>
              <a:off x="70735" y="70796"/>
              <a:ext cx="9002530" cy="22993"/>
              <a:chOff x="79447" y="96297"/>
              <a:chExt cx="9002530" cy="22993"/>
            </a:xfrm>
          </p:grpSpPr>
          <p:sp>
            <p:nvSpPr>
              <p:cNvPr id="1659" name="Google Shape;1659;p3"/>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 name="Google Shape;1709;p3"/>
            <p:cNvGrpSpPr/>
            <p:nvPr/>
          </p:nvGrpSpPr>
          <p:grpSpPr>
            <a:xfrm>
              <a:off x="70735" y="243203"/>
              <a:ext cx="9002530" cy="21952"/>
              <a:chOff x="79447" y="266897"/>
              <a:chExt cx="9002530" cy="21952"/>
            </a:xfrm>
          </p:grpSpPr>
          <p:sp>
            <p:nvSpPr>
              <p:cNvPr id="1710" name="Google Shape;1710;p3"/>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 name="Google Shape;1760;p3"/>
            <p:cNvGrpSpPr/>
            <p:nvPr/>
          </p:nvGrpSpPr>
          <p:grpSpPr>
            <a:xfrm>
              <a:off x="70735" y="414570"/>
              <a:ext cx="9002530" cy="21952"/>
              <a:chOff x="79447" y="437592"/>
              <a:chExt cx="9002530" cy="21952"/>
            </a:xfrm>
          </p:grpSpPr>
          <p:sp>
            <p:nvSpPr>
              <p:cNvPr id="1761" name="Google Shape;1761;p3"/>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 name="Google Shape;1811;p3"/>
            <p:cNvGrpSpPr/>
            <p:nvPr/>
          </p:nvGrpSpPr>
          <p:grpSpPr>
            <a:xfrm>
              <a:off x="70735" y="585937"/>
              <a:ext cx="9002530" cy="22993"/>
              <a:chOff x="79447" y="607151"/>
              <a:chExt cx="9002530" cy="22993"/>
            </a:xfrm>
          </p:grpSpPr>
          <p:sp>
            <p:nvSpPr>
              <p:cNvPr id="1812" name="Google Shape;1812;p3"/>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 name="Google Shape;1862;p3"/>
            <p:cNvGrpSpPr/>
            <p:nvPr/>
          </p:nvGrpSpPr>
          <p:grpSpPr>
            <a:xfrm>
              <a:off x="70735" y="758345"/>
              <a:ext cx="9002530" cy="21952"/>
              <a:chOff x="79447" y="777845"/>
              <a:chExt cx="9002530" cy="21952"/>
            </a:xfrm>
          </p:grpSpPr>
          <p:sp>
            <p:nvSpPr>
              <p:cNvPr id="1863" name="Google Shape;1863;p3"/>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3"/>
            <p:cNvGrpSpPr/>
            <p:nvPr/>
          </p:nvGrpSpPr>
          <p:grpSpPr>
            <a:xfrm>
              <a:off x="70735" y="929712"/>
              <a:ext cx="9002530" cy="21952"/>
              <a:chOff x="79447" y="948445"/>
              <a:chExt cx="9002530" cy="21952"/>
            </a:xfrm>
          </p:grpSpPr>
          <p:sp>
            <p:nvSpPr>
              <p:cNvPr id="1914" name="Google Shape;1914;p3"/>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3"/>
            <p:cNvGrpSpPr/>
            <p:nvPr/>
          </p:nvGrpSpPr>
          <p:grpSpPr>
            <a:xfrm>
              <a:off x="70735" y="1101079"/>
              <a:ext cx="9002530" cy="22993"/>
              <a:chOff x="79447" y="1118099"/>
              <a:chExt cx="9002530" cy="22993"/>
            </a:xfrm>
          </p:grpSpPr>
          <p:sp>
            <p:nvSpPr>
              <p:cNvPr id="1965" name="Google Shape;1965;p3"/>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 name="Google Shape;2015;p3"/>
            <p:cNvGrpSpPr/>
            <p:nvPr/>
          </p:nvGrpSpPr>
          <p:grpSpPr>
            <a:xfrm>
              <a:off x="70735" y="1273487"/>
              <a:ext cx="9002530" cy="21952"/>
              <a:chOff x="79447" y="1287658"/>
              <a:chExt cx="9002530" cy="21952"/>
            </a:xfrm>
          </p:grpSpPr>
          <p:sp>
            <p:nvSpPr>
              <p:cNvPr id="2016" name="Google Shape;2016;p3"/>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 name="Google Shape;2066;p3"/>
            <p:cNvGrpSpPr/>
            <p:nvPr/>
          </p:nvGrpSpPr>
          <p:grpSpPr>
            <a:xfrm>
              <a:off x="70735" y="1444854"/>
              <a:ext cx="9002530" cy="21952"/>
              <a:chOff x="79447" y="1458352"/>
              <a:chExt cx="9002530" cy="21952"/>
            </a:xfrm>
          </p:grpSpPr>
          <p:sp>
            <p:nvSpPr>
              <p:cNvPr id="2067" name="Google Shape;2067;p3"/>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3"/>
            <p:cNvGrpSpPr/>
            <p:nvPr/>
          </p:nvGrpSpPr>
          <p:grpSpPr>
            <a:xfrm>
              <a:off x="70735" y="1616221"/>
              <a:ext cx="9002530" cy="22993"/>
              <a:chOff x="79447" y="1627911"/>
              <a:chExt cx="9002530" cy="22993"/>
            </a:xfrm>
          </p:grpSpPr>
          <p:sp>
            <p:nvSpPr>
              <p:cNvPr id="2118" name="Google Shape;2118;p3"/>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8" name="Google Shape;2168;p3"/>
            <p:cNvGrpSpPr/>
            <p:nvPr/>
          </p:nvGrpSpPr>
          <p:grpSpPr>
            <a:xfrm>
              <a:off x="70735" y="1788629"/>
              <a:ext cx="9002530" cy="21952"/>
              <a:chOff x="79447" y="1798606"/>
              <a:chExt cx="9002530" cy="21952"/>
            </a:xfrm>
          </p:grpSpPr>
          <p:sp>
            <p:nvSpPr>
              <p:cNvPr id="2169" name="Google Shape;2169;p3"/>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3"/>
            <p:cNvGrpSpPr/>
            <p:nvPr/>
          </p:nvGrpSpPr>
          <p:grpSpPr>
            <a:xfrm>
              <a:off x="70735" y="1959996"/>
              <a:ext cx="9002530" cy="21952"/>
              <a:chOff x="79447" y="1969206"/>
              <a:chExt cx="9002530" cy="21952"/>
            </a:xfrm>
          </p:grpSpPr>
          <p:sp>
            <p:nvSpPr>
              <p:cNvPr id="2220" name="Google Shape;2220;p3"/>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 name="Google Shape;2270;p3"/>
            <p:cNvGrpSpPr/>
            <p:nvPr/>
          </p:nvGrpSpPr>
          <p:grpSpPr>
            <a:xfrm>
              <a:off x="70735" y="2131363"/>
              <a:ext cx="9002530" cy="22993"/>
              <a:chOff x="79447" y="2138859"/>
              <a:chExt cx="9002530" cy="22993"/>
            </a:xfrm>
          </p:grpSpPr>
          <p:sp>
            <p:nvSpPr>
              <p:cNvPr id="2271" name="Google Shape;2271;p3"/>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3"/>
            <p:cNvGrpSpPr/>
            <p:nvPr/>
          </p:nvGrpSpPr>
          <p:grpSpPr>
            <a:xfrm>
              <a:off x="70735" y="2303771"/>
              <a:ext cx="9002530" cy="21952"/>
              <a:chOff x="79447" y="2309459"/>
              <a:chExt cx="9002530" cy="21952"/>
            </a:xfrm>
          </p:grpSpPr>
          <p:sp>
            <p:nvSpPr>
              <p:cNvPr id="2322" name="Google Shape;2322;p3"/>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 name="Google Shape;2372;p3"/>
            <p:cNvGrpSpPr/>
            <p:nvPr/>
          </p:nvGrpSpPr>
          <p:grpSpPr>
            <a:xfrm>
              <a:off x="70735" y="2475138"/>
              <a:ext cx="9002530" cy="21952"/>
              <a:chOff x="79447" y="2480154"/>
              <a:chExt cx="9002530" cy="21952"/>
            </a:xfrm>
          </p:grpSpPr>
          <p:sp>
            <p:nvSpPr>
              <p:cNvPr id="2373" name="Google Shape;2373;p3"/>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3"/>
            <p:cNvGrpSpPr/>
            <p:nvPr/>
          </p:nvGrpSpPr>
          <p:grpSpPr>
            <a:xfrm>
              <a:off x="70735" y="2646505"/>
              <a:ext cx="9002530" cy="21952"/>
              <a:chOff x="79447" y="2650753"/>
              <a:chExt cx="9002530" cy="21952"/>
            </a:xfrm>
          </p:grpSpPr>
          <p:sp>
            <p:nvSpPr>
              <p:cNvPr id="2424" name="Google Shape;2424;p3"/>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 name="Google Shape;2474;p3"/>
            <p:cNvGrpSpPr/>
            <p:nvPr/>
          </p:nvGrpSpPr>
          <p:grpSpPr>
            <a:xfrm>
              <a:off x="70735" y="2817872"/>
              <a:ext cx="9002530" cy="21952"/>
              <a:chOff x="79447" y="2821448"/>
              <a:chExt cx="9002530" cy="21952"/>
            </a:xfrm>
          </p:grpSpPr>
          <p:sp>
            <p:nvSpPr>
              <p:cNvPr id="2475" name="Google Shape;2475;p3"/>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5" name="Google Shape;2525;p3"/>
            <p:cNvGrpSpPr/>
            <p:nvPr/>
          </p:nvGrpSpPr>
          <p:grpSpPr>
            <a:xfrm>
              <a:off x="70735" y="2989239"/>
              <a:ext cx="9002530" cy="22898"/>
              <a:chOff x="79447" y="2991102"/>
              <a:chExt cx="9002530" cy="22898"/>
            </a:xfrm>
          </p:grpSpPr>
          <p:sp>
            <p:nvSpPr>
              <p:cNvPr id="2526" name="Google Shape;2526;p3"/>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3"/>
            <p:cNvGrpSpPr/>
            <p:nvPr/>
          </p:nvGrpSpPr>
          <p:grpSpPr>
            <a:xfrm>
              <a:off x="70735" y="3161552"/>
              <a:ext cx="9002530" cy="21952"/>
              <a:chOff x="79447" y="3161701"/>
              <a:chExt cx="9002530" cy="21952"/>
            </a:xfrm>
          </p:grpSpPr>
          <p:sp>
            <p:nvSpPr>
              <p:cNvPr id="2577" name="Google Shape;2577;p3"/>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 name="Google Shape;2627;p3"/>
            <p:cNvGrpSpPr/>
            <p:nvPr/>
          </p:nvGrpSpPr>
          <p:grpSpPr>
            <a:xfrm>
              <a:off x="70735" y="3332919"/>
              <a:ext cx="9002530" cy="21952"/>
              <a:chOff x="79447" y="3332396"/>
              <a:chExt cx="9002530" cy="21952"/>
            </a:xfrm>
          </p:grpSpPr>
          <p:sp>
            <p:nvSpPr>
              <p:cNvPr id="2628" name="Google Shape;2628;p3"/>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 name="Google Shape;2678;p3"/>
            <p:cNvGrpSpPr/>
            <p:nvPr/>
          </p:nvGrpSpPr>
          <p:grpSpPr>
            <a:xfrm>
              <a:off x="70735" y="3504286"/>
              <a:ext cx="9002530" cy="22993"/>
              <a:chOff x="79447" y="3501955"/>
              <a:chExt cx="9002530" cy="22993"/>
            </a:xfrm>
          </p:grpSpPr>
          <p:sp>
            <p:nvSpPr>
              <p:cNvPr id="2679" name="Google Shape;2679;p3"/>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 name="Google Shape;2729;p3"/>
            <p:cNvGrpSpPr/>
            <p:nvPr/>
          </p:nvGrpSpPr>
          <p:grpSpPr>
            <a:xfrm>
              <a:off x="70735" y="3676694"/>
              <a:ext cx="9002530" cy="21952"/>
              <a:chOff x="79447" y="3672649"/>
              <a:chExt cx="9002530" cy="21952"/>
            </a:xfrm>
          </p:grpSpPr>
          <p:sp>
            <p:nvSpPr>
              <p:cNvPr id="2730" name="Google Shape;2730;p3"/>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0" name="Google Shape;2780;p3"/>
            <p:cNvGrpSpPr/>
            <p:nvPr/>
          </p:nvGrpSpPr>
          <p:grpSpPr>
            <a:xfrm>
              <a:off x="70735" y="3848061"/>
              <a:ext cx="9002530" cy="21952"/>
              <a:chOff x="79447" y="3843249"/>
              <a:chExt cx="9002530" cy="21952"/>
            </a:xfrm>
          </p:grpSpPr>
          <p:sp>
            <p:nvSpPr>
              <p:cNvPr id="2781" name="Google Shape;2781;p3"/>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 name="Google Shape;2831;p3"/>
            <p:cNvGrpSpPr/>
            <p:nvPr/>
          </p:nvGrpSpPr>
          <p:grpSpPr>
            <a:xfrm>
              <a:off x="70735" y="4019428"/>
              <a:ext cx="9002530" cy="22993"/>
              <a:chOff x="79447" y="4012903"/>
              <a:chExt cx="9002530" cy="22993"/>
            </a:xfrm>
          </p:grpSpPr>
          <p:sp>
            <p:nvSpPr>
              <p:cNvPr id="2832" name="Google Shape;2832;p3"/>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2" name="Google Shape;2882;p3"/>
            <p:cNvGrpSpPr/>
            <p:nvPr/>
          </p:nvGrpSpPr>
          <p:grpSpPr>
            <a:xfrm>
              <a:off x="70735" y="4191836"/>
              <a:ext cx="9002530" cy="21952"/>
              <a:chOff x="79447" y="4182462"/>
              <a:chExt cx="9002530" cy="21952"/>
            </a:xfrm>
          </p:grpSpPr>
          <p:sp>
            <p:nvSpPr>
              <p:cNvPr id="2883" name="Google Shape;2883;p3"/>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3" name="Google Shape;2933;p3"/>
            <p:cNvGrpSpPr/>
            <p:nvPr/>
          </p:nvGrpSpPr>
          <p:grpSpPr>
            <a:xfrm>
              <a:off x="70735" y="4363203"/>
              <a:ext cx="9002530" cy="21952"/>
              <a:chOff x="79447" y="4353157"/>
              <a:chExt cx="9002530" cy="21952"/>
            </a:xfrm>
          </p:grpSpPr>
          <p:sp>
            <p:nvSpPr>
              <p:cNvPr id="2934" name="Google Shape;2934;p3"/>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4" name="Google Shape;2984;p3"/>
            <p:cNvGrpSpPr/>
            <p:nvPr/>
          </p:nvGrpSpPr>
          <p:grpSpPr>
            <a:xfrm>
              <a:off x="70735" y="4534570"/>
              <a:ext cx="9002530" cy="22993"/>
              <a:chOff x="79447" y="4522716"/>
              <a:chExt cx="9002530" cy="22993"/>
            </a:xfrm>
          </p:grpSpPr>
          <p:sp>
            <p:nvSpPr>
              <p:cNvPr id="2985" name="Google Shape;2985;p3"/>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5" name="Google Shape;3035;p3"/>
            <p:cNvGrpSpPr/>
            <p:nvPr/>
          </p:nvGrpSpPr>
          <p:grpSpPr>
            <a:xfrm>
              <a:off x="70735" y="4706978"/>
              <a:ext cx="9002530" cy="21952"/>
              <a:chOff x="79447" y="4693410"/>
              <a:chExt cx="9002530" cy="21952"/>
            </a:xfrm>
          </p:grpSpPr>
          <p:sp>
            <p:nvSpPr>
              <p:cNvPr id="3036" name="Google Shape;3036;p3"/>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3"/>
            <p:cNvGrpSpPr/>
            <p:nvPr/>
          </p:nvGrpSpPr>
          <p:grpSpPr>
            <a:xfrm>
              <a:off x="70735" y="4878345"/>
              <a:ext cx="9002530" cy="21952"/>
              <a:chOff x="79447" y="4864010"/>
              <a:chExt cx="9002530" cy="21952"/>
            </a:xfrm>
          </p:grpSpPr>
          <p:sp>
            <p:nvSpPr>
              <p:cNvPr id="3087" name="Google Shape;3087;p3"/>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7" name="Google Shape;3137;p3"/>
            <p:cNvGrpSpPr/>
            <p:nvPr/>
          </p:nvGrpSpPr>
          <p:grpSpPr>
            <a:xfrm>
              <a:off x="70735" y="5049712"/>
              <a:ext cx="9002530" cy="22993"/>
              <a:chOff x="79447" y="5033664"/>
              <a:chExt cx="9002530" cy="22993"/>
            </a:xfrm>
          </p:grpSpPr>
          <p:sp>
            <p:nvSpPr>
              <p:cNvPr id="3138" name="Google Shape;3138;p3"/>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88" name="Google Shape;3188;p3"/>
          <p:cNvSpPr txBox="1">
            <a:spLocks noGrp="1"/>
          </p:cNvSpPr>
          <p:nvPr>
            <p:ph type="title"/>
          </p:nvPr>
        </p:nvSpPr>
        <p:spPr>
          <a:xfrm>
            <a:off x="2058600" y="2339525"/>
            <a:ext cx="5026800" cy="832800"/>
          </a:xfrm>
          <a:prstGeom prst="rect">
            <a:avLst/>
          </a:prstGeom>
        </p:spPr>
        <p:txBody>
          <a:bodyPr spcFirstLastPara="1" wrap="square" lIns="91425" tIns="91425" rIns="91425" bIns="91425" anchor="t" anchorCtr="0">
            <a:noAutofit/>
          </a:bodyPr>
          <a:lstStyle>
            <a:lvl1pPr lvl="0">
              <a:lnSpc>
                <a:spcPct val="90000"/>
              </a:lnSpc>
              <a:spcBef>
                <a:spcPts val="0"/>
              </a:spcBef>
              <a:spcAft>
                <a:spcPts val="0"/>
              </a:spcAft>
              <a:buSzPts val="4500"/>
              <a:buNone/>
              <a:defRPr sz="4700"/>
            </a:lvl1pPr>
            <a:lvl2pPr lvl="1" algn="r">
              <a:spcBef>
                <a:spcPts val="0"/>
              </a:spcBef>
              <a:spcAft>
                <a:spcPts val="0"/>
              </a:spcAft>
              <a:buSzPts val="4500"/>
              <a:buNone/>
              <a:defRPr sz="4500"/>
            </a:lvl2pPr>
            <a:lvl3pPr lvl="2" algn="r">
              <a:spcBef>
                <a:spcPts val="0"/>
              </a:spcBef>
              <a:spcAft>
                <a:spcPts val="0"/>
              </a:spcAft>
              <a:buSzPts val="4500"/>
              <a:buNone/>
              <a:defRPr sz="4500"/>
            </a:lvl3pPr>
            <a:lvl4pPr lvl="3" algn="r">
              <a:spcBef>
                <a:spcPts val="0"/>
              </a:spcBef>
              <a:spcAft>
                <a:spcPts val="0"/>
              </a:spcAft>
              <a:buSzPts val="4500"/>
              <a:buNone/>
              <a:defRPr sz="4500"/>
            </a:lvl4pPr>
            <a:lvl5pPr lvl="4" algn="r">
              <a:spcBef>
                <a:spcPts val="0"/>
              </a:spcBef>
              <a:spcAft>
                <a:spcPts val="0"/>
              </a:spcAft>
              <a:buSzPts val="4500"/>
              <a:buNone/>
              <a:defRPr sz="4500"/>
            </a:lvl5pPr>
            <a:lvl6pPr lvl="5" algn="r">
              <a:spcBef>
                <a:spcPts val="0"/>
              </a:spcBef>
              <a:spcAft>
                <a:spcPts val="0"/>
              </a:spcAft>
              <a:buSzPts val="4500"/>
              <a:buNone/>
              <a:defRPr sz="4500"/>
            </a:lvl6pPr>
            <a:lvl7pPr lvl="6" algn="r">
              <a:spcBef>
                <a:spcPts val="0"/>
              </a:spcBef>
              <a:spcAft>
                <a:spcPts val="0"/>
              </a:spcAft>
              <a:buSzPts val="4500"/>
              <a:buNone/>
              <a:defRPr sz="4500"/>
            </a:lvl7pPr>
            <a:lvl8pPr lvl="7" algn="r">
              <a:spcBef>
                <a:spcPts val="0"/>
              </a:spcBef>
              <a:spcAft>
                <a:spcPts val="0"/>
              </a:spcAft>
              <a:buSzPts val="4500"/>
              <a:buNone/>
              <a:defRPr sz="4500"/>
            </a:lvl8pPr>
            <a:lvl9pPr lvl="8" algn="r">
              <a:spcBef>
                <a:spcPts val="0"/>
              </a:spcBef>
              <a:spcAft>
                <a:spcPts val="0"/>
              </a:spcAft>
              <a:buSzPts val="4500"/>
              <a:buNone/>
              <a:defRPr sz="4500"/>
            </a:lvl9pPr>
          </a:lstStyle>
          <a:p>
            <a:endParaRPr/>
          </a:p>
        </p:txBody>
      </p:sp>
      <p:sp>
        <p:nvSpPr>
          <p:cNvPr id="3189" name="Google Shape;3189;p3"/>
          <p:cNvSpPr txBox="1">
            <a:spLocks noGrp="1"/>
          </p:cNvSpPr>
          <p:nvPr>
            <p:ph type="title" idx="2" hasCustomPrompt="1"/>
          </p:nvPr>
        </p:nvSpPr>
        <p:spPr>
          <a:xfrm>
            <a:off x="4056000" y="1254750"/>
            <a:ext cx="1032000" cy="5529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5300"/>
              <a:buNone/>
              <a:defRPr sz="5000"/>
            </a:lvl1pPr>
            <a:lvl2pPr lvl="1" algn="ctr" rtl="0">
              <a:spcBef>
                <a:spcPts val="0"/>
              </a:spcBef>
              <a:spcAft>
                <a:spcPts val="0"/>
              </a:spcAft>
              <a:buSzPts val="5300"/>
              <a:buNone/>
              <a:defRPr sz="5300"/>
            </a:lvl2pPr>
            <a:lvl3pPr lvl="2" algn="ctr" rtl="0">
              <a:spcBef>
                <a:spcPts val="0"/>
              </a:spcBef>
              <a:spcAft>
                <a:spcPts val="0"/>
              </a:spcAft>
              <a:buSzPts val="5300"/>
              <a:buNone/>
              <a:defRPr sz="5300"/>
            </a:lvl3pPr>
            <a:lvl4pPr lvl="3" algn="ctr" rtl="0">
              <a:spcBef>
                <a:spcPts val="0"/>
              </a:spcBef>
              <a:spcAft>
                <a:spcPts val="0"/>
              </a:spcAft>
              <a:buSzPts val="5300"/>
              <a:buNone/>
              <a:defRPr sz="5300"/>
            </a:lvl4pPr>
            <a:lvl5pPr lvl="4" algn="ctr" rtl="0">
              <a:spcBef>
                <a:spcPts val="0"/>
              </a:spcBef>
              <a:spcAft>
                <a:spcPts val="0"/>
              </a:spcAft>
              <a:buSzPts val="5300"/>
              <a:buNone/>
              <a:defRPr sz="5300"/>
            </a:lvl5pPr>
            <a:lvl6pPr lvl="5" algn="ctr" rtl="0">
              <a:spcBef>
                <a:spcPts val="0"/>
              </a:spcBef>
              <a:spcAft>
                <a:spcPts val="0"/>
              </a:spcAft>
              <a:buSzPts val="5300"/>
              <a:buNone/>
              <a:defRPr sz="5300"/>
            </a:lvl6pPr>
            <a:lvl7pPr lvl="6" algn="ctr" rtl="0">
              <a:spcBef>
                <a:spcPts val="0"/>
              </a:spcBef>
              <a:spcAft>
                <a:spcPts val="0"/>
              </a:spcAft>
              <a:buSzPts val="5300"/>
              <a:buNone/>
              <a:defRPr sz="5300"/>
            </a:lvl7pPr>
            <a:lvl8pPr lvl="7" algn="ctr" rtl="0">
              <a:spcBef>
                <a:spcPts val="0"/>
              </a:spcBef>
              <a:spcAft>
                <a:spcPts val="0"/>
              </a:spcAft>
              <a:buSzPts val="5300"/>
              <a:buNone/>
              <a:defRPr sz="5300"/>
            </a:lvl8pPr>
            <a:lvl9pPr lvl="8" algn="ctr" rtl="0">
              <a:spcBef>
                <a:spcPts val="0"/>
              </a:spcBef>
              <a:spcAft>
                <a:spcPts val="0"/>
              </a:spcAft>
              <a:buSzPts val="5300"/>
              <a:buNone/>
              <a:defRPr sz="5300"/>
            </a:lvl9pPr>
          </a:lstStyle>
          <a:p>
            <a:r>
              <a:t>xx%</a:t>
            </a:r>
          </a:p>
        </p:txBody>
      </p:sp>
      <p:sp>
        <p:nvSpPr>
          <p:cNvPr id="3190" name="Google Shape;3190;p3"/>
          <p:cNvSpPr txBox="1">
            <a:spLocks noGrp="1"/>
          </p:cNvSpPr>
          <p:nvPr>
            <p:ph type="subTitle" idx="1"/>
          </p:nvPr>
        </p:nvSpPr>
        <p:spPr>
          <a:xfrm>
            <a:off x="3213750" y="3636600"/>
            <a:ext cx="2716500" cy="69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50"/>
              <a:buNone/>
              <a:defRPr sz="1650"/>
            </a:lvl1pPr>
            <a:lvl2pPr lvl="1" algn="r" rtl="0">
              <a:lnSpc>
                <a:spcPct val="100000"/>
              </a:lnSpc>
              <a:spcBef>
                <a:spcPts val="0"/>
              </a:spcBef>
              <a:spcAft>
                <a:spcPts val="0"/>
              </a:spcAft>
              <a:buSzPts val="1850"/>
              <a:buNone/>
              <a:defRPr sz="1850"/>
            </a:lvl2pPr>
            <a:lvl3pPr lvl="2" algn="r" rtl="0">
              <a:lnSpc>
                <a:spcPct val="100000"/>
              </a:lnSpc>
              <a:spcBef>
                <a:spcPts val="0"/>
              </a:spcBef>
              <a:spcAft>
                <a:spcPts val="0"/>
              </a:spcAft>
              <a:buSzPts val="1850"/>
              <a:buNone/>
              <a:defRPr sz="1850"/>
            </a:lvl3pPr>
            <a:lvl4pPr lvl="3" algn="r" rtl="0">
              <a:lnSpc>
                <a:spcPct val="100000"/>
              </a:lnSpc>
              <a:spcBef>
                <a:spcPts val="0"/>
              </a:spcBef>
              <a:spcAft>
                <a:spcPts val="0"/>
              </a:spcAft>
              <a:buSzPts val="1850"/>
              <a:buNone/>
              <a:defRPr sz="1850"/>
            </a:lvl4pPr>
            <a:lvl5pPr lvl="4" algn="r" rtl="0">
              <a:lnSpc>
                <a:spcPct val="100000"/>
              </a:lnSpc>
              <a:spcBef>
                <a:spcPts val="0"/>
              </a:spcBef>
              <a:spcAft>
                <a:spcPts val="0"/>
              </a:spcAft>
              <a:buSzPts val="1850"/>
              <a:buNone/>
              <a:defRPr sz="1850"/>
            </a:lvl5pPr>
            <a:lvl6pPr lvl="5" algn="r" rtl="0">
              <a:lnSpc>
                <a:spcPct val="100000"/>
              </a:lnSpc>
              <a:spcBef>
                <a:spcPts val="0"/>
              </a:spcBef>
              <a:spcAft>
                <a:spcPts val="0"/>
              </a:spcAft>
              <a:buSzPts val="1850"/>
              <a:buNone/>
              <a:defRPr sz="1850"/>
            </a:lvl6pPr>
            <a:lvl7pPr lvl="6" algn="r" rtl="0">
              <a:lnSpc>
                <a:spcPct val="100000"/>
              </a:lnSpc>
              <a:spcBef>
                <a:spcPts val="0"/>
              </a:spcBef>
              <a:spcAft>
                <a:spcPts val="0"/>
              </a:spcAft>
              <a:buSzPts val="1850"/>
              <a:buNone/>
              <a:defRPr sz="1850"/>
            </a:lvl7pPr>
            <a:lvl8pPr lvl="7" algn="r" rtl="0">
              <a:lnSpc>
                <a:spcPct val="100000"/>
              </a:lnSpc>
              <a:spcBef>
                <a:spcPts val="0"/>
              </a:spcBef>
              <a:spcAft>
                <a:spcPts val="0"/>
              </a:spcAft>
              <a:buSzPts val="1850"/>
              <a:buNone/>
              <a:defRPr sz="1850"/>
            </a:lvl8pPr>
            <a:lvl9pPr lvl="8" algn="r" rtl="0">
              <a:lnSpc>
                <a:spcPct val="100000"/>
              </a:lnSpc>
              <a:spcBef>
                <a:spcPts val="0"/>
              </a:spcBef>
              <a:spcAft>
                <a:spcPts val="0"/>
              </a:spcAft>
              <a:buSzPts val="1850"/>
              <a:buNone/>
              <a:defRPr sz="1850"/>
            </a:lvl9pPr>
          </a:lstStyle>
          <a:p>
            <a:endParaRPr/>
          </a:p>
        </p:txBody>
      </p:sp>
      <p:grpSp>
        <p:nvGrpSpPr>
          <p:cNvPr id="3191" name="Google Shape;3191;p3"/>
          <p:cNvGrpSpPr/>
          <p:nvPr/>
        </p:nvGrpSpPr>
        <p:grpSpPr>
          <a:xfrm rot="5400000">
            <a:off x="6472002" y="-133798"/>
            <a:ext cx="4449590" cy="497051"/>
            <a:chOff x="2765878" y="4436723"/>
            <a:chExt cx="7690269" cy="1225772"/>
          </a:xfrm>
        </p:grpSpPr>
        <p:grpSp>
          <p:nvGrpSpPr>
            <p:cNvPr id="3192" name="Google Shape;3192;p3"/>
            <p:cNvGrpSpPr/>
            <p:nvPr/>
          </p:nvGrpSpPr>
          <p:grpSpPr>
            <a:xfrm flipH="1">
              <a:off x="2765878" y="4436723"/>
              <a:ext cx="7690269" cy="1225772"/>
              <a:chOff x="2763020" y="4436723"/>
              <a:chExt cx="7690269" cy="1225772"/>
            </a:xfrm>
          </p:grpSpPr>
          <p:sp>
            <p:nvSpPr>
              <p:cNvPr id="3193" name="Google Shape;3193;p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7" name="Google Shape;3197;p3"/>
            <p:cNvGrpSpPr/>
            <p:nvPr/>
          </p:nvGrpSpPr>
          <p:grpSpPr>
            <a:xfrm flipH="1">
              <a:off x="2765878" y="4436723"/>
              <a:ext cx="7690269" cy="1225772"/>
              <a:chOff x="2763020" y="4436723"/>
              <a:chExt cx="7690269" cy="1225772"/>
            </a:xfrm>
          </p:grpSpPr>
          <p:sp>
            <p:nvSpPr>
              <p:cNvPr id="3198" name="Google Shape;3198;p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301"/>
        <p:cNvGrpSpPr/>
        <p:nvPr/>
      </p:nvGrpSpPr>
      <p:grpSpPr>
        <a:xfrm>
          <a:off x="0" y="0"/>
          <a:ext cx="0" cy="0"/>
          <a:chOff x="0" y="0"/>
          <a:chExt cx="0" cy="0"/>
        </a:xfrm>
      </p:grpSpPr>
      <p:grpSp>
        <p:nvGrpSpPr>
          <p:cNvPr id="6302" name="Google Shape;6302;p6"/>
          <p:cNvGrpSpPr/>
          <p:nvPr/>
        </p:nvGrpSpPr>
        <p:grpSpPr>
          <a:xfrm>
            <a:off x="70735" y="70796"/>
            <a:ext cx="9002530" cy="5001909"/>
            <a:chOff x="70735" y="70796"/>
            <a:chExt cx="9002530" cy="5001909"/>
          </a:xfrm>
        </p:grpSpPr>
        <p:grpSp>
          <p:nvGrpSpPr>
            <p:cNvPr id="6303" name="Google Shape;6303;p6"/>
            <p:cNvGrpSpPr/>
            <p:nvPr/>
          </p:nvGrpSpPr>
          <p:grpSpPr>
            <a:xfrm>
              <a:off x="70735" y="70796"/>
              <a:ext cx="9002530" cy="22993"/>
              <a:chOff x="79447" y="96297"/>
              <a:chExt cx="9002530" cy="22993"/>
            </a:xfrm>
          </p:grpSpPr>
          <p:sp>
            <p:nvSpPr>
              <p:cNvPr id="6304" name="Google Shape;6304;p6"/>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6"/>
            <p:cNvGrpSpPr/>
            <p:nvPr/>
          </p:nvGrpSpPr>
          <p:grpSpPr>
            <a:xfrm>
              <a:off x="70735" y="243203"/>
              <a:ext cx="9002530" cy="21952"/>
              <a:chOff x="79447" y="266897"/>
              <a:chExt cx="9002530" cy="21952"/>
            </a:xfrm>
          </p:grpSpPr>
          <p:sp>
            <p:nvSpPr>
              <p:cNvPr id="6355" name="Google Shape;6355;p6"/>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6"/>
            <p:cNvGrpSpPr/>
            <p:nvPr/>
          </p:nvGrpSpPr>
          <p:grpSpPr>
            <a:xfrm>
              <a:off x="70735" y="414570"/>
              <a:ext cx="9002530" cy="21952"/>
              <a:chOff x="79447" y="437592"/>
              <a:chExt cx="9002530" cy="21952"/>
            </a:xfrm>
          </p:grpSpPr>
          <p:sp>
            <p:nvSpPr>
              <p:cNvPr id="6406" name="Google Shape;6406;p6"/>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6"/>
            <p:cNvGrpSpPr/>
            <p:nvPr/>
          </p:nvGrpSpPr>
          <p:grpSpPr>
            <a:xfrm>
              <a:off x="70735" y="585937"/>
              <a:ext cx="9002530" cy="22993"/>
              <a:chOff x="79447" y="607151"/>
              <a:chExt cx="9002530" cy="22993"/>
            </a:xfrm>
          </p:grpSpPr>
          <p:sp>
            <p:nvSpPr>
              <p:cNvPr id="6457" name="Google Shape;6457;p6"/>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7" name="Google Shape;6507;p6"/>
            <p:cNvGrpSpPr/>
            <p:nvPr/>
          </p:nvGrpSpPr>
          <p:grpSpPr>
            <a:xfrm>
              <a:off x="70735" y="758345"/>
              <a:ext cx="9002530" cy="21952"/>
              <a:chOff x="79447" y="777845"/>
              <a:chExt cx="9002530" cy="21952"/>
            </a:xfrm>
          </p:grpSpPr>
          <p:sp>
            <p:nvSpPr>
              <p:cNvPr id="6508" name="Google Shape;6508;p6"/>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6"/>
            <p:cNvGrpSpPr/>
            <p:nvPr/>
          </p:nvGrpSpPr>
          <p:grpSpPr>
            <a:xfrm>
              <a:off x="70735" y="929712"/>
              <a:ext cx="9002530" cy="21952"/>
              <a:chOff x="79447" y="948445"/>
              <a:chExt cx="9002530" cy="21952"/>
            </a:xfrm>
          </p:grpSpPr>
          <p:sp>
            <p:nvSpPr>
              <p:cNvPr id="6559" name="Google Shape;6559;p6"/>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9" name="Google Shape;6609;p6"/>
            <p:cNvGrpSpPr/>
            <p:nvPr/>
          </p:nvGrpSpPr>
          <p:grpSpPr>
            <a:xfrm>
              <a:off x="70735" y="1101079"/>
              <a:ext cx="9002530" cy="22993"/>
              <a:chOff x="79447" y="1118099"/>
              <a:chExt cx="9002530" cy="22993"/>
            </a:xfrm>
          </p:grpSpPr>
          <p:sp>
            <p:nvSpPr>
              <p:cNvPr id="6610" name="Google Shape;6610;p6"/>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0" name="Google Shape;6660;p6"/>
            <p:cNvGrpSpPr/>
            <p:nvPr/>
          </p:nvGrpSpPr>
          <p:grpSpPr>
            <a:xfrm>
              <a:off x="70735" y="1273487"/>
              <a:ext cx="9002530" cy="21952"/>
              <a:chOff x="79447" y="1287658"/>
              <a:chExt cx="9002530" cy="21952"/>
            </a:xfrm>
          </p:grpSpPr>
          <p:sp>
            <p:nvSpPr>
              <p:cNvPr id="6661" name="Google Shape;6661;p6"/>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6"/>
            <p:cNvGrpSpPr/>
            <p:nvPr/>
          </p:nvGrpSpPr>
          <p:grpSpPr>
            <a:xfrm>
              <a:off x="70735" y="1444854"/>
              <a:ext cx="9002530" cy="21952"/>
              <a:chOff x="79447" y="1458352"/>
              <a:chExt cx="9002530" cy="21952"/>
            </a:xfrm>
          </p:grpSpPr>
          <p:sp>
            <p:nvSpPr>
              <p:cNvPr id="6712" name="Google Shape;6712;p6"/>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2" name="Google Shape;6762;p6"/>
            <p:cNvGrpSpPr/>
            <p:nvPr/>
          </p:nvGrpSpPr>
          <p:grpSpPr>
            <a:xfrm>
              <a:off x="70735" y="1616221"/>
              <a:ext cx="9002530" cy="22993"/>
              <a:chOff x="79447" y="1627911"/>
              <a:chExt cx="9002530" cy="22993"/>
            </a:xfrm>
          </p:grpSpPr>
          <p:sp>
            <p:nvSpPr>
              <p:cNvPr id="6763" name="Google Shape;6763;p6"/>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3" name="Google Shape;6813;p6"/>
            <p:cNvGrpSpPr/>
            <p:nvPr/>
          </p:nvGrpSpPr>
          <p:grpSpPr>
            <a:xfrm>
              <a:off x="70735" y="1788629"/>
              <a:ext cx="9002530" cy="21952"/>
              <a:chOff x="79447" y="1798606"/>
              <a:chExt cx="9002530" cy="21952"/>
            </a:xfrm>
          </p:grpSpPr>
          <p:sp>
            <p:nvSpPr>
              <p:cNvPr id="6814" name="Google Shape;6814;p6"/>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4" name="Google Shape;6864;p6"/>
            <p:cNvGrpSpPr/>
            <p:nvPr/>
          </p:nvGrpSpPr>
          <p:grpSpPr>
            <a:xfrm>
              <a:off x="70735" y="1959996"/>
              <a:ext cx="9002530" cy="21952"/>
              <a:chOff x="79447" y="1969206"/>
              <a:chExt cx="9002530" cy="21952"/>
            </a:xfrm>
          </p:grpSpPr>
          <p:sp>
            <p:nvSpPr>
              <p:cNvPr id="6865" name="Google Shape;6865;p6"/>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5" name="Google Shape;6915;p6"/>
            <p:cNvGrpSpPr/>
            <p:nvPr/>
          </p:nvGrpSpPr>
          <p:grpSpPr>
            <a:xfrm>
              <a:off x="70735" y="2131363"/>
              <a:ext cx="9002530" cy="22993"/>
              <a:chOff x="79447" y="2138859"/>
              <a:chExt cx="9002530" cy="22993"/>
            </a:xfrm>
          </p:grpSpPr>
          <p:sp>
            <p:nvSpPr>
              <p:cNvPr id="6916" name="Google Shape;6916;p6"/>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6"/>
            <p:cNvGrpSpPr/>
            <p:nvPr/>
          </p:nvGrpSpPr>
          <p:grpSpPr>
            <a:xfrm>
              <a:off x="70735" y="2303771"/>
              <a:ext cx="9002530" cy="21952"/>
              <a:chOff x="79447" y="2309459"/>
              <a:chExt cx="9002530" cy="21952"/>
            </a:xfrm>
          </p:grpSpPr>
          <p:sp>
            <p:nvSpPr>
              <p:cNvPr id="6967" name="Google Shape;6967;p6"/>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6"/>
            <p:cNvGrpSpPr/>
            <p:nvPr/>
          </p:nvGrpSpPr>
          <p:grpSpPr>
            <a:xfrm>
              <a:off x="70735" y="2475138"/>
              <a:ext cx="9002530" cy="21952"/>
              <a:chOff x="79447" y="2480154"/>
              <a:chExt cx="9002530" cy="21952"/>
            </a:xfrm>
          </p:grpSpPr>
          <p:sp>
            <p:nvSpPr>
              <p:cNvPr id="7018" name="Google Shape;7018;p6"/>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6"/>
            <p:cNvGrpSpPr/>
            <p:nvPr/>
          </p:nvGrpSpPr>
          <p:grpSpPr>
            <a:xfrm>
              <a:off x="70735" y="2646505"/>
              <a:ext cx="9002530" cy="21952"/>
              <a:chOff x="79447" y="2650753"/>
              <a:chExt cx="9002530" cy="21952"/>
            </a:xfrm>
          </p:grpSpPr>
          <p:sp>
            <p:nvSpPr>
              <p:cNvPr id="7069" name="Google Shape;7069;p6"/>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6"/>
            <p:cNvGrpSpPr/>
            <p:nvPr/>
          </p:nvGrpSpPr>
          <p:grpSpPr>
            <a:xfrm>
              <a:off x="70735" y="2817872"/>
              <a:ext cx="9002530" cy="21952"/>
              <a:chOff x="79447" y="2821448"/>
              <a:chExt cx="9002530" cy="21952"/>
            </a:xfrm>
          </p:grpSpPr>
          <p:sp>
            <p:nvSpPr>
              <p:cNvPr id="7120" name="Google Shape;7120;p6"/>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0" name="Google Shape;7170;p6"/>
            <p:cNvGrpSpPr/>
            <p:nvPr/>
          </p:nvGrpSpPr>
          <p:grpSpPr>
            <a:xfrm>
              <a:off x="70735" y="2989239"/>
              <a:ext cx="9002530" cy="22898"/>
              <a:chOff x="79447" y="2991102"/>
              <a:chExt cx="9002530" cy="22898"/>
            </a:xfrm>
          </p:grpSpPr>
          <p:sp>
            <p:nvSpPr>
              <p:cNvPr id="7171" name="Google Shape;7171;p6"/>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6"/>
            <p:cNvGrpSpPr/>
            <p:nvPr/>
          </p:nvGrpSpPr>
          <p:grpSpPr>
            <a:xfrm>
              <a:off x="70735" y="3161552"/>
              <a:ext cx="9002530" cy="21952"/>
              <a:chOff x="79447" y="3161701"/>
              <a:chExt cx="9002530" cy="21952"/>
            </a:xfrm>
          </p:grpSpPr>
          <p:sp>
            <p:nvSpPr>
              <p:cNvPr id="7222" name="Google Shape;7222;p6"/>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6"/>
            <p:cNvGrpSpPr/>
            <p:nvPr/>
          </p:nvGrpSpPr>
          <p:grpSpPr>
            <a:xfrm>
              <a:off x="70735" y="3332919"/>
              <a:ext cx="9002530" cy="21952"/>
              <a:chOff x="79447" y="3332396"/>
              <a:chExt cx="9002530" cy="21952"/>
            </a:xfrm>
          </p:grpSpPr>
          <p:sp>
            <p:nvSpPr>
              <p:cNvPr id="7273" name="Google Shape;7273;p6"/>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3" name="Google Shape;7323;p6"/>
            <p:cNvGrpSpPr/>
            <p:nvPr/>
          </p:nvGrpSpPr>
          <p:grpSpPr>
            <a:xfrm>
              <a:off x="70735" y="3504286"/>
              <a:ext cx="9002530" cy="22993"/>
              <a:chOff x="79447" y="3501955"/>
              <a:chExt cx="9002530" cy="22993"/>
            </a:xfrm>
          </p:grpSpPr>
          <p:sp>
            <p:nvSpPr>
              <p:cNvPr id="7324" name="Google Shape;7324;p6"/>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4" name="Google Shape;7374;p6"/>
            <p:cNvGrpSpPr/>
            <p:nvPr/>
          </p:nvGrpSpPr>
          <p:grpSpPr>
            <a:xfrm>
              <a:off x="70735" y="3676694"/>
              <a:ext cx="9002530" cy="21952"/>
              <a:chOff x="79447" y="3672649"/>
              <a:chExt cx="9002530" cy="21952"/>
            </a:xfrm>
          </p:grpSpPr>
          <p:sp>
            <p:nvSpPr>
              <p:cNvPr id="7375" name="Google Shape;7375;p6"/>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5" name="Google Shape;7425;p6"/>
            <p:cNvGrpSpPr/>
            <p:nvPr/>
          </p:nvGrpSpPr>
          <p:grpSpPr>
            <a:xfrm>
              <a:off x="70735" y="3848061"/>
              <a:ext cx="9002530" cy="21952"/>
              <a:chOff x="79447" y="3843249"/>
              <a:chExt cx="9002530" cy="21952"/>
            </a:xfrm>
          </p:grpSpPr>
          <p:sp>
            <p:nvSpPr>
              <p:cNvPr id="7426" name="Google Shape;7426;p6"/>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6" name="Google Shape;7476;p6"/>
            <p:cNvGrpSpPr/>
            <p:nvPr/>
          </p:nvGrpSpPr>
          <p:grpSpPr>
            <a:xfrm>
              <a:off x="70735" y="4019428"/>
              <a:ext cx="9002530" cy="22993"/>
              <a:chOff x="79447" y="4012903"/>
              <a:chExt cx="9002530" cy="22993"/>
            </a:xfrm>
          </p:grpSpPr>
          <p:sp>
            <p:nvSpPr>
              <p:cNvPr id="7477" name="Google Shape;7477;p6"/>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6"/>
            <p:cNvGrpSpPr/>
            <p:nvPr/>
          </p:nvGrpSpPr>
          <p:grpSpPr>
            <a:xfrm>
              <a:off x="70735" y="4191836"/>
              <a:ext cx="9002530" cy="21952"/>
              <a:chOff x="79447" y="4182462"/>
              <a:chExt cx="9002530" cy="21952"/>
            </a:xfrm>
          </p:grpSpPr>
          <p:sp>
            <p:nvSpPr>
              <p:cNvPr id="7528" name="Google Shape;7528;p6"/>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6"/>
            <p:cNvGrpSpPr/>
            <p:nvPr/>
          </p:nvGrpSpPr>
          <p:grpSpPr>
            <a:xfrm>
              <a:off x="70735" y="4363203"/>
              <a:ext cx="9002530" cy="21952"/>
              <a:chOff x="79447" y="4353157"/>
              <a:chExt cx="9002530" cy="21952"/>
            </a:xfrm>
          </p:grpSpPr>
          <p:sp>
            <p:nvSpPr>
              <p:cNvPr id="7579" name="Google Shape;7579;p6"/>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9" name="Google Shape;7629;p6"/>
            <p:cNvGrpSpPr/>
            <p:nvPr/>
          </p:nvGrpSpPr>
          <p:grpSpPr>
            <a:xfrm>
              <a:off x="70735" y="4534570"/>
              <a:ext cx="9002530" cy="22993"/>
              <a:chOff x="79447" y="4522716"/>
              <a:chExt cx="9002530" cy="22993"/>
            </a:xfrm>
          </p:grpSpPr>
          <p:sp>
            <p:nvSpPr>
              <p:cNvPr id="7630" name="Google Shape;7630;p6"/>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6"/>
            <p:cNvGrpSpPr/>
            <p:nvPr/>
          </p:nvGrpSpPr>
          <p:grpSpPr>
            <a:xfrm>
              <a:off x="70735" y="4706978"/>
              <a:ext cx="9002530" cy="21952"/>
              <a:chOff x="79447" y="4693410"/>
              <a:chExt cx="9002530" cy="21952"/>
            </a:xfrm>
          </p:grpSpPr>
          <p:sp>
            <p:nvSpPr>
              <p:cNvPr id="7681" name="Google Shape;7681;p6"/>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6"/>
            <p:cNvGrpSpPr/>
            <p:nvPr/>
          </p:nvGrpSpPr>
          <p:grpSpPr>
            <a:xfrm>
              <a:off x="70735" y="4878345"/>
              <a:ext cx="9002530" cy="21952"/>
              <a:chOff x="79447" y="4864010"/>
              <a:chExt cx="9002530" cy="21952"/>
            </a:xfrm>
          </p:grpSpPr>
          <p:sp>
            <p:nvSpPr>
              <p:cNvPr id="7732" name="Google Shape;7732;p6"/>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2" name="Google Shape;7782;p6"/>
            <p:cNvGrpSpPr/>
            <p:nvPr/>
          </p:nvGrpSpPr>
          <p:grpSpPr>
            <a:xfrm>
              <a:off x="70735" y="5049712"/>
              <a:ext cx="9002530" cy="22993"/>
              <a:chOff x="79447" y="5033664"/>
              <a:chExt cx="9002530" cy="22993"/>
            </a:xfrm>
          </p:grpSpPr>
          <p:sp>
            <p:nvSpPr>
              <p:cNvPr id="7783" name="Google Shape;7783;p6"/>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833" name="Google Shape;7833;p6"/>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a:endParaRPr/>
          </a:p>
        </p:txBody>
      </p:sp>
      <p:grpSp>
        <p:nvGrpSpPr>
          <p:cNvPr id="7834" name="Google Shape;7834;p6"/>
          <p:cNvGrpSpPr/>
          <p:nvPr/>
        </p:nvGrpSpPr>
        <p:grpSpPr>
          <a:xfrm flipH="1">
            <a:off x="8465929" y="648099"/>
            <a:ext cx="1156353" cy="392145"/>
            <a:chOff x="7126566" y="-2874276"/>
            <a:chExt cx="1156353" cy="392145"/>
          </a:xfrm>
        </p:grpSpPr>
        <p:sp>
          <p:nvSpPr>
            <p:cNvPr id="7835" name="Google Shape;7835;p6"/>
            <p:cNvSpPr/>
            <p:nvPr/>
          </p:nvSpPr>
          <p:spPr>
            <a:xfrm rot="10800000">
              <a:off x="7126566" y="-2874276"/>
              <a:ext cx="1156353" cy="39214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
            <p:cNvSpPr/>
            <p:nvPr/>
          </p:nvSpPr>
          <p:spPr>
            <a:xfrm rot="10800000">
              <a:off x="7354084" y="-2701836"/>
              <a:ext cx="819945" cy="44843"/>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
            <p:cNvSpPr/>
            <p:nvPr/>
          </p:nvSpPr>
          <p:spPr>
            <a:xfrm rot="10800000">
              <a:off x="7126566" y="-2874276"/>
              <a:ext cx="1156353" cy="39214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
            <p:cNvSpPr/>
            <p:nvPr/>
          </p:nvSpPr>
          <p:spPr>
            <a:xfrm rot="10800000">
              <a:off x="7354084" y="-2701836"/>
              <a:ext cx="819945" cy="44843"/>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39" name="Google Shape;7839;p6"/>
          <p:cNvPicPr preferRelativeResize="0"/>
          <p:nvPr/>
        </p:nvPicPr>
        <p:blipFill rotWithShape="1">
          <a:blip r:embed="rId2">
            <a:alphaModFix/>
          </a:blip>
          <a:srcRect l="29012" r="50491" b="53142"/>
          <a:stretch/>
        </p:blipFill>
        <p:spPr>
          <a:xfrm rot="320185">
            <a:off x="8462128" y="3054757"/>
            <a:ext cx="892944" cy="2210936"/>
          </a:xfrm>
          <a:prstGeom prst="rect">
            <a:avLst/>
          </a:prstGeom>
          <a:noFill/>
          <a:ln>
            <a:noFill/>
          </a:ln>
        </p:spPr>
      </p:pic>
      <p:grpSp>
        <p:nvGrpSpPr>
          <p:cNvPr id="7840" name="Google Shape;7840;p6"/>
          <p:cNvGrpSpPr/>
          <p:nvPr/>
        </p:nvGrpSpPr>
        <p:grpSpPr>
          <a:xfrm rot="-5400000">
            <a:off x="-2073008" y="-102065"/>
            <a:ext cx="4810263" cy="537379"/>
            <a:chOff x="2765878" y="4436723"/>
            <a:chExt cx="7690269" cy="1225772"/>
          </a:xfrm>
        </p:grpSpPr>
        <p:grpSp>
          <p:nvGrpSpPr>
            <p:cNvPr id="7841" name="Google Shape;7841;p6"/>
            <p:cNvGrpSpPr/>
            <p:nvPr/>
          </p:nvGrpSpPr>
          <p:grpSpPr>
            <a:xfrm flipH="1">
              <a:off x="2765878" y="4436723"/>
              <a:ext cx="7690269" cy="1225772"/>
              <a:chOff x="2763020" y="4436723"/>
              <a:chExt cx="7690269" cy="1225772"/>
            </a:xfrm>
          </p:grpSpPr>
          <p:sp>
            <p:nvSpPr>
              <p:cNvPr id="7842" name="Google Shape;7842;p6"/>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6"/>
            <p:cNvGrpSpPr/>
            <p:nvPr/>
          </p:nvGrpSpPr>
          <p:grpSpPr>
            <a:xfrm flipH="1">
              <a:off x="2765878" y="4436723"/>
              <a:ext cx="7690269" cy="1225772"/>
              <a:chOff x="2763020" y="4436723"/>
              <a:chExt cx="7690269" cy="1225772"/>
            </a:xfrm>
          </p:grpSpPr>
          <p:sp>
            <p:nvSpPr>
              <p:cNvPr id="7847" name="Google Shape;7847;p6"/>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9429"/>
        <p:cNvGrpSpPr/>
        <p:nvPr/>
      </p:nvGrpSpPr>
      <p:grpSpPr>
        <a:xfrm>
          <a:off x="0" y="0"/>
          <a:ext cx="0" cy="0"/>
          <a:chOff x="0" y="0"/>
          <a:chExt cx="0" cy="0"/>
        </a:xfrm>
      </p:grpSpPr>
      <p:grpSp>
        <p:nvGrpSpPr>
          <p:cNvPr id="9430" name="Google Shape;9430;p8"/>
          <p:cNvGrpSpPr/>
          <p:nvPr/>
        </p:nvGrpSpPr>
        <p:grpSpPr>
          <a:xfrm>
            <a:off x="70735" y="70796"/>
            <a:ext cx="9002530" cy="5001909"/>
            <a:chOff x="70735" y="70796"/>
            <a:chExt cx="9002530" cy="5001909"/>
          </a:xfrm>
        </p:grpSpPr>
        <p:grpSp>
          <p:nvGrpSpPr>
            <p:cNvPr id="9431" name="Google Shape;9431;p8"/>
            <p:cNvGrpSpPr/>
            <p:nvPr/>
          </p:nvGrpSpPr>
          <p:grpSpPr>
            <a:xfrm>
              <a:off x="70735" y="70796"/>
              <a:ext cx="9002530" cy="22993"/>
              <a:chOff x="79447" y="96297"/>
              <a:chExt cx="9002530" cy="22993"/>
            </a:xfrm>
          </p:grpSpPr>
          <p:sp>
            <p:nvSpPr>
              <p:cNvPr id="9432" name="Google Shape;9432;p8"/>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8"/>
            <p:cNvGrpSpPr/>
            <p:nvPr/>
          </p:nvGrpSpPr>
          <p:grpSpPr>
            <a:xfrm>
              <a:off x="70735" y="243203"/>
              <a:ext cx="9002530" cy="21952"/>
              <a:chOff x="79447" y="266897"/>
              <a:chExt cx="9002530" cy="21952"/>
            </a:xfrm>
          </p:grpSpPr>
          <p:sp>
            <p:nvSpPr>
              <p:cNvPr id="9483" name="Google Shape;9483;p8"/>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8"/>
            <p:cNvGrpSpPr/>
            <p:nvPr/>
          </p:nvGrpSpPr>
          <p:grpSpPr>
            <a:xfrm>
              <a:off x="70735" y="414570"/>
              <a:ext cx="9002530" cy="21952"/>
              <a:chOff x="79447" y="437592"/>
              <a:chExt cx="9002530" cy="21952"/>
            </a:xfrm>
          </p:grpSpPr>
          <p:sp>
            <p:nvSpPr>
              <p:cNvPr id="9534" name="Google Shape;9534;p8"/>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8"/>
            <p:cNvGrpSpPr/>
            <p:nvPr/>
          </p:nvGrpSpPr>
          <p:grpSpPr>
            <a:xfrm>
              <a:off x="70735" y="585937"/>
              <a:ext cx="9002530" cy="22993"/>
              <a:chOff x="79447" y="607151"/>
              <a:chExt cx="9002530" cy="22993"/>
            </a:xfrm>
          </p:grpSpPr>
          <p:sp>
            <p:nvSpPr>
              <p:cNvPr id="9585" name="Google Shape;9585;p8"/>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8"/>
            <p:cNvGrpSpPr/>
            <p:nvPr/>
          </p:nvGrpSpPr>
          <p:grpSpPr>
            <a:xfrm>
              <a:off x="70735" y="758345"/>
              <a:ext cx="9002530" cy="21952"/>
              <a:chOff x="79447" y="777845"/>
              <a:chExt cx="9002530" cy="21952"/>
            </a:xfrm>
          </p:grpSpPr>
          <p:sp>
            <p:nvSpPr>
              <p:cNvPr id="9636" name="Google Shape;9636;p8"/>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8"/>
            <p:cNvGrpSpPr/>
            <p:nvPr/>
          </p:nvGrpSpPr>
          <p:grpSpPr>
            <a:xfrm>
              <a:off x="70735" y="929712"/>
              <a:ext cx="9002530" cy="21952"/>
              <a:chOff x="79447" y="948445"/>
              <a:chExt cx="9002530" cy="21952"/>
            </a:xfrm>
          </p:grpSpPr>
          <p:sp>
            <p:nvSpPr>
              <p:cNvPr id="9687" name="Google Shape;9687;p8"/>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8"/>
            <p:cNvGrpSpPr/>
            <p:nvPr/>
          </p:nvGrpSpPr>
          <p:grpSpPr>
            <a:xfrm>
              <a:off x="70735" y="1101079"/>
              <a:ext cx="9002530" cy="22993"/>
              <a:chOff x="79447" y="1118099"/>
              <a:chExt cx="9002530" cy="22993"/>
            </a:xfrm>
          </p:grpSpPr>
          <p:sp>
            <p:nvSpPr>
              <p:cNvPr id="9738" name="Google Shape;9738;p8"/>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8"/>
            <p:cNvGrpSpPr/>
            <p:nvPr/>
          </p:nvGrpSpPr>
          <p:grpSpPr>
            <a:xfrm>
              <a:off x="70735" y="1273487"/>
              <a:ext cx="9002530" cy="21952"/>
              <a:chOff x="79447" y="1287658"/>
              <a:chExt cx="9002530" cy="21952"/>
            </a:xfrm>
          </p:grpSpPr>
          <p:sp>
            <p:nvSpPr>
              <p:cNvPr id="9789" name="Google Shape;9789;p8"/>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8"/>
            <p:cNvGrpSpPr/>
            <p:nvPr/>
          </p:nvGrpSpPr>
          <p:grpSpPr>
            <a:xfrm>
              <a:off x="70735" y="1444854"/>
              <a:ext cx="9002530" cy="21952"/>
              <a:chOff x="79447" y="1458352"/>
              <a:chExt cx="9002530" cy="21952"/>
            </a:xfrm>
          </p:grpSpPr>
          <p:sp>
            <p:nvSpPr>
              <p:cNvPr id="9840" name="Google Shape;9840;p8"/>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8"/>
            <p:cNvGrpSpPr/>
            <p:nvPr/>
          </p:nvGrpSpPr>
          <p:grpSpPr>
            <a:xfrm>
              <a:off x="70735" y="1616221"/>
              <a:ext cx="9002530" cy="22993"/>
              <a:chOff x="79447" y="1627911"/>
              <a:chExt cx="9002530" cy="22993"/>
            </a:xfrm>
          </p:grpSpPr>
          <p:sp>
            <p:nvSpPr>
              <p:cNvPr id="9891" name="Google Shape;9891;p8"/>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1" name="Google Shape;9941;p8"/>
            <p:cNvGrpSpPr/>
            <p:nvPr/>
          </p:nvGrpSpPr>
          <p:grpSpPr>
            <a:xfrm>
              <a:off x="70735" y="1788629"/>
              <a:ext cx="9002530" cy="21952"/>
              <a:chOff x="79447" y="1798606"/>
              <a:chExt cx="9002530" cy="21952"/>
            </a:xfrm>
          </p:grpSpPr>
          <p:sp>
            <p:nvSpPr>
              <p:cNvPr id="9942" name="Google Shape;9942;p8"/>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2" name="Google Shape;9992;p8"/>
            <p:cNvGrpSpPr/>
            <p:nvPr/>
          </p:nvGrpSpPr>
          <p:grpSpPr>
            <a:xfrm>
              <a:off x="70735" y="1959996"/>
              <a:ext cx="9002530" cy="21952"/>
              <a:chOff x="79447" y="1969206"/>
              <a:chExt cx="9002530" cy="21952"/>
            </a:xfrm>
          </p:grpSpPr>
          <p:sp>
            <p:nvSpPr>
              <p:cNvPr id="9993" name="Google Shape;9993;p8"/>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8"/>
            <p:cNvGrpSpPr/>
            <p:nvPr/>
          </p:nvGrpSpPr>
          <p:grpSpPr>
            <a:xfrm>
              <a:off x="70735" y="2131363"/>
              <a:ext cx="9002530" cy="22993"/>
              <a:chOff x="79447" y="2138859"/>
              <a:chExt cx="9002530" cy="22993"/>
            </a:xfrm>
          </p:grpSpPr>
          <p:sp>
            <p:nvSpPr>
              <p:cNvPr id="10044" name="Google Shape;10044;p8"/>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4" name="Google Shape;10094;p8"/>
            <p:cNvGrpSpPr/>
            <p:nvPr/>
          </p:nvGrpSpPr>
          <p:grpSpPr>
            <a:xfrm>
              <a:off x="70735" y="2303771"/>
              <a:ext cx="9002530" cy="21952"/>
              <a:chOff x="79447" y="2309459"/>
              <a:chExt cx="9002530" cy="21952"/>
            </a:xfrm>
          </p:grpSpPr>
          <p:sp>
            <p:nvSpPr>
              <p:cNvPr id="10095" name="Google Shape;10095;p8"/>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8"/>
            <p:cNvGrpSpPr/>
            <p:nvPr/>
          </p:nvGrpSpPr>
          <p:grpSpPr>
            <a:xfrm>
              <a:off x="70735" y="2475138"/>
              <a:ext cx="9002530" cy="21952"/>
              <a:chOff x="79447" y="2480154"/>
              <a:chExt cx="9002530" cy="21952"/>
            </a:xfrm>
          </p:grpSpPr>
          <p:sp>
            <p:nvSpPr>
              <p:cNvPr id="10146" name="Google Shape;10146;p8"/>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8"/>
            <p:cNvGrpSpPr/>
            <p:nvPr/>
          </p:nvGrpSpPr>
          <p:grpSpPr>
            <a:xfrm>
              <a:off x="70735" y="2646505"/>
              <a:ext cx="9002530" cy="21952"/>
              <a:chOff x="79447" y="2650753"/>
              <a:chExt cx="9002530" cy="21952"/>
            </a:xfrm>
          </p:grpSpPr>
          <p:sp>
            <p:nvSpPr>
              <p:cNvPr id="10197" name="Google Shape;10197;p8"/>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8"/>
            <p:cNvGrpSpPr/>
            <p:nvPr/>
          </p:nvGrpSpPr>
          <p:grpSpPr>
            <a:xfrm>
              <a:off x="70735" y="2817872"/>
              <a:ext cx="9002530" cy="21952"/>
              <a:chOff x="79447" y="2821448"/>
              <a:chExt cx="9002530" cy="21952"/>
            </a:xfrm>
          </p:grpSpPr>
          <p:sp>
            <p:nvSpPr>
              <p:cNvPr id="10248" name="Google Shape;10248;p8"/>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8"/>
            <p:cNvGrpSpPr/>
            <p:nvPr/>
          </p:nvGrpSpPr>
          <p:grpSpPr>
            <a:xfrm>
              <a:off x="70735" y="2989239"/>
              <a:ext cx="9002530" cy="22898"/>
              <a:chOff x="79447" y="2991102"/>
              <a:chExt cx="9002530" cy="22898"/>
            </a:xfrm>
          </p:grpSpPr>
          <p:sp>
            <p:nvSpPr>
              <p:cNvPr id="10299" name="Google Shape;10299;p8"/>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8"/>
            <p:cNvGrpSpPr/>
            <p:nvPr/>
          </p:nvGrpSpPr>
          <p:grpSpPr>
            <a:xfrm>
              <a:off x="70735" y="3161552"/>
              <a:ext cx="9002530" cy="21952"/>
              <a:chOff x="79447" y="3161701"/>
              <a:chExt cx="9002530" cy="21952"/>
            </a:xfrm>
          </p:grpSpPr>
          <p:sp>
            <p:nvSpPr>
              <p:cNvPr id="10350" name="Google Shape;10350;p8"/>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0" name="Google Shape;10400;p8"/>
            <p:cNvGrpSpPr/>
            <p:nvPr/>
          </p:nvGrpSpPr>
          <p:grpSpPr>
            <a:xfrm>
              <a:off x="70735" y="3332919"/>
              <a:ext cx="9002530" cy="21952"/>
              <a:chOff x="79447" y="3332396"/>
              <a:chExt cx="9002530" cy="21952"/>
            </a:xfrm>
          </p:grpSpPr>
          <p:sp>
            <p:nvSpPr>
              <p:cNvPr id="10401" name="Google Shape;10401;p8"/>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1" name="Google Shape;10451;p8"/>
            <p:cNvGrpSpPr/>
            <p:nvPr/>
          </p:nvGrpSpPr>
          <p:grpSpPr>
            <a:xfrm>
              <a:off x="70735" y="3504286"/>
              <a:ext cx="9002530" cy="22993"/>
              <a:chOff x="79447" y="3501955"/>
              <a:chExt cx="9002530" cy="22993"/>
            </a:xfrm>
          </p:grpSpPr>
          <p:sp>
            <p:nvSpPr>
              <p:cNvPr id="10452" name="Google Shape;10452;p8"/>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2" name="Google Shape;10502;p8"/>
            <p:cNvGrpSpPr/>
            <p:nvPr/>
          </p:nvGrpSpPr>
          <p:grpSpPr>
            <a:xfrm>
              <a:off x="70735" y="3676694"/>
              <a:ext cx="9002530" cy="21952"/>
              <a:chOff x="79447" y="3672649"/>
              <a:chExt cx="9002530" cy="21952"/>
            </a:xfrm>
          </p:grpSpPr>
          <p:sp>
            <p:nvSpPr>
              <p:cNvPr id="10503" name="Google Shape;10503;p8"/>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8"/>
            <p:cNvGrpSpPr/>
            <p:nvPr/>
          </p:nvGrpSpPr>
          <p:grpSpPr>
            <a:xfrm>
              <a:off x="70735" y="3848061"/>
              <a:ext cx="9002530" cy="21952"/>
              <a:chOff x="79447" y="3843249"/>
              <a:chExt cx="9002530" cy="21952"/>
            </a:xfrm>
          </p:grpSpPr>
          <p:sp>
            <p:nvSpPr>
              <p:cNvPr id="10554" name="Google Shape;10554;p8"/>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8"/>
            <p:cNvGrpSpPr/>
            <p:nvPr/>
          </p:nvGrpSpPr>
          <p:grpSpPr>
            <a:xfrm>
              <a:off x="70735" y="4019428"/>
              <a:ext cx="9002530" cy="22993"/>
              <a:chOff x="79447" y="4012903"/>
              <a:chExt cx="9002530" cy="22993"/>
            </a:xfrm>
          </p:grpSpPr>
          <p:sp>
            <p:nvSpPr>
              <p:cNvPr id="10605" name="Google Shape;10605;p8"/>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5" name="Google Shape;10655;p8"/>
            <p:cNvGrpSpPr/>
            <p:nvPr/>
          </p:nvGrpSpPr>
          <p:grpSpPr>
            <a:xfrm>
              <a:off x="70735" y="4191836"/>
              <a:ext cx="9002530" cy="21952"/>
              <a:chOff x="79447" y="4182462"/>
              <a:chExt cx="9002530" cy="21952"/>
            </a:xfrm>
          </p:grpSpPr>
          <p:sp>
            <p:nvSpPr>
              <p:cNvPr id="10656" name="Google Shape;10656;p8"/>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6" name="Google Shape;10706;p8"/>
            <p:cNvGrpSpPr/>
            <p:nvPr/>
          </p:nvGrpSpPr>
          <p:grpSpPr>
            <a:xfrm>
              <a:off x="70735" y="4363203"/>
              <a:ext cx="9002530" cy="21952"/>
              <a:chOff x="79447" y="4353157"/>
              <a:chExt cx="9002530" cy="21952"/>
            </a:xfrm>
          </p:grpSpPr>
          <p:sp>
            <p:nvSpPr>
              <p:cNvPr id="10707" name="Google Shape;10707;p8"/>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7" name="Google Shape;10757;p8"/>
            <p:cNvGrpSpPr/>
            <p:nvPr/>
          </p:nvGrpSpPr>
          <p:grpSpPr>
            <a:xfrm>
              <a:off x="70735" y="4534570"/>
              <a:ext cx="9002530" cy="22993"/>
              <a:chOff x="79447" y="4522716"/>
              <a:chExt cx="9002530" cy="22993"/>
            </a:xfrm>
          </p:grpSpPr>
          <p:sp>
            <p:nvSpPr>
              <p:cNvPr id="10758" name="Google Shape;10758;p8"/>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8" name="Google Shape;10808;p8"/>
            <p:cNvGrpSpPr/>
            <p:nvPr/>
          </p:nvGrpSpPr>
          <p:grpSpPr>
            <a:xfrm>
              <a:off x="70735" y="4706978"/>
              <a:ext cx="9002530" cy="21952"/>
              <a:chOff x="79447" y="4693410"/>
              <a:chExt cx="9002530" cy="21952"/>
            </a:xfrm>
          </p:grpSpPr>
          <p:sp>
            <p:nvSpPr>
              <p:cNvPr id="10809" name="Google Shape;10809;p8"/>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8"/>
            <p:cNvGrpSpPr/>
            <p:nvPr/>
          </p:nvGrpSpPr>
          <p:grpSpPr>
            <a:xfrm>
              <a:off x="70735" y="4878345"/>
              <a:ext cx="9002530" cy="21952"/>
              <a:chOff x="79447" y="4864010"/>
              <a:chExt cx="9002530" cy="21952"/>
            </a:xfrm>
          </p:grpSpPr>
          <p:sp>
            <p:nvSpPr>
              <p:cNvPr id="10860" name="Google Shape;10860;p8"/>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8"/>
            <p:cNvGrpSpPr/>
            <p:nvPr/>
          </p:nvGrpSpPr>
          <p:grpSpPr>
            <a:xfrm>
              <a:off x="70735" y="5049712"/>
              <a:ext cx="9002530" cy="22993"/>
              <a:chOff x="79447" y="5033664"/>
              <a:chExt cx="9002530" cy="22993"/>
            </a:xfrm>
          </p:grpSpPr>
          <p:sp>
            <p:nvSpPr>
              <p:cNvPr id="10911" name="Google Shape;10911;p8"/>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961" name="Google Shape;10961;p8"/>
          <p:cNvSpPr txBox="1">
            <a:spLocks noGrp="1"/>
          </p:cNvSpPr>
          <p:nvPr>
            <p:ph type="title"/>
          </p:nvPr>
        </p:nvSpPr>
        <p:spPr>
          <a:xfrm>
            <a:off x="2254050" y="1648200"/>
            <a:ext cx="4635900" cy="18471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SzPts val="9600"/>
              <a:buNone/>
              <a:defRPr sz="6000"/>
            </a:lvl1pPr>
            <a:lvl2pPr lvl="1">
              <a:lnSpc>
                <a:spcPct val="90000"/>
              </a:lnSpc>
              <a:spcBef>
                <a:spcPts val="0"/>
              </a:spcBef>
              <a:spcAft>
                <a:spcPts val="0"/>
              </a:spcAft>
              <a:buSzPts val="9600"/>
              <a:buNone/>
              <a:defRPr sz="9600"/>
            </a:lvl2pPr>
            <a:lvl3pPr lvl="2">
              <a:lnSpc>
                <a:spcPct val="90000"/>
              </a:lnSpc>
              <a:spcBef>
                <a:spcPts val="0"/>
              </a:spcBef>
              <a:spcAft>
                <a:spcPts val="0"/>
              </a:spcAft>
              <a:buSzPts val="9600"/>
              <a:buNone/>
              <a:defRPr sz="9600"/>
            </a:lvl3pPr>
            <a:lvl4pPr lvl="3">
              <a:lnSpc>
                <a:spcPct val="90000"/>
              </a:lnSpc>
              <a:spcBef>
                <a:spcPts val="0"/>
              </a:spcBef>
              <a:spcAft>
                <a:spcPts val="0"/>
              </a:spcAft>
              <a:buSzPts val="9600"/>
              <a:buNone/>
              <a:defRPr sz="9600"/>
            </a:lvl4pPr>
            <a:lvl5pPr lvl="4">
              <a:lnSpc>
                <a:spcPct val="90000"/>
              </a:lnSpc>
              <a:spcBef>
                <a:spcPts val="0"/>
              </a:spcBef>
              <a:spcAft>
                <a:spcPts val="0"/>
              </a:spcAft>
              <a:buSzPts val="9600"/>
              <a:buNone/>
              <a:defRPr sz="9600"/>
            </a:lvl5pPr>
            <a:lvl6pPr lvl="5">
              <a:lnSpc>
                <a:spcPct val="90000"/>
              </a:lnSpc>
              <a:spcBef>
                <a:spcPts val="0"/>
              </a:spcBef>
              <a:spcAft>
                <a:spcPts val="0"/>
              </a:spcAft>
              <a:buSzPts val="9600"/>
              <a:buNone/>
              <a:defRPr sz="9600"/>
            </a:lvl6pPr>
            <a:lvl7pPr lvl="6">
              <a:lnSpc>
                <a:spcPct val="90000"/>
              </a:lnSpc>
              <a:spcBef>
                <a:spcPts val="0"/>
              </a:spcBef>
              <a:spcAft>
                <a:spcPts val="0"/>
              </a:spcAft>
              <a:buSzPts val="9600"/>
              <a:buNone/>
              <a:defRPr sz="9600"/>
            </a:lvl7pPr>
            <a:lvl8pPr lvl="7">
              <a:lnSpc>
                <a:spcPct val="90000"/>
              </a:lnSpc>
              <a:spcBef>
                <a:spcPts val="0"/>
              </a:spcBef>
              <a:spcAft>
                <a:spcPts val="0"/>
              </a:spcAft>
              <a:buSzPts val="9600"/>
              <a:buNone/>
              <a:defRPr sz="9600"/>
            </a:lvl8pPr>
            <a:lvl9pPr lvl="8">
              <a:lnSpc>
                <a:spcPct val="90000"/>
              </a:lnSpc>
              <a:spcBef>
                <a:spcPts val="0"/>
              </a:spcBef>
              <a:spcAft>
                <a:spcPts val="0"/>
              </a:spcAft>
              <a:buSzPts val="9600"/>
              <a:buNone/>
              <a:defRPr sz="96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0962"/>
        <p:cNvGrpSpPr/>
        <p:nvPr/>
      </p:nvGrpSpPr>
      <p:grpSpPr>
        <a:xfrm>
          <a:off x="0" y="0"/>
          <a:ext cx="0" cy="0"/>
          <a:chOff x="0" y="0"/>
          <a:chExt cx="0" cy="0"/>
        </a:xfrm>
      </p:grpSpPr>
      <p:grpSp>
        <p:nvGrpSpPr>
          <p:cNvPr id="10963" name="Google Shape;10963;p9"/>
          <p:cNvGrpSpPr/>
          <p:nvPr/>
        </p:nvGrpSpPr>
        <p:grpSpPr>
          <a:xfrm>
            <a:off x="70735" y="70796"/>
            <a:ext cx="9002530" cy="5001909"/>
            <a:chOff x="70735" y="70796"/>
            <a:chExt cx="9002530" cy="5001909"/>
          </a:xfrm>
        </p:grpSpPr>
        <p:grpSp>
          <p:nvGrpSpPr>
            <p:cNvPr id="10964" name="Google Shape;10964;p9"/>
            <p:cNvGrpSpPr/>
            <p:nvPr/>
          </p:nvGrpSpPr>
          <p:grpSpPr>
            <a:xfrm>
              <a:off x="70735" y="70796"/>
              <a:ext cx="9002530" cy="22993"/>
              <a:chOff x="79447" y="96297"/>
              <a:chExt cx="9002530" cy="22993"/>
            </a:xfrm>
          </p:grpSpPr>
          <p:sp>
            <p:nvSpPr>
              <p:cNvPr id="10965" name="Google Shape;10965;p9"/>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9"/>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9"/>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9"/>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9"/>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9"/>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9"/>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9"/>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9"/>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9"/>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9"/>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9"/>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9"/>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9"/>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9"/>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9"/>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9"/>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9"/>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9"/>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9"/>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9"/>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9"/>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9"/>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9"/>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9"/>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9"/>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9"/>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9"/>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9"/>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9"/>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9"/>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9"/>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9"/>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9"/>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9"/>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9"/>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9"/>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9"/>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9"/>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9"/>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9"/>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9"/>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9"/>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9"/>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9"/>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9"/>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9"/>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9"/>
            <p:cNvGrpSpPr/>
            <p:nvPr/>
          </p:nvGrpSpPr>
          <p:grpSpPr>
            <a:xfrm>
              <a:off x="70735" y="243203"/>
              <a:ext cx="9002530" cy="21952"/>
              <a:chOff x="79447" y="266897"/>
              <a:chExt cx="9002530" cy="21952"/>
            </a:xfrm>
          </p:grpSpPr>
          <p:sp>
            <p:nvSpPr>
              <p:cNvPr id="11016" name="Google Shape;11016;p9"/>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9"/>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9"/>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9"/>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9"/>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9"/>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9"/>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9"/>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9"/>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9"/>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9"/>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9"/>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9"/>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9"/>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9"/>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9"/>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9"/>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9"/>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9"/>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9"/>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9"/>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9"/>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9"/>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9"/>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9"/>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9"/>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9"/>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9"/>
            <p:cNvGrpSpPr/>
            <p:nvPr/>
          </p:nvGrpSpPr>
          <p:grpSpPr>
            <a:xfrm>
              <a:off x="70735" y="414570"/>
              <a:ext cx="9002530" cy="21952"/>
              <a:chOff x="79447" y="437592"/>
              <a:chExt cx="9002530" cy="21952"/>
            </a:xfrm>
          </p:grpSpPr>
          <p:sp>
            <p:nvSpPr>
              <p:cNvPr id="11067" name="Google Shape;11067;p9"/>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9"/>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9"/>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9"/>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9"/>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9"/>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9"/>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9"/>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9"/>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9"/>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9"/>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9"/>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9"/>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9"/>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9"/>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9"/>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9"/>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9"/>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9"/>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9"/>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9"/>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9"/>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9"/>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9"/>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9"/>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9"/>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9"/>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9"/>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9"/>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9"/>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9"/>
            <p:cNvGrpSpPr/>
            <p:nvPr/>
          </p:nvGrpSpPr>
          <p:grpSpPr>
            <a:xfrm>
              <a:off x="70735" y="585937"/>
              <a:ext cx="9002530" cy="22993"/>
              <a:chOff x="79447" y="607151"/>
              <a:chExt cx="9002530" cy="22993"/>
            </a:xfrm>
          </p:grpSpPr>
          <p:sp>
            <p:nvSpPr>
              <p:cNvPr id="11118" name="Google Shape;11118;p9"/>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9"/>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9"/>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9"/>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9"/>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9"/>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9"/>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9"/>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9"/>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9"/>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9"/>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9"/>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9"/>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9"/>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9"/>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9"/>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9"/>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9"/>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9"/>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9"/>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9"/>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9"/>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9"/>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9"/>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9"/>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9"/>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9"/>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9"/>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9"/>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9"/>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9"/>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9"/>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9"/>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9"/>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9"/>
            <p:cNvGrpSpPr/>
            <p:nvPr/>
          </p:nvGrpSpPr>
          <p:grpSpPr>
            <a:xfrm>
              <a:off x="70735" y="758345"/>
              <a:ext cx="9002530" cy="21952"/>
              <a:chOff x="79447" y="777845"/>
              <a:chExt cx="9002530" cy="21952"/>
            </a:xfrm>
          </p:grpSpPr>
          <p:sp>
            <p:nvSpPr>
              <p:cNvPr id="11169" name="Google Shape;11169;p9"/>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9"/>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9"/>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9"/>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9"/>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9"/>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9"/>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9"/>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9"/>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9"/>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9"/>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9"/>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9"/>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9"/>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9"/>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9"/>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9"/>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9"/>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9"/>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9"/>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9"/>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9"/>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9"/>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9"/>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9"/>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9"/>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9"/>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9"/>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9"/>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9"/>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9"/>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9"/>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9"/>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9"/>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9"/>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9"/>
            <p:cNvGrpSpPr/>
            <p:nvPr/>
          </p:nvGrpSpPr>
          <p:grpSpPr>
            <a:xfrm>
              <a:off x="70735" y="929712"/>
              <a:ext cx="9002530" cy="21952"/>
              <a:chOff x="79447" y="948445"/>
              <a:chExt cx="9002530" cy="21952"/>
            </a:xfrm>
          </p:grpSpPr>
          <p:sp>
            <p:nvSpPr>
              <p:cNvPr id="11220" name="Google Shape;11220;p9"/>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9"/>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9"/>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9"/>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9"/>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9"/>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9"/>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9"/>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9"/>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9"/>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9"/>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9"/>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9"/>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9"/>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9"/>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9"/>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9"/>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9"/>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9"/>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9"/>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9"/>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9"/>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9"/>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9"/>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9"/>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9"/>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9"/>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9"/>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9"/>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9"/>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9"/>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9"/>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9"/>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9"/>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9"/>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9"/>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9"/>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9"/>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9"/>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9"/>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9"/>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9"/>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9"/>
            <p:cNvGrpSpPr/>
            <p:nvPr/>
          </p:nvGrpSpPr>
          <p:grpSpPr>
            <a:xfrm>
              <a:off x="70735" y="1101079"/>
              <a:ext cx="9002530" cy="22993"/>
              <a:chOff x="79447" y="1118099"/>
              <a:chExt cx="9002530" cy="22993"/>
            </a:xfrm>
          </p:grpSpPr>
          <p:sp>
            <p:nvSpPr>
              <p:cNvPr id="11271" name="Google Shape;11271;p9"/>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9"/>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9"/>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9"/>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9"/>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9"/>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9"/>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9"/>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9"/>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9"/>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9"/>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9"/>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9"/>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9"/>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9"/>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9"/>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9"/>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9"/>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9"/>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9"/>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9"/>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9"/>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9"/>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9"/>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9"/>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9"/>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9"/>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9"/>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9"/>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9"/>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9"/>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9"/>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9"/>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9"/>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9"/>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9"/>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9"/>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9"/>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1" name="Google Shape;11321;p9"/>
            <p:cNvGrpSpPr/>
            <p:nvPr/>
          </p:nvGrpSpPr>
          <p:grpSpPr>
            <a:xfrm>
              <a:off x="70735" y="1273487"/>
              <a:ext cx="9002530" cy="21952"/>
              <a:chOff x="79447" y="1287658"/>
              <a:chExt cx="9002530" cy="21952"/>
            </a:xfrm>
          </p:grpSpPr>
          <p:sp>
            <p:nvSpPr>
              <p:cNvPr id="11322" name="Google Shape;11322;p9"/>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9"/>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9"/>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9"/>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9"/>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9"/>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9"/>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9"/>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9"/>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9"/>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9"/>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9"/>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9"/>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9"/>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9"/>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9"/>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9"/>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9"/>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9"/>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9"/>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9"/>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9"/>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9"/>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9"/>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9"/>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9"/>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9"/>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9"/>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9"/>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9"/>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9"/>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9"/>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9"/>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9"/>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9"/>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9"/>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9"/>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9"/>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9"/>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9"/>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9"/>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9"/>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9"/>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9"/>
            <p:cNvGrpSpPr/>
            <p:nvPr/>
          </p:nvGrpSpPr>
          <p:grpSpPr>
            <a:xfrm>
              <a:off x="70735" y="1444854"/>
              <a:ext cx="9002530" cy="21952"/>
              <a:chOff x="79447" y="1458352"/>
              <a:chExt cx="9002530" cy="21952"/>
            </a:xfrm>
          </p:grpSpPr>
          <p:sp>
            <p:nvSpPr>
              <p:cNvPr id="11373" name="Google Shape;11373;p9"/>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9"/>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9"/>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9"/>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9"/>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9"/>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9"/>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9"/>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9"/>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9"/>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9"/>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9"/>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9"/>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9"/>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9"/>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9"/>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9"/>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9"/>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9"/>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9"/>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9"/>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9"/>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9"/>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9"/>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9"/>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9"/>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9"/>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9"/>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9"/>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9"/>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9"/>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9"/>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9"/>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9"/>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9"/>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9"/>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9"/>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9"/>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9"/>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9"/>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9"/>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9"/>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9"/>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9"/>
            <p:cNvGrpSpPr/>
            <p:nvPr/>
          </p:nvGrpSpPr>
          <p:grpSpPr>
            <a:xfrm>
              <a:off x="70735" y="1616221"/>
              <a:ext cx="9002530" cy="22993"/>
              <a:chOff x="79447" y="1627911"/>
              <a:chExt cx="9002530" cy="22993"/>
            </a:xfrm>
          </p:grpSpPr>
          <p:sp>
            <p:nvSpPr>
              <p:cNvPr id="11424" name="Google Shape;11424;p9"/>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9"/>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9"/>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9"/>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9"/>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9"/>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9"/>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9"/>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9"/>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9"/>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9"/>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9"/>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9"/>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9"/>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9"/>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9"/>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9"/>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9"/>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9"/>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9"/>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9"/>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9"/>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9"/>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9"/>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9"/>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9"/>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9"/>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9"/>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9"/>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9"/>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9"/>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9"/>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9"/>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9"/>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9"/>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9"/>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9"/>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9"/>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9"/>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4" name="Google Shape;11474;p9"/>
            <p:cNvGrpSpPr/>
            <p:nvPr/>
          </p:nvGrpSpPr>
          <p:grpSpPr>
            <a:xfrm>
              <a:off x="70735" y="1788629"/>
              <a:ext cx="9002530" cy="21952"/>
              <a:chOff x="79447" y="1798606"/>
              <a:chExt cx="9002530" cy="21952"/>
            </a:xfrm>
          </p:grpSpPr>
          <p:sp>
            <p:nvSpPr>
              <p:cNvPr id="11475" name="Google Shape;11475;p9"/>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9"/>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9"/>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9"/>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9"/>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9"/>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9"/>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9"/>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9"/>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9"/>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9"/>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9"/>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9"/>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9"/>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9"/>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9"/>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9"/>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9"/>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9"/>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9"/>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9"/>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9"/>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9"/>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9"/>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9"/>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9"/>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9"/>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9"/>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9"/>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9"/>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9"/>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9"/>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9"/>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9"/>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9"/>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9"/>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9"/>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9"/>
            <p:cNvGrpSpPr/>
            <p:nvPr/>
          </p:nvGrpSpPr>
          <p:grpSpPr>
            <a:xfrm>
              <a:off x="70735" y="1959996"/>
              <a:ext cx="9002530" cy="21952"/>
              <a:chOff x="79447" y="1969206"/>
              <a:chExt cx="9002530" cy="21952"/>
            </a:xfrm>
          </p:grpSpPr>
          <p:sp>
            <p:nvSpPr>
              <p:cNvPr id="11526" name="Google Shape;11526;p9"/>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9"/>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9"/>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9"/>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9"/>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9"/>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9"/>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9"/>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9"/>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9"/>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9"/>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9"/>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9"/>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9"/>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9"/>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9"/>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9"/>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9"/>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9"/>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9"/>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9"/>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9"/>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9"/>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9"/>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9"/>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9"/>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9"/>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9"/>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9"/>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9"/>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9"/>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9"/>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9"/>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9"/>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9"/>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9"/>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9"/>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9"/>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9"/>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6" name="Google Shape;11576;p9"/>
            <p:cNvGrpSpPr/>
            <p:nvPr/>
          </p:nvGrpSpPr>
          <p:grpSpPr>
            <a:xfrm>
              <a:off x="70735" y="2131363"/>
              <a:ext cx="9002530" cy="22993"/>
              <a:chOff x="79447" y="2138859"/>
              <a:chExt cx="9002530" cy="22993"/>
            </a:xfrm>
          </p:grpSpPr>
          <p:sp>
            <p:nvSpPr>
              <p:cNvPr id="11577" name="Google Shape;11577;p9"/>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9"/>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9"/>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9"/>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9"/>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9"/>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9"/>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9"/>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9"/>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9"/>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9"/>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9"/>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9"/>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9"/>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9"/>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9"/>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9"/>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9"/>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9"/>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9"/>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9"/>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9"/>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9"/>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9"/>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9"/>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9"/>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9"/>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9"/>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9"/>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9"/>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9"/>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9"/>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9"/>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9"/>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9"/>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9"/>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9"/>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9"/>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9"/>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9"/>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7" name="Google Shape;11627;p9"/>
            <p:cNvGrpSpPr/>
            <p:nvPr/>
          </p:nvGrpSpPr>
          <p:grpSpPr>
            <a:xfrm>
              <a:off x="70735" y="2303771"/>
              <a:ext cx="9002530" cy="21952"/>
              <a:chOff x="79447" y="2309459"/>
              <a:chExt cx="9002530" cy="21952"/>
            </a:xfrm>
          </p:grpSpPr>
          <p:sp>
            <p:nvSpPr>
              <p:cNvPr id="11628" name="Google Shape;11628;p9"/>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9"/>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9"/>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9"/>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9"/>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9"/>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9"/>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9"/>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9"/>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9"/>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9"/>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9"/>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9"/>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9"/>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9"/>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9"/>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9"/>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9"/>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9"/>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9"/>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9"/>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9"/>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9"/>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9"/>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9"/>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9"/>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9"/>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9"/>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9"/>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9"/>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9"/>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9"/>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9"/>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9"/>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9"/>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9"/>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9"/>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9"/>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9"/>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9"/>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9"/>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9"/>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9"/>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9"/>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9"/>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8" name="Google Shape;11678;p9"/>
            <p:cNvGrpSpPr/>
            <p:nvPr/>
          </p:nvGrpSpPr>
          <p:grpSpPr>
            <a:xfrm>
              <a:off x="70735" y="2475138"/>
              <a:ext cx="9002530" cy="21952"/>
              <a:chOff x="79447" y="2480154"/>
              <a:chExt cx="9002530" cy="21952"/>
            </a:xfrm>
          </p:grpSpPr>
          <p:sp>
            <p:nvSpPr>
              <p:cNvPr id="11679" name="Google Shape;11679;p9"/>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9"/>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9"/>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9"/>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9"/>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9"/>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9"/>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9"/>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9"/>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9"/>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9"/>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9"/>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9"/>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9"/>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9"/>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9"/>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9"/>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9"/>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9"/>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9"/>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9"/>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9"/>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9"/>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9"/>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9"/>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9"/>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9"/>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9"/>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9"/>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9"/>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9"/>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9"/>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9"/>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9"/>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9"/>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9"/>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9"/>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9"/>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9"/>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9"/>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9"/>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9"/>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9"/>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9"/>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9"/>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9"/>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9"/>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9"/>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9"/>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9"/>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9" name="Google Shape;11729;p9"/>
            <p:cNvGrpSpPr/>
            <p:nvPr/>
          </p:nvGrpSpPr>
          <p:grpSpPr>
            <a:xfrm>
              <a:off x="70735" y="2646505"/>
              <a:ext cx="9002530" cy="21952"/>
              <a:chOff x="79447" y="2650753"/>
              <a:chExt cx="9002530" cy="21952"/>
            </a:xfrm>
          </p:grpSpPr>
          <p:sp>
            <p:nvSpPr>
              <p:cNvPr id="11730" name="Google Shape;11730;p9"/>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9"/>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9"/>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9"/>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9"/>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9"/>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9"/>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9"/>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9"/>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9"/>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9"/>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9"/>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9"/>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9"/>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9"/>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9"/>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9"/>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9"/>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9"/>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9"/>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9"/>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9"/>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9"/>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9"/>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9"/>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9"/>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9"/>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9"/>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9"/>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9"/>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9"/>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9"/>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9"/>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9"/>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9"/>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9"/>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9"/>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9"/>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9"/>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9"/>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9"/>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9"/>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9"/>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9"/>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9"/>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9"/>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9"/>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9"/>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9"/>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9"/>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9"/>
            <p:cNvGrpSpPr/>
            <p:nvPr/>
          </p:nvGrpSpPr>
          <p:grpSpPr>
            <a:xfrm>
              <a:off x="70735" y="2817872"/>
              <a:ext cx="9002530" cy="21952"/>
              <a:chOff x="79447" y="2821448"/>
              <a:chExt cx="9002530" cy="21952"/>
            </a:xfrm>
          </p:grpSpPr>
          <p:sp>
            <p:nvSpPr>
              <p:cNvPr id="11781" name="Google Shape;11781;p9"/>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9"/>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9"/>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9"/>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9"/>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9"/>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9"/>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9"/>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9"/>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9"/>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9"/>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9"/>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9"/>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9"/>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9"/>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9"/>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9"/>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9"/>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9"/>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9"/>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9"/>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9"/>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9"/>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9"/>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9"/>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9"/>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9"/>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9"/>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9"/>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9"/>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9"/>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9"/>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9"/>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9"/>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9"/>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9"/>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9"/>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9"/>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9"/>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9"/>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9"/>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9"/>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9"/>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9"/>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9"/>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9"/>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9"/>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9"/>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9"/>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9"/>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1" name="Google Shape;11831;p9"/>
            <p:cNvGrpSpPr/>
            <p:nvPr/>
          </p:nvGrpSpPr>
          <p:grpSpPr>
            <a:xfrm>
              <a:off x="70735" y="2989239"/>
              <a:ext cx="9002530" cy="22898"/>
              <a:chOff x="79447" y="2991102"/>
              <a:chExt cx="9002530" cy="22898"/>
            </a:xfrm>
          </p:grpSpPr>
          <p:sp>
            <p:nvSpPr>
              <p:cNvPr id="11832" name="Google Shape;11832;p9"/>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9"/>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9"/>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9"/>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9"/>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9"/>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9"/>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9"/>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9"/>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9"/>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9"/>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9"/>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9"/>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9"/>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9"/>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9"/>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9"/>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9"/>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9"/>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9"/>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9"/>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9"/>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9"/>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9"/>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9"/>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9"/>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9"/>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9"/>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9"/>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9"/>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9"/>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9"/>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9"/>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9"/>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9"/>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9"/>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9"/>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9"/>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9"/>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9"/>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9"/>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9"/>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9"/>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9"/>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9"/>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9"/>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9"/>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9"/>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9"/>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9"/>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9"/>
            <p:cNvGrpSpPr/>
            <p:nvPr/>
          </p:nvGrpSpPr>
          <p:grpSpPr>
            <a:xfrm>
              <a:off x="70735" y="3161552"/>
              <a:ext cx="9002530" cy="21952"/>
              <a:chOff x="79447" y="3161701"/>
              <a:chExt cx="9002530" cy="21952"/>
            </a:xfrm>
          </p:grpSpPr>
          <p:sp>
            <p:nvSpPr>
              <p:cNvPr id="11883" name="Google Shape;11883;p9"/>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9"/>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9"/>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9"/>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9"/>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9"/>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9"/>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9"/>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9"/>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9"/>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9"/>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9"/>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9"/>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9"/>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9"/>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9"/>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9"/>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9"/>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9"/>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9"/>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9"/>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9"/>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9"/>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9"/>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9"/>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9"/>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9"/>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9"/>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9"/>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9"/>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9"/>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9"/>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9"/>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9"/>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9"/>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9"/>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9"/>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9"/>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9"/>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9"/>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9"/>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9"/>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9"/>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9"/>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9"/>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9"/>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9"/>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9"/>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9"/>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9"/>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9"/>
            <p:cNvGrpSpPr/>
            <p:nvPr/>
          </p:nvGrpSpPr>
          <p:grpSpPr>
            <a:xfrm>
              <a:off x="70735" y="3332919"/>
              <a:ext cx="9002530" cy="21952"/>
              <a:chOff x="79447" y="3332396"/>
              <a:chExt cx="9002530" cy="21952"/>
            </a:xfrm>
          </p:grpSpPr>
          <p:sp>
            <p:nvSpPr>
              <p:cNvPr id="11934" name="Google Shape;11934;p9"/>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9"/>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9"/>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9"/>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9"/>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9"/>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9"/>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9"/>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9"/>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9"/>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9"/>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9"/>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9"/>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9"/>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9"/>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9"/>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9"/>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9"/>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9"/>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9"/>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9"/>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9"/>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9"/>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9"/>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9"/>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9"/>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9"/>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9"/>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9"/>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9"/>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9"/>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9"/>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9"/>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9"/>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9"/>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9"/>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9"/>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9"/>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9"/>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9"/>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9"/>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9"/>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9"/>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9"/>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9"/>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9"/>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9"/>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9"/>
            <p:cNvGrpSpPr/>
            <p:nvPr/>
          </p:nvGrpSpPr>
          <p:grpSpPr>
            <a:xfrm>
              <a:off x="70735" y="3504286"/>
              <a:ext cx="9002530" cy="22993"/>
              <a:chOff x="79447" y="3501955"/>
              <a:chExt cx="9002530" cy="22993"/>
            </a:xfrm>
          </p:grpSpPr>
          <p:sp>
            <p:nvSpPr>
              <p:cNvPr id="11985" name="Google Shape;11985;p9"/>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9"/>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9"/>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9"/>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9"/>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9"/>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9"/>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9"/>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9"/>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9"/>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9"/>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9"/>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9"/>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9"/>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9"/>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9"/>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9"/>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9"/>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9"/>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9"/>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9"/>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9"/>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9"/>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9"/>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9"/>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9"/>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9"/>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9"/>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9"/>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9"/>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9"/>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9"/>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9"/>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9"/>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9"/>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9"/>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9"/>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9"/>
            <p:cNvGrpSpPr/>
            <p:nvPr/>
          </p:nvGrpSpPr>
          <p:grpSpPr>
            <a:xfrm>
              <a:off x="70735" y="3676694"/>
              <a:ext cx="9002530" cy="21952"/>
              <a:chOff x="79447" y="3672649"/>
              <a:chExt cx="9002530" cy="21952"/>
            </a:xfrm>
          </p:grpSpPr>
          <p:sp>
            <p:nvSpPr>
              <p:cNvPr id="12036" name="Google Shape;12036;p9"/>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9"/>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9"/>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9"/>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9"/>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9"/>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9"/>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9"/>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9"/>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9"/>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9"/>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9"/>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9"/>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9"/>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9"/>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9"/>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9"/>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9"/>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9"/>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9"/>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9"/>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9"/>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9"/>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9"/>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6" name="Google Shape;12086;p9"/>
            <p:cNvGrpSpPr/>
            <p:nvPr/>
          </p:nvGrpSpPr>
          <p:grpSpPr>
            <a:xfrm>
              <a:off x="70735" y="3848061"/>
              <a:ext cx="9002530" cy="21952"/>
              <a:chOff x="79447" y="3843249"/>
              <a:chExt cx="9002530" cy="21952"/>
            </a:xfrm>
          </p:grpSpPr>
          <p:sp>
            <p:nvSpPr>
              <p:cNvPr id="12087" name="Google Shape;12087;p9"/>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9"/>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9"/>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9"/>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9"/>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9"/>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9"/>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9"/>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9"/>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9"/>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9"/>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9"/>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9"/>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9"/>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9"/>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9"/>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9"/>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7" name="Google Shape;12137;p9"/>
            <p:cNvGrpSpPr/>
            <p:nvPr/>
          </p:nvGrpSpPr>
          <p:grpSpPr>
            <a:xfrm>
              <a:off x="70735" y="4019428"/>
              <a:ext cx="9002530" cy="22993"/>
              <a:chOff x="79447" y="4012903"/>
              <a:chExt cx="9002530" cy="22993"/>
            </a:xfrm>
          </p:grpSpPr>
          <p:sp>
            <p:nvSpPr>
              <p:cNvPr id="12138" name="Google Shape;12138;p9"/>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9"/>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9"/>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9"/>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9"/>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9"/>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9"/>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9"/>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9"/>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9"/>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9"/>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9"/>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9"/>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9"/>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9"/>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9"/>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9"/>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9"/>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9"/>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9"/>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9"/>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9"/>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9"/>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9"/>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9"/>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8" name="Google Shape;12188;p9"/>
            <p:cNvGrpSpPr/>
            <p:nvPr/>
          </p:nvGrpSpPr>
          <p:grpSpPr>
            <a:xfrm>
              <a:off x="70735" y="4191836"/>
              <a:ext cx="9002530" cy="21952"/>
              <a:chOff x="79447" y="4182462"/>
              <a:chExt cx="9002530" cy="21952"/>
            </a:xfrm>
          </p:grpSpPr>
          <p:sp>
            <p:nvSpPr>
              <p:cNvPr id="12189" name="Google Shape;12189;p9"/>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9"/>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9"/>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9"/>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9"/>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9"/>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9"/>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9"/>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9"/>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9"/>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9"/>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9"/>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9"/>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9"/>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9"/>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9"/>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9"/>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9"/>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9"/>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9"/>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9"/>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9"/>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9"/>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9"/>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9"/>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9"/>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9"/>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9"/>
            <p:cNvGrpSpPr/>
            <p:nvPr/>
          </p:nvGrpSpPr>
          <p:grpSpPr>
            <a:xfrm>
              <a:off x="70735" y="4363203"/>
              <a:ext cx="9002530" cy="21952"/>
              <a:chOff x="79447" y="4353157"/>
              <a:chExt cx="9002530" cy="21952"/>
            </a:xfrm>
          </p:grpSpPr>
          <p:sp>
            <p:nvSpPr>
              <p:cNvPr id="12240" name="Google Shape;12240;p9"/>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9"/>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9"/>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9"/>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9"/>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9"/>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9"/>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9"/>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9"/>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9"/>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9"/>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9"/>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9"/>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9"/>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9"/>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9"/>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9"/>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9"/>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9"/>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9"/>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9"/>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9"/>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9"/>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9"/>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9"/>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9"/>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0" name="Google Shape;12290;p9"/>
            <p:cNvGrpSpPr/>
            <p:nvPr/>
          </p:nvGrpSpPr>
          <p:grpSpPr>
            <a:xfrm>
              <a:off x="70735" y="4534570"/>
              <a:ext cx="9002530" cy="22993"/>
              <a:chOff x="79447" y="4522716"/>
              <a:chExt cx="9002530" cy="22993"/>
            </a:xfrm>
          </p:grpSpPr>
          <p:sp>
            <p:nvSpPr>
              <p:cNvPr id="12291" name="Google Shape;12291;p9"/>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9"/>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9"/>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9"/>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9"/>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9"/>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9"/>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9"/>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9"/>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9"/>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9"/>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9"/>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9"/>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9"/>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9"/>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9"/>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9"/>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9"/>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9"/>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9"/>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9"/>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9"/>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9"/>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1" name="Google Shape;12341;p9"/>
            <p:cNvGrpSpPr/>
            <p:nvPr/>
          </p:nvGrpSpPr>
          <p:grpSpPr>
            <a:xfrm>
              <a:off x="70735" y="4706978"/>
              <a:ext cx="9002530" cy="21952"/>
              <a:chOff x="79447" y="4693410"/>
              <a:chExt cx="9002530" cy="21952"/>
            </a:xfrm>
          </p:grpSpPr>
          <p:sp>
            <p:nvSpPr>
              <p:cNvPr id="12342" name="Google Shape;12342;p9"/>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9"/>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9"/>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9"/>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9"/>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9"/>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9"/>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9"/>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9"/>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9"/>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9"/>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9"/>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9"/>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9"/>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9"/>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9"/>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9"/>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9"/>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9"/>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9"/>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9"/>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9"/>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9"/>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9"/>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9"/>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9"/>
            <p:cNvGrpSpPr/>
            <p:nvPr/>
          </p:nvGrpSpPr>
          <p:grpSpPr>
            <a:xfrm>
              <a:off x="70735" y="4878345"/>
              <a:ext cx="9002530" cy="21952"/>
              <a:chOff x="79447" y="4864010"/>
              <a:chExt cx="9002530" cy="21952"/>
            </a:xfrm>
          </p:grpSpPr>
          <p:sp>
            <p:nvSpPr>
              <p:cNvPr id="12393" name="Google Shape;12393;p9"/>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9"/>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9"/>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9"/>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9"/>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9"/>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9"/>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9"/>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9"/>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9"/>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9"/>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9"/>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9"/>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9"/>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9"/>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9"/>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9"/>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9"/>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9"/>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9"/>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9"/>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9"/>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9"/>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9"/>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9"/>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9"/>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9"/>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9"/>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9"/>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9"/>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9"/>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9"/>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9"/>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9"/>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9"/>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9"/>
            <p:cNvGrpSpPr/>
            <p:nvPr/>
          </p:nvGrpSpPr>
          <p:grpSpPr>
            <a:xfrm>
              <a:off x="70735" y="5049712"/>
              <a:ext cx="9002530" cy="22993"/>
              <a:chOff x="79447" y="5033664"/>
              <a:chExt cx="9002530" cy="22993"/>
            </a:xfrm>
          </p:grpSpPr>
          <p:sp>
            <p:nvSpPr>
              <p:cNvPr id="12444" name="Google Shape;12444;p9"/>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9"/>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9"/>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9"/>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9"/>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9"/>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9"/>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9"/>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9"/>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9"/>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9"/>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9"/>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9"/>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9"/>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9"/>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9"/>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9"/>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9"/>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9"/>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9"/>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9"/>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9"/>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9"/>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494" name="Google Shape;12494;p9"/>
          <p:cNvSpPr txBox="1">
            <a:spLocks noGrp="1"/>
          </p:cNvSpPr>
          <p:nvPr>
            <p:ph type="title"/>
          </p:nvPr>
        </p:nvSpPr>
        <p:spPr>
          <a:xfrm>
            <a:off x="2340900" y="1422350"/>
            <a:ext cx="4462200" cy="800400"/>
          </a:xfrm>
          <a:prstGeom prst="rect">
            <a:avLst/>
          </a:prstGeom>
        </p:spPr>
        <p:txBody>
          <a:bodyPr spcFirstLastPara="1" wrap="square" lIns="91425" tIns="91425" rIns="91425" bIns="91425" anchor="t" anchorCtr="0">
            <a:noAutofit/>
          </a:bodyPr>
          <a:lstStyle>
            <a:lvl1pPr lvl="0">
              <a:spcBef>
                <a:spcPts val="0"/>
              </a:spcBef>
              <a:spcAft>
                <a:spcPts val="0"/>
              </a:spcAft>
              <a:buSzPts val="6000"/>
              <a:buNone/>
              <a:defRPr sz="4000"/>
            </a:lvl1pPr>
            <a:lvl2pPr lvl="1" algn="l">
              <a:spcBef>
                <a:spcPts val="0"/>
              </a:spcBef>
              <a:spcAft>
                <a:spcPts val="0"/>
              </a:spcAft>
              <a:buSzPts val="6000"/>
              <a:buNone/>
              <a:defRPr sz="6000"/>
            </a:lvl2pPr>
            <a:lvl3pPr lvl="2" algn="l">
              <a:spcBef>
                <a:spcPts val="0"/>
              </a:spcBef>
              <a:spcAft>
                <a:spcPts val="0"/>
              </a:spcAft>
              <a:buSzPts val="6000"/>
              <a:buNone/>
              <a:defRPr sz="6000"/>
            </a:lvl3pPr>
            <a:lvl4pPr lvl="3" algn="l">
              <a:spcBef>
                <a:spcPts val="0"/>
              </a:spcBef>
              <a:spcAft>
                <a:spcPts val="0"/>
              </a:spcAft>
              <a:buSzPts val="6000"/>
              <a:buNone/>
              <a:defRPr sz="6000"/>
            </a:lvl4pPr>
            <a:lvl5pPr lvl="4" algn="l">
              <a:spcBef>
                <a:spcPts val="0"/>
              </a:spcBef>
              <a:spcAft>
                <a:spcPts val="0"/>
              </a:spcAft>
              <a:buSzPts val="6000"/>
              <a:buNone/>
              <a:defRPr sz="6000"/>
            </a:lvl5pPr>
            <a:lvl6pPr lvl="5" algn="l">
              <a:spcBef>
                <a:spcPts val="0"/>
              </a:spcBef>
              <a:spcAft>
                <a:spcPts val="0"/>
              </a:spcAft>
              <a:buSzPts val="6000"/>
              <a:buNone/>
              <a:defRPr sz="6000"/>
            </a:lvl6pPr>
            <a:lvl7pPr lvl="6" algn="l">
              <a:spcBef>
                <a:spcPts val="0"/>
              </a:spcBef>
              <a:spcAft>
                <a:spcPts val="0"/>
              </a:spcAft>
              <a:buSzPts val="6000"/>
              <a:buNone/>
              <a:defRPr sz="6000"/>
            </a:lvl7pPr>
            <a:lvl8pPr lvl="7" algn="l">
              <a:spcBef>
                <a:spcPts val="0"/>
              </a:spcBef>
              <a:spcAft>
                <a:spcPts val="0"/>
              </a:spcAft>
              <a:buSzPts val="6000"/>
              <a:buNone/>
              <a:defRPr sz="6000"/>
            </a:lvl8pPr>
            <a:lvl9pPr lvl="8" algn="l">
              <a:spcBef>
                <a:spcPts val="0"/>
              </a:spcBef>
              <a:spcAft>
                <a:spcPts val="0"/>
              </a:spcAft>
              <a:buSzPts val="6000"/>
              <a:buNone/>
              <a:defRPr sz="6000"/>
            </a:lvl9pPr>
          </a:lstStyle>
          <a:p>
            <a:endParaRPr/>
          </a:p>
        </p:txBody>
      </p:sp>
      <p:sp>
        <p:nvSpPr>
          <p:cNvPr id="12495" name="Google Shape;12495;p9"/>
          <p:cNvSpPr txBox="1">
            <a:spLocks noGrp="1"/>
          </p:cNvSpPr>
          <p:nvPr>
            <p:ph type="subTitle" idx="1"/>
          </p:nvPr>
        </p:nvSpPr>
        <p:spPr>
          <a:xfrm>
            <a:off x="2340900" y="2429573"/>
            <a:ext cx="4462200" cy="1200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50"/>
              <a:buNone/>
              <a:defRPr sz="1650"/>
            </a:lvl1pPr>
            <a:lvl2pPr lvl="1">
              <a:lnSpc>
                <a:spcPct val="100000"/>
              </a:lnSpc>
              <a:spcBef>
                <a:spcPts val="0"/>
              </a:spcBef>
              <a:spcAft>
                <a:spcPts val="0"/>
              </a:spcAft>
              <a:buSzPts val="1650"/>
              <a:buNone/>
              <a:defRPr sz="1650"/>
            </a:lvl2pPr>
            <a:lvl3pPr lvl="2">
              <a:lnSpc>
                <a:spcPct val="100000"/>
              </a:lnSpc>
              <a:spcBef>
                <a:spcPts val="0"/>
              </a:spcBef>
              <a:spcAft>
                <a:spcPts val="0"/>
              </a:spcAft>
              <a:buSzPts val="1650"/>
              <a:buNone/>
              <a:defRPr sz="1650"/>
            </a:lvl3pPr>
            <a:lvl4pPr lvl="3">
              <a:lnSpc>
                <a:spcPct val="100000"/>
              </a:lnSpc>
              <a:spcBef>
                <a:spcPts val="0"/>
              </a:spcBef>
              <a:spcAft>
                <a:spcPts val="0"/>
              </a:spcAft>
              <a:buSzPts val="1650"/>
              <a:buNone/>
              <a:defRPr sz="1650"/>
            </a:lvl4pPr>
            <a:lvl5pPr lvl="4">
              <a:lnSpc>
                <a:spcPct val="100000"/>
              </a:lnSpc>
              <a:spcBef>
                <a:spcPts val="0"/>
              </a:spcBef>
              <a:spcAft>
                <a:spcPts val="0"/>
              </a:spcAft>
              <a:buSzPts val="1650"/>
              <a:buNone/>
              <a:defRPr sz="1650"/>
            </a:lvl5pPr>
            <a:lvl6pPr lvl="5">
              <a:lnSpc>
                <a:spcPct val="100000"/>
              </a:lnSpc>
              <a:spcBef>
                <a:spcPts val="0"/>
              </a:spcBef>
              <a:spcAft>
                <a:spcPts val="0"/>
              </a:spcAft>
              <a:buSzPts val="1650"/>
              <a:buNone/>
              <a:defRPr sz="1650"/>
            </a:lvl6pPr>
            <a:lvl7pPr lvl="6">
              <a:lnSpc>
                <a:spcPct val="100000"/>
              </a:lnSpc>
              <a:spcBef>
                <a:spcPts val="0"/>
              </a:spcBef>
              <a:spcAft>
                <a:spcPts val="0"/>
              </a:spcAft>
              <a:buSzPts val="1650"/>
              <a:buNone/>
              <a:defRPr sz="1650"/>
            </a:lvl7pPr>
            <a:lvl8pPr lvl="7">
              <a:lnSpc>
                <a:spcPct val="100000"/>
              </a:lnSpc>
              <a:spcBef>
                <a:spcPts val="0"/>
              </a:spcBef>
              <a:spcAft>
                <a:spcPts val="0"/>
              </a:spcAft>
              <a:buSzPts val="1650"/>
              <a:buNone/>
              <a:defRPr sz="1650"/>
            </a:lvl8pPr>
            <a:lvl9pPr lvl="8">
              <a:lnSpc>
                <a:spcPct val="100000"/>
              </a:lnSpc>
              <a:spcBef>
                <a:spcPts val="0"/>
              </a:spcBef>
              <a:spcAft>
                <a:spcPts val="0"/>
              </a:spcAft>
              <a:buSzPts val="1650"/>
              <a:buNone/>
              <a:defRPr sz="165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4033"/>
        <p:cNvGrpSpPr/>
        <p:nvPr/>
      </p:nvGrpSpPr>
      <p:grpSpPr>
        <a:xfrm>
          <a:off x="0" y="0"/>
          <a:ext cx="0" cy="0"/>
          <a:chOff x="0" y="0"/>
          <a:chExt cx="0" cy="0"/>
        </a:xfrm>
      </p:grpSpPr>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4034"/>
        <p:cNvGrpSpPr/>
        <p:nvPr/>
      </p:nvGrpSpPr>
      <p:grpSpPr>
        <a:xfrm>
          <a:off x="0" y="0"/>
          <a:ext cx="0" cy="0"/>
          <a:chOff x="0" y="0"/>
          <a:chExt cx="0" cy="0"/>
        </a:xfrm>
      </p:grpSpPr>
      <p:grpSp>
        <p:nvGrpSpPr>
          <p:cNvPr id="14035" name="Google Shape;14035;p13"/>
          <p:cNvGrpSpPr/>
          <p:nvPr/>
        </p:nvGrpSpPr>
        <p:grpSpPr>
          <a:xfrm>
            <a:off x="70735" y="70796"/>
            <a:ext cx="9002530" cy="5001909"/>
            <a:chOff x="70735" y="70796"/>
            <a:chExt cx="9002530" cy="5001909"/>
          </a:xfrm>
        </p:grpSpPr>
        <p:grpSp>
          <p:nvGrpSpPr>
            <p:cNvPr id="14036" name="Google Shape;14036;p13"/>
            <p:cNvGrpSpPr/>
            <p:nvPr/>
          </p:nvGrpSpPr>
          <p:grpSpPr>
            <a:xfrm>
              <a:off x="70735" y="70796"/>
              <a:ext cx="9002530" cy="22993"/>
              <a:chOff x="79447" y="96297"/>
              <a:chExt cx="9002530" cy="22993"/>
            </a:xfrm>
          </p:grpSpPr>
          <p:sp>
            <p:nvSpPr>
              <p:cNvPr id="14037" name="Google Shape;14037;p13"/>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3"/>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3"/>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3"/>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3"/>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3"/>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3"/>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3"/>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3"/>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3"/>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3"/>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3"/>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3"/>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3"/>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3"/>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3"/>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3"/>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3"/>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3"/>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3"/>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3"/>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3"/>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3"/>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3"/>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3"/>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3"/>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13"/>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3"/>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3"/>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3"/>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3"/>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3"/>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3"/>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3"/>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3"/>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3"/>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3"/>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3"/>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3"/>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3"/>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3"/>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3"/>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13"/>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3"/>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3"/>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3"/>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3"/>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3"/>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3"/>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3"/>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7" name="Google Shape;14087;p13"/>
            <p:cNvGrpSpPr/>
            <p:nvPr/>
          </p:nvGrpSpPr>
          <p:grpSpPr>
            <a:xfrm>
              <a:off x="70735" y="243203"/>
              <a:ext cx="9002530" cy="21952"/>
              <a:chOff x="79447" y="266897"/>
              <a:chExt cx="9002530" cy="21952"/>
            </a:xfrm>
          </p:grpSpPr>
          <p:sp>
            <p:nvSpPr>
              <p:cNvPr id="14088" name="Google Shape;14088;p13"/>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3"/>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3"/>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3"/>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3"/>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3"/>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3"/>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3"/>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3"/>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3"/>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3"/>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3"/>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3"/>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3"/>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3"/>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3"/>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3"/>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3"/>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3"/>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3"/>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3"/>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3"/>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3"/>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3"/>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3"/>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3"/>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3"/>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3"/>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3"/>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3"/>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3"/>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3"/>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3"/>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13"/>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3"/>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3"/>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3"/>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3"/>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3"/>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3"/>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3"/>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3"/>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3"/>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3"/>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3"/>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3"/>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3"/>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3"/>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3"/>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3"/>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8" name="Google Shape;14138;p13"/>
            <p:cNvGrpSpPr/>
            <p:nvPr/>
          </p:nvGrpSpPr>
          <p:grpSpPr>
            <a:xfrm>
              <a:off x="70735" y="414570"/>
              <a:ext cx="9002530" cy="21952"/>
              <a:chOff x="79447" y="437592"/>
              <a:chExt cx="9002530" cy="21952"/>
            </a:xfrm>
          </p:grpSpPr>
          <p:sp>
            <p:nvSpPr>
              <p:cNvPr id="14139" name="Google Shape;14139;p13"/>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3"/>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3"/>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3"/>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3"/>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3"/>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3"/>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3"/>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3"/>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3"/>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3"/>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3"/>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3"/>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3"/>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3"/>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3"/>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3"/>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3"/>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13"/>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3"/>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3"/>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3"/>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3"/>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3"/>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3"/>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3"/>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3"/>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3"/>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3"/>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3"/>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3"/>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3"/>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3"/>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3"/>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3"/>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3"/>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3"/>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3"/>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3"/>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3"/>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3"/>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3"/>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13"/>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13"/>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3"/>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3"/>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3"/>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3"/>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3"/>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3"/>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13"/>
            <p:cNvGrpSpPr/>
            <p:nvPr/>
          </p:nvGrpSpPr>
          <p:grpSpPr>
            <a:xfrm>
              <a:off x="70735" y="585937"/>
              <a:ext cx="9002530" cy="22993"/>
              <a:chOff x="79447" y="607151"/>
              <a:chExt cx="9002530" cy="22993"/>
            </a:xfrm>
          </p:grpSpPr>
          <p:sp>
            <p:nvSpPr>
              <p:cNvPr id="14190" name="Google Shape;14190;p13"/>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3"/>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13"/>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3"/>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3"/>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3"/>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3"/>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3"/>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3"/>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13"/>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3"/>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3"/>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3"/>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3"/>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3"/>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3"/>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13"/>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3"/>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3"/>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3"/>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3"/>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3"/>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3"/>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3"/>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3"/>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3"/>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3"/>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13"/>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13"/>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3"/>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3"/>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3"/>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3"/>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3"/>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3"/>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3"/>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3"/>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3"/>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3"/>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13"/>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13"/>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3"/>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3"/>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3"/>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3"/>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3"/>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3"/>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13"/>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3"/>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3"/>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13"/>
            <p:cNvGrpSpPr/>
            <p:nvPr/>
          </p:nvGrpSpPr>
          <p:grpSpPr>
            <a:xfrm>
              <a:off x="70735" y="758345"/>
              <a:ext cx="9002530" cy="21952"/>
              <a:chOff x="79447" y="777845"/>
              <a:chExt cx="9002530" cy="21952"/>
            </a:xfrm>
          </p:grpSpPr>
          <p:sp>
            <p:nvSpPr>
              <p:cNvPr id="14241" name="Google Shape;14241;p13"/>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3"/>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3"/>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3"/>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3"/>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3"/>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3"/>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13"/>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3"/>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3"/>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3"/>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3"/>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3"/>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3"/>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13"/>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3"/>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3"/>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3"/>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3"/>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3"/>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3"/>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3"/>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3"/>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3"/>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3"/>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3"/>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3"/>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3"/>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3"/>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3"/>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3"/>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3"/>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3"/>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3"/>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3"/>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3"/>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3"/>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3"/>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3"/>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3"/>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3"/>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3"/>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3"/>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3"/>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3"/>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3"/>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3"/>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3"/>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3"/>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3"/>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1" name="Google Shape;14291;p13"/>
            <p:cNvGrpSpPr/>
            <p:nvPr/>
          </p:nvGrpSpPr>
          <p:grpSpPr>
            <a:xfrm>
              <a:off x="70735" y="929712"/>
              <a:ext cx="9002530" cy="21952"/>
              <a:chOff x="79447" y="948445"/>
              <a:chExt cx="9002530" cy="21952"/>
            </a:xfrm>
          </p:grpSpPr>
          <p:sp>
            <p:nvSpPr>
              <p:cNvPr id="14292" name="Google Shape;14292;p13"/>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3"/>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3"/>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3"/>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3"/>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3"/>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3"/>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3"/>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3"/>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3"/>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3"/>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3"/>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3"/>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3"/>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3"/>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3"/>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3"/>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3"/>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3"/>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3"/>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13"/>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3"/>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3"/>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3"/>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3"/>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3"/>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3"/>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3"/>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3"/>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3"/>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3"/>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3"/>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3"/>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3"/>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3"/>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3"/>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3"/>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3"/>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3"/>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3"/>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3"/>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13"/>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3"/>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3"/>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3"/>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3"/>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3"/>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3"/>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3"/>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3"/>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13"/>
            <p:cNvGrpSpPr/>
            <p:nvPr/>
          </p:nvGrpSpPr>
          <p:grpSpPr>
            <a:xfrm>
              <a:off x="70735" y="1101079"/>
              <a:ext cx="9002530" cy="22993"/>
              <a:chOff x="79447" y="1118099"/>
              <a:chExt cx="9002530" cy="22993"/>
            </a:xfrm>
          </p:grpSpPr>
          <p:sp>
            <p:nvSpPr>
              <p:cNvPr id="14343" name="Google Shape;14343;p13"/>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3"/>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3"/>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3"/>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3"/>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3"/>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3"/>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3"/>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3"/>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13"/>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3"/>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3"/>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3"/>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3"/>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3"/>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3"/>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13"/>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13"/>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3"/>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3"/>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3"/>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3"/>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3"/>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3"/>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3"/>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3"/>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3"/>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3"/>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3"/>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13"/>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3"/>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3"/>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3"/>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3"/>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3"/>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13"/>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3"/>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3"/>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3"/>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3"/>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3"/>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3"/>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3"/>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3"/>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3"/>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3"/>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3"/>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3"/>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3"/>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3"/>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3" name="Google Shape;14393;p13"/>
            <p:cNvGrpSpPr/>
            <p:nvPr/>
          </p:nvGrpSpPr>
          <p:grpSpPr>
            <a:xfrm>
              <a:off x="70735" y="1273487"/>
              <a:ext cx="9002530" cy="21952"/>
              <a:chOff x="79447" y="1287658"/>
              <a:chExt cx="9002530" cy="21952"/>
            </a:xfrm>
          </p:grpSpPr>
          <p:sp>
            <p:nvSpPr>
              <p:cNvPr id="14394" name="Google Shape;14394;p13"/>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3"/>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3"/>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13"/>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3"/>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3"/>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3"/>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3"/>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3"/>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3"/>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3"/>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3"/>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3"/>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13"/>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3"/>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3"/>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3"/>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3"/>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3"/>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3"/>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13"/>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13"/>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3"/>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3"/>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13"/>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13"/>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3"/>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3"/>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3"/>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3"/>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3"/>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3"/>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3"/>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3"/>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3"/>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3"/>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3"/>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3"/>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3"/>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3"/>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3"/>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3"/>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3"/>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3"/>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3"/>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3"/>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3"/>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3"/>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3"/>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3"/>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4" name="Google Shape;14444;p13"/>
            <p:cNvGrpSpPr/>
            <p:nvPr/>
          </p:nvGrpSpPr>
          <p:grpSpPr>
            <a:xfrm>
              <a:off x="70735" y="1444854"/>
              <a:ext cx="9002530" cy="21952"/>
              <a:chOff x="79447" y="1458352"/>
              <a:chExt cx="9002530" cy="21952"/>
            </a:xfrm>
          </p:grpSpPr>
          <p:sp>
            <p:nvSpPr>
              <p:cNvPr id="14445" name="Google Shape;14445;p13"/>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3"/>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3"/>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3"/>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13"/>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13"/>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3"/>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3"/>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3"/>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3"/>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3"/>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3"/>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3"/>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3"/>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3"/>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3"/>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3"/>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3"/>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3"/>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3"/>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13"/>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13"/>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3"/>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3"/>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3"/>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3"/>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3"/>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13"/>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13"/>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3"/>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3"/>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3"/>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3"/>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3"/>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3"/>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3"/>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3"/>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3"/>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3"/>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3"/>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3"/>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3"/>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3"/>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3"/>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3"/>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3"/>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3"/>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13"/>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13"/>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13"/>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5" name="Google Shape;14495;p13"/>
            <p:cNvGrpSpPr/>
            <p:nvPr/>
          </p:nvGrpSpPr>
          <p:grpSpPr>
            <a:xfrm>
              <a:off x="70735" y="1616221"/>
              <a:ext cx="9002530" cy="22993"/>
              <a:chOff x="79447" y="1627911"/>
              <a:chExt cx="9002530" cy="22993"/>
            </a:xfrm>
          </p:grpSpPr>
          <p:sp>
            <p:nvSpPr>
              <p:cNvPr id="14496" name="Google Shape;14496;p13"/>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13"/>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3"/>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13"/>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13"/>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3"/>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3"/>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3"/>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3"/>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3"/>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3"/>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13"/>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13"/>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3"/>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3"/>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3"/>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3"/>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3"/>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3"/>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3"/>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3"/>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3"/>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3"/>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3"/>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3"/>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3"/>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3"/>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3"/>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3"/>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3"/>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3"/>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3"/>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3"/>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3"/>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3"/>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3"/>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13"/>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13"/>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13"/>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3"/>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3"/>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3"/>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3"/>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3"/>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13"/>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13"/>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3"/>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3"/>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3"/>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3"/>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6" name="Google Shape;14546;p13"/>
            <p:cNvGrpSpPr/>
            <p:nvPr/>
          </p:nvGrpSpPr>
          <p:grpSpPr>
            <a:xfrm>
              <a:off x="70735" y="1788629"/>
              <a:ext cx="9002530" cy="21952"/>
              <a:chOff x="79447" y="1798606"/>
              <a:chExt cx="9002530" cy="21952"/>
            </a:xfrm>
          </p:grpSpPr>
          <p:sp>
            <p:nvSpPr>
              <p:cNvPr id="14547" name="Google Shape;14547;p13"/>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3"/>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13"/>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13"/>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3"/>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3"/>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3"/>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3"/>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13"/>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3"/>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3"/>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3"/>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3"/>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3"/>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3"/>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3"/>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3"/>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3"/>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13"/>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3"/>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3"/>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3"/>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3"/>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3"/>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3"/>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3"/>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3"/>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3"/>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13"/>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3"/>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3"/>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3"/>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3"/>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13"/>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13"/>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3"/>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3"/>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3"/>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3"/>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3"/>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3"/>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3"/>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3"/>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3"/>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3"/>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3"/>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3"/>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3"/>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3"/>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3"/>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7" name="Google Shape;14597;p13"/>
            <p:cNvGrpSpPr/>
            <p:nvPr/>
          </p:nvGrpSpPr>
          <p:grpSpPr>
            <a:xfrm>
              <a:off x="70735" y="1959996"/>
              <a:ext cx="9002530" cy="21952"/>
              <a:chOff x="79447" y="1969206"/>
              <a:chExt cx="9002530" cy="21952"/>
            </a:xfrm>
          </p:grpSpPr>
          <p:sp>
            <p:nvSpPr>
              <p:cNvPr id="14598" name="Google Shape;14598;p13"/>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3"/>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3"/>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3"/>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3"/>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3"/>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3"/>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3"/>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3"/>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3"/>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3"/>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13"/>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3"/>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3"/>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3"/>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3"/>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3"/>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3"/>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3"/>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3"/>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3"/>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3"/>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3"/>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3"/>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3"/>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3"/>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3"/>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3"/>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3"/>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3"/>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13"/>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13"/>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3"/>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3"/>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13"/>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3"/>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3"/>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3"/>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3"/>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3"/>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3"/>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3"/>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3"/>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3"/>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3"/>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3"/>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3"/>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13"/>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3"/>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3"/>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8" name="Google Shape;14648;p13"/>
            <p:cNvGrpSpPr/>
            <p:nvPr/>
          </p:nvGrpSpPr>
          <p:grpSpPr>
            <a:xfrm>
              <a:off x="70735" y="2131363"/>
              <a:ext cx="9002530" cy="22993"/>
              <a:chOff x="79447" y="2138859"/>
              <a:chExt cx="9002530" cy="22993"/>
            </a:xfrm>
          </p:grpSpPr>
          <p:sp>
            <p:nvSpPr>
              <p:cNvPr id="14649" name="Google Shape;14649;p13"/>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3"/>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13"/>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13"/>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3"/>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3"/>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3"/>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3"/>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13"/>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13"/>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3"/>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3"/>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3"/>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3"/>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3"/>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13"/>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13"/>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3"/>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3"/>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3"/>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3"/>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3"/>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3"/>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13"/>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13"/>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3"/>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13"/>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13"/>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3"/>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3"/>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3"/>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3"/>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3"/>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3"/>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3"/>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3"/>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3"/>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3"/>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3"/>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13"/>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13"/>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3"/>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3"/>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3"/>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3"/>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3"/>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3"/>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3"/>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3"/>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3"/>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9" name="Google Shape;14699;p13"/>
            <p:cNvGrpSpPr/>
            <p:nvPr/>
          </p:nvGrpSpPr>
          <p:grpSpPr>
            <a:xfrm>
              <a:off x="70735" y="2303771"/>
              <a:ext cx="9002530" cy="21952"/>
              <a:chOff x="79447" y="2309459"/>
              <a:chExt cx="9002530" cy="21952"/>
            </a:xfrm>
          </p:grpSpPr>
          <p:sp>
            <p:nvSpPr>
              <p:cNvPr id="14700" name="Google Shape;14700;p13"/>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3"/>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3"/>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3"/>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3"/>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3"/>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13"/>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13"/>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3"/>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3"/>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13"/>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3"/>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3"/>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3"/>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3"/>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3"/>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3"/>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3"/>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3"/>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13"/>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13"/>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3"/>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3"/>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3"/>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3"/>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3"/>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3"/>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3"/>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3"/>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3"/>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13"/>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13"/>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3"/>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3"/>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3"/>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3"/>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3"/>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13"/>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3"/>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3"/>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3"/>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13"/>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13"/>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3"/>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13"/>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3"/>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3"/>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3"/>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3"/>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3"/>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13"/>
            <p:cNvGrpSpPr/>
            <p:nvPr/>
          </p:nvGrpSpPr>
          <p:grpSpPr>
            <a:xfrm>
              <a:off x="70735" y="2475138"/>
              <a:ext cx="9002530" cy="21952"/>
              <a:chOff x="79447" y="2480154"/>
              <a:chExt cx="9002530" cy="21952"/>
            </a:xfrm>
          </p:grpSpPr>
          <p:sp>
            <p:nvSpPr>
              <p:cNvPr id="14751" name="Google Shape;14751;p13"/>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3"/>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3"/>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3"/>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13"/>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13"/>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3"/>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3"/>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3"/>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3"/>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3"/>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3"/>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3"/>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13"/>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3"/>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3"/>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3"/>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13"/>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3"/>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13"/>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13"/>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3"/>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3"/>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3"/>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3"/>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3"/>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13"/>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13"/>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3"/>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13"/>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13"/>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3"/>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3"/>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3"/>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3"/>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3"/>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13"/>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3"/>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3"/>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3"/>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3"/>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3"/>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13"/>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3"/>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3"/>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3"/>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3"/>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13"/>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13"/>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3"/>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13"/>
            <p:cNvGrpSpPr/>
            <p:nvPr/>
          </p:nvGrpSpPr>
          <p:grpSpPr>
            <a:xfrm>
              <a:off x="70735" y="2646505"/>
              <a:ext cx="9002530" cy="21952"/>
              <a:chOff x="79447" y="2650753"/>
              <a:chExt cx="9002530" cy="21952"/>
            </a:xfrm>
          </p:grpSpPr>
          <p:sp>
            <p:nvSpPr>
              <p:cNvPr id="14802" name="Google Shape;14802;p13"/>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3"/>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3"/>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3"/>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3"/>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3"/>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3"/>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3"/>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3"/>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3"/>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3"/>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13"/>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13"/>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3"/>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13"/>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3"/>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13"/>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13"/>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3"/>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13"/>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13"/>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3"/>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3"/>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3"/>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3"/>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3"/>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3"/>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13"/>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13"/>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3"/>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3"/>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13"/>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13"/>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3"/>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3"/>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13"/>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13"/>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3"/>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3"/>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13"/>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13"/>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3"/>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3"/>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13"/>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13"/>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3"/>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3"/>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3"/>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13"/>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3"/>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2" name="Google Shape;14852;p13"/>
            <p:cNvGrpSpPr/>
            <p:nvPr/>
          </p:nvGrpSpPr>
          <p:grpSpPr>
            <a:xfrm>
              <a:off x="70735" y="2817872"/>
              <a:ext cx="9002530" cy="21952"/>
              <a:chOff x="79447" y="2821448"/>
              <a:chExt cx="9002530" cy="21952"/>
            </a:xfrm>
          </p:grpSpPr>
          <p:sp>
            <p:nvSpPr>
              <p:cNvPr id="14853" name="Google Shape;14853;p13"/>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3"/>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13"/>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13"/>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13"/>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13"/>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3"/>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3"/>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3"/>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13"/>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13"/>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3"/>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3"/>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13"/>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13"/>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3"/>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3"/>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3"/>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3"/>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3"/>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3"/>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13"/>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3"/>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3"/>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3"/>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3"/>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3"/>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3"/>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13"/>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3"/>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3"/>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3"/>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3"/>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3"/>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3"/>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3"/>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3"/>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3"/>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3"/>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3"/>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13"/>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13"/>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3"/>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3"/>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3"/>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3"/>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3"/>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13"/>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13"/>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3"/>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3" name="Google Shape;14903;p13"/>
            <p:cNvGrpSpPr/>
            <p:nvPr/>
          </p:nvGrpSpPr>
          <p:grpSpPr>
            <a:xfrm>
              <a:off x="70735" y="2989239"/>
              <a:ext cx="9002530" cy="22898"/>
              <a:chOff x="79447" y="2991102"/>
              <a:chExt cx="9002530" cy="22898"/>
            </a:xfrm>
          </p:grpSpPr>
          <p:sp>
            <p:nvSpPr>
              <p:cNvPr id="14904" name="Google Shape;14904;p13"/>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3"/>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13"/>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13"/>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3"/>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3"/>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3"/>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3"/>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3"/>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13"/>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13"/>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13"/>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13"/>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3"/>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13"/>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13"/>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3"/>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3"/>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3"/>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3"/>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3"/>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3"/>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3"/>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3"/>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3"/>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3"/>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3"/>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3"/>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3"/>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3"/>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3"/>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13"/>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13"/>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13"/>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3"/>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3"/>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3"/>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3"/>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3"/>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3"/>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3"/>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3"/>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13"/>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3"/>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3"/>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3"/>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3"/>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13"/>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3"/>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3"/>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4" name="Google Shape;14954;p13"/>
            <p:cNvGrpSpPr/>
            <p:nvPr/>
          </p:nvGrpSpPr>
          <p:grpSpPr>
            <a:xfrm>
              <a:off x="70735" y="3161552"/>
              <a:ext cx="9002530" cy="21952"/>
              <a:chOff x="79447" y="3161701"/>
              <a:chExt cx="9002530" cy="21952"/>
            </a:xfrm>
          </p:grpSpPr>
          <p:sp>
            <p:nvSpPr>
              <p:cNvPr id="14955" name="Google Shape;14955;p13"/>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3"/>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3"/>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3"/>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3"/>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3"/>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3"/>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3"/>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3"/>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3"/>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3"/>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13"/>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13"/>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13"/>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3"/>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3"/>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13"/>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13"/>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13"/>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3"/>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13"/>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13"/>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3"/>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3"/>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3"/>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13"/>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13"/>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3"/>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3"/>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3"/>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3"/>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3"/>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3"/>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3"/>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3"/>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3"/>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3"/>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13"/>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13"/>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13"/>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13"/>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13"/>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13"/>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13"/>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3"/>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3"/>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3"/>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13"/>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13"/>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3"/>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5" name="Google Shape;15005;p13"/>
            <p:cNvGrpSpPr/>
            <p:nvPr/>
          </p:nvGrpSpPr>
          <p:grpSpPr>
            <a:xfrm>
              <a:off x="70735" y="3332919"/>
              <a:ext cx="9002530" cy="21952"/>
              <a:chOff x="79447" y="3332396"/>
              <a:chExt cx="9002530" cy="21952"/>
            </a:xfrm>
          </p:grpSpPr>
          <p:sp>
            <p:nvSpPr>
              <p:cNvPr id="15006" name="Google Shape;15006;p13"/>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13"/>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13"/>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3"/>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3"/>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13"/>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13"/>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3"/>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3"/>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13"/>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13"/>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3"/>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13"/>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13"/>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3"/>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3"/>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13"/>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13"/>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3"/>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3"/>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13"/>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13"/>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3"/>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3"/>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3"/>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3"/>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3"/>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13"/>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13"/>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3"/>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3"/>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3"/>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3"/>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3"/>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13"/>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13"/>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3"/>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3"/>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3"/>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3"/>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3"/>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3"/>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3"/>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3"/>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3"/>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3"/>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13"/>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13"/>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3"/>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3"/>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13"/>
            <p:cNvGrpSpPr/>
            <p:nvPr/>
          </p:nvGrpSpPr>
          <p:grpSpPr>
            <a:xfrm>
              <a:off x="70735" y="3504286"/>
              <a:ext cx="9002530" cy="22993"/>
              <a:chOff x="79447" y="3501955"/>
              <a:chExt cx="9002530" cy="22993"/>
            </a:xfrm>
          </p:grpSpPr>
          <p:sp>
            <p:nvSpPr>
              <p:cNvPr id="15057" name="Google Shape;15057;p13"/>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13"/>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13"/>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13"/>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3"/>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3"/>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3"/>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3"/>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3"/>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3"/>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3"/>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3"/>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3"/>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3"/>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3"/>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3"/>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3"/>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3"/>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3"/>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3"/>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3"/>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3"/>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13"/>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13"/>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3"/>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3"/>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3"/>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3"/>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3"/>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3"/>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3"/>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3"/>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3"/>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13"/>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13"/>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3"/>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3"/>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3"/>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3"/>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3"/>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3"/>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3"/>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3"/>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3"/>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13"/>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13"/>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3"/>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3"/>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13"/>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13"/>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7" name="Google Shape;15107;p13"/>
            <p:cNvGrpSpPr/>
            <p:nvPr/>
          </p:nvGrpSpPr>
          <p:grpSpPr>
            <a:xfrm>
              <a:off x="70735" y="3676694"/>
              <a:ext cx="9002530" cy="21952"/>
              <a:chOff x="79447" y="3672649"/>
              <a:chExt cx="9002530" cy="21952"/>
            </a:xfrm>
          </p:grpSpPr>
          <p:sp>
            <p:nvSpPr>
              <p:cNvPr id="15108" name="Google Shape;15108;p13"/>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3"/>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3"/>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3"/>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3"/>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3"/>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3"/>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3"/>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3"/>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3"/>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13"/>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13"/>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3"/>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13"/>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3"/>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3"/>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13"/>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13"/>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3"/>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3"/>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3"/>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3"/>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13"/>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13"/>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3"/>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3"/>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13"/>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13"/>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3"/>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3"/>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13"/>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13"/>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3"/>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3"/>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13"/>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13"/>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3"/>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3"/>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3"/>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3"/>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3"/>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3"/>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3"/>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3"/>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3"/>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13"/>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3"/>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3"/>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3"/>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3"/>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13"/>
            <p:cNvGrpSpPr/>
            <p:nvPr/>
          </p:nvGrpSpPr>
          <p:grpSpPr>
            <a:xfrm>
              <a:off x="70735" y="3848061"/>
              <a:ext cx="9002530" cy="21952"/>
              <a:chOff x="79447" y="3843249"/>
              <a:chExt cx="9002530" cy="21952"/>
            </a:xfrm>
          </p:grpSpPr>
          <p:sp>
            <p:nvSpPr>
              <p:cNvPr id="15159" name="Google Shape;15159;p13"/>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3"/>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3"/>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3"/>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3"/>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3"/>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3"/>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3"/>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3"/>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3"/>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3"/>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3"/>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3"/>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3"/>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13"/>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3"/>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3"/>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3"/>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3"/>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3"/>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3"/>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3"/>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3"/>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3"/>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3"/>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3"/>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3"/>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3"/>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13"/>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13"/>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3"/>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3"/>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3"/>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13"/>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13"/>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3"/>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3"/>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3"/>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3"/>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3"/>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3"/>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3"/>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3"/>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3"/>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3"/>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3"/>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3"/>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3"/>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13"/>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3"/>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9" name="Google Shape;15209;p13"/>
            <p:cNvGrpSpPr/>
            <p:nvPr/>
          </p:nvGrpSpPr>
          <p:grpSpPr>
            <a:xfrm>
              <a:off x="70735" y="4019428"/>
              <a:ext cx="9002530" cy="22993"/>
              <a:chOff x="79447" y="4012903"/>
              <a:chExt cx="9002530" cy="22993"/>
            </a:xfrm>
          </p:grpSpPr>
          <p:sp>
            <p:nvSpPr>
              <p:cNvPr id="15210" name="Google Shape;15210;p13"/>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3"/>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3"/>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3"/>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3"/>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3"/>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3"/>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3"/>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3"/>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3"/>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3"/>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3"/>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3"/>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3"/>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3"/>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3"/>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3"/>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3"/>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13"/>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3"/>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3"/>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3"/>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3"/>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3"/>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3"/>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3"/>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3"/>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3"/>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3"/>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3"/>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3"/>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3"/>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13"/>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3"/>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3"/>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3"/>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3"/>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3"/>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3"/>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3"/>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3"/>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13"/>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13"/>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3"/>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3"/>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13"/>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3"/>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3"/>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3"/>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3"/>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0" name="Google Shape;15260;p13"/>
            <p:cNvGrpSpPr/>
            <p:nvPr/>
          </p:nvGrpSpPr>
          <p:grpSpPr>
            <a:xfrm>
              <a:off x="70735" y="4191836"/>
              <a:ext cx="9002530" cy="21952"/>
              <a:chOff x="79447" y="4182462"/>
              <a:chExt cx="9002530" cy="21952"/>
            </a:xfrm>
          </p:grpSpPr>
          <p:sp>
            <p:nvSpPr>
              <p:cNvPr id="15261" name="Google Shape;15261;p13"/>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13"/>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3"/>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3"/>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13"/>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13"/>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3"/>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3"/>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3"/>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3"/>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3"/>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3"/>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3"/>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13"/>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13"/>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3"/>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13"/>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13"/>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3"/>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3"/>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3"/>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3"/>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13"/>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13"/>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3"/>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3"/>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3"/>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3"/>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3"/>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3"/>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3"/>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3"/>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3"/>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3"/>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3"/>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3"/>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3"/>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3"/>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13"/>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3"/>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3"/>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3"/>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3"/>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3"/>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13"/>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3"/>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3"/>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3"/>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3"/>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3"/>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1" name="Google Shape;15311;p13"/>
            <p:cNvGrpSpPr/>
            <p:nvPr/>
          </p:nvGrpSpPr>
          <p:grpSpPr>
            <a:xfrm>
              <a:off x="70735" y="4363203"/>
              <a:ext cx="9002530" cy="21952"/>
              <a:chOff x="79447" y="4353157"/>
              <a:chExt cx="9002530" cy="21952"/>
            </a:xfrm>
          </p:grpSpPr>
          <p:sp>
            <p:nvSpPr>
              <p:cNvPr id="15312" name="Google Shape;15312;p13"/>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3"/>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3"/>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3"/>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3"/>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3"/>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13"/>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13"/>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3"/>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3"/>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13"/>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13"/>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3"/>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3"/>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3"/>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3"/>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3"/>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3"/>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3"/>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3"/>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3"/>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13"/>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3"/>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3"/>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3"/>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3"/>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3"/>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3"/>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13"/>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13"/>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3"/>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3"/>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3"/>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3"/>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3"/>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3"/>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3"/>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3"/>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3"/>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13"/>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3"/>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3"/>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3"/>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3"/>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3"/>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3"/>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13"/>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13"/>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3"/>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3"/>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2" name="Google Shape;15362;p13"/>
            <p:cNvGrpSpPr/>
            <p:nvPr/>
          </p:nvGrpSpPr>
          <p:grpSpPr>
            <a:xfrm>
              <a:off x="70735" y="4534570"/>
              <a:ext cx="9002530" cy="22993"/>
              <a:chOff x="79447" y="4522716"/>
              <a:chExt cx="9002530" cy="22993"/>
            </a:xfrm>
          </p:grpSpPr>
          <p:sp>
            <p:nvSpPr>
              <p:cNvPr id="15363" name="Google Shape;15363;p13"/>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3"/>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3"/>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3"/>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3"/>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3"/>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3"/>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3"/>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3"/>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3"/>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3"/>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13"/>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13"/>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3"/>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3"/>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3"/>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13"/>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13"/>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3"/>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3"/>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3"/>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3"/>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3"/>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3"/>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3"/>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13"/>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13"/>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3"/>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13"/>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13"/>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3"/>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3"/>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3"/>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3"/>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3"/>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3"/>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3"/>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3"/>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13"/>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3"/>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3"/>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3"/>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3"/>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13"/>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3"/>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3"/>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3"/>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3"/>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3"/>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3"/>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3" name="Google Shape;15413;p13"/>
            <p:cNvGrpSpPr/>
            <p:nvPr/>
          </p:nvGrpSpPr>
          <p:grpSpPr>
            <a:xfrm>
              <a:off x="70735" y="4706978"/>
              <a:ext cx="9002530" cy="21952"/>
              <a:chOff x="79447" y="4693410"/>
              <a:chExt cx="9002530" cy="21952"/>
            </a:xfrm>
          </p:grpSpPr>
          <p:sp>
            <p:nvSpPr>
              <p:cNvPr id="15414" name="Google Shape;15414;p13"/>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3"/>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3"/>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3"/>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3"/>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3"/>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3"/>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3"/>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3"/>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3"/>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3"/>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3"/>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3"/>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3"/>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3"/>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3"/>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13"/>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13"/>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3"/>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13"/>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13"/>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3"/>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3"/>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3"/>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13"/>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13"/>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3"/>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13"/>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13"/>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3"/>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3"/>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3"/>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3"/>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13"/>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13"/>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3"/>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3"/>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3"/>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3"/>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3"/>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3"/>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3"/>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3"/>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3"/>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3"/>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3"/>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3"/>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3"/>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3"/>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3"/>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4" name="Google Shape;15464;p13"/>
            <p:cNvGrpSpPr/>
            <p:nvPr/>
          </p:nvGrpSpPr>
          <p:grpSpPr>
            <a:xfrm>
              <a:off x="70735" y="4878345"/>
              <a:ext cx="9002530" cy="21952"/>
              <a:chOff x="79447" y="4864010"/>
              <a:chExt cx="9002530" cy="21952"/>
            </a:xfrm>
          </p:grpSpPr>
          <p:sp>
            <p:nvSpPr>
              <p:cNvPr id="15465" name="Google Shape;15465;p13"/>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3"/>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3"/>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3"/>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3"/>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3"/>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3"/>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3"/>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3"/>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13"/>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13"/>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3"/>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3"/>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3"/>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3"/>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3"/>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3"/>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3"/>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3"/>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3"/>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3"/>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3"/>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3"/>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3"/>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3"/>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3"/>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3"/>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3"/>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13"/>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3"/>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3"/>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13"/>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13"/>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3"/>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3"/>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3"/>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13"/>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13"/>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3"/>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3"/>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3"/>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3"/>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3"/>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3"/>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3"/>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3"/>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3"/>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3"/>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3"/>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3"/>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5" name="Google Shape;15515;p13"/>
            <p:cNvGrpSpPr/>
            <p:nvPr/>
          </p:nvGrpSpPr>
          <p:grpSpPr>
            <a:xfrm>
              <a:off x="70735" y="5049712"/>
              <a:ext cx="9002530" cy="22993"/>
              <a:chOff x="79447" y="5033664"/>
              <a:chExt cx="9002530" cy="22993"/>
            </a:xfrm>
          </p:grpSpPr>
          <p:sp>
            <p:nvSpPr>
              <p:cNvPr id="15516" name="Google Shape;15516;p13"/>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3"/>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3"/>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3"/>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3"/>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3"/>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3"/>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3"/>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3"/>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13"/>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13"/>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3"/>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3"/>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3"/>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3"/>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13"/>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3"/>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13"/>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13"/>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3"/>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3"/>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3"/>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3"/>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13"/>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13"/>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3"/>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3"/>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3"/>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3"/>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13"/>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3"/>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3"/>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3"/>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3"/>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3"/>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3"/>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3"/>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3"/>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3"/>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3"/>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3"/>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3"/>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3"/>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3"/>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3"/>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3"/>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13"/>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3"/>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3"/>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3"/>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566" name="Google Shape;15566;p13"/>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a:endParaRPr/>
          </a:p>
        </p:txBody>
      </p:sp>
      <p:sp>
        <p:nvSpPr>
          <p:cNvPr id="15567" name="Google Shape;15567;p13"/>
          <p:cNvSpPr txBox="1">
            <a:spLocks noGrp="1"/>
          </p:cNvSpPr>
          <p:nvPr>
            <p:ph type="subTitle" idx="1"/>
          </p:nvPr>
        </p:nvSpPr>
        <p:spPr>
          <a:xfrm>
            <a:off x="1923675" y="2054577"/>
            <a:ext cx="24039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5568" name="Google Shape;15568;p13"/>
          <p:cNvSpPr txBox="1">
            <a:spLocks noGrp="1"/>
          </p:cNvSpPr>
          <p:nvPr>
            <p:ph type="subTitle" idx="2"/>
          </p:nvPr>
        </p:nvSpPr>
        <p:spPr>
          <a:xfrm>
            <a:off x="1923675" y="1619975"/>
            <a:ext cx="2403900" cy="5172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2400"/>
              <a:buFont typeface="Source Code Pro SemiBold"/>
              <a:buNone/>
              <a:defRPr sz="2400">
                <a:latin typeface="Source Code Pro"/>
                <a:ea typeface="Source Code Pro"/>
                <a:cs typeface="Source Code Pro"/>
                <a:sym typeface="Source Code Pro"/>
              </a:defRPr>
            </a:lvl1pPr>
            <a:lvl2pPr lvl="1"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2pPr>
            <a:lvl3pPr lvl="2"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3pPr>
            <a:lvl4pPr lvl="3"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4pPr>
            <a:lvl5pPr lvl="4"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5pPr>
            <a:lvl6pPr lvl="5"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6pPr>
            <a:lvl7pPr lvl="6"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7pPr>
            <a:lvl8pPr lvl="7"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8pPr>
            <a:lvl9pPr lvl="8"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9pPr>
          </a:lstStyle>
          <a:p>
            <a:endParaRPr/>
          </a:p>
        </p:txBody>
      </p:sp>
      <p:sp>
        <p:nvSpPr>
          <p:cNvPr id="15569" name="Google Shape;15569;p13"/>
          <p:cNvSpPr txBox="1">
            <a:spLocks noGrp="1"/>
          </p:cNvSpPr>
          <p:nvPr>
            <p:ph type="title" idx="3" hasCustomPrompt="1"/>
          </p:nvPr>
        </p:nvSpPr>
        <p:spPr>
          <a:xfrm>
            <a:off x="888550" y="1926039"/>
            <a:ext cx="895800" cy="4545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4600"/>
              <a:buNone/>
              <a:defRPr sz="4000"/>
            </a:lvl1pPr>
            <a:lvl2pPr lvl="1" algn="ctr" rtl="0">
              <a:spcBef>
                <a:spcPts val="0"/>
              </a:spcBef>
              <a:spcAft>
                <a:spcPts val="0"/>
              </a:spcAft>
              <a:buSzPts val="4600"/>
              <a:buNone/>
              <a:defRPr sz="4600"/>
            </a:lvl2pPr>
            <a:lvl3pPr lvl="2" algn="ctr" rtl="0">
              <a:spcBef>
                <a:spcPts val="0"/>
              </a:spcBef>
              <a:spcAft>
                <a:spcPts val="0"/>
              </a:spcAft>
              <a:buSzPts val="4600"/>
              <a:buNone/>
              <a:defRPr sz="4600"/>
            </a:lvl3pPr>
            <a:lvl4pPr lvl="3" algn="ctr" rtl="0">
              <a:spcBef>
                <a:spcPts val="0"/>
              </a:spcBef>
              <a:spcAft>
                <a:spcPts val="0"/>
              </a:spcAft>
              <a:buSzPts val="4600"/>
              <a:buNone/>
              <a:defRPr sz="4600"/>
            </a:lvl4pPr>
            <a:lvl5pPr lvl="4" algn="ctr" rtl="0">
              <a:spcBef>
                <a:spcPts val="0"/>
              </a:spcBef>
              <a:spcAft>
                <a:spcPts val="0"/>
              </a:spcAft>
              <a:buSzPts val="4600"/>
              <a:buNone/>
              <a:defRPr sz="4600"/>
            </a:lvl5pPr>
            <a:lvl6pPr lvl="5" algn="ctr" rtl="0">
              <a:spcBef>
                <a:spcPts val="0"/>
              </a:spcBef>
              <a:spcAft>
                <a:spcPts val="0"/>
              </a:spcAft>
              <a:buSzPts val="4600"/>
              <a:buNone/>
              <a:defRPr sz="4600"/>
            </a:lvl6pPr>
            <a:lvl7pPr lvl="6" algn="ctr" rtl="0">
              <a:spcBef>
                <a:spcPts val="0"/>
              </a:spcBef>
              <a:spcAft>
                <a:spcPts val="0"/>
              </a:spcAft>
              <a:buSzPts val="4600"/>
              <a:buNone/>
              <a:defRPr sz="4600"/>
            </a:lvl7pPr>
            <a:lvl8pPr lvl="7" algn="ctr" rtl="0">
              <a:spcBef>
                <a:spcPts val="0"/>
              </a:spcBef>
              <a:spcAft>
                <a:spcPts val="0"/>
              </a:spcAft>
              <a:buSzPts val="4600"/>
              <a:buNone/>
              <a:defRPr sz="4600"/>
            </a:lvl8pPr>
            <a:lvl9pPr lvl="8" algn="ctr" rtl="0">
              <a:spcBef>
                <a:spcPts val="0"/>
              </a:spcBef>
              <a:spcAft>
                <a:spcPts val="0"/>
              </a:spcAft>
              <a:buSzPts val="4600"/>
              <a:buNone/>
              <a:defRPr sz="4600"/>
            </a:lvl9pPr>
          </a:lstStyle>
          <a:p>
            <a:r>
              <a:t>xx%</a:t>
            </a:r>
          </a:p>
        </p:txBody>
      </p:sp>
      <p:sp>
        <p:nvSpPr>
          <p:cNvPr id="15570" name="Google Shape;15570;p13"/>
          <p:cNvSpPr txBox="1">
            <a:spLocks noGrp="1"/>
          </p:cNvSpPr>
          <p:nvPr>
            <p:ph type="subTitle" idx="4"/>
          </p:nvPr>
        </p:nvSpPr>
        <p:spPr>
          <a:xfrm>
            <a:off x="1923675" y="3639150"/>
            <a:ext cx="24039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5571" name="Google Shape;15571;p13"/>
          <p:cNvSpPr txBox="1">
            <a:spLocks noGrp="1"/>
          </p:cNvSpPr>
          <p:nvPr>
            <p:ph type="subTitle" idx="5"/>
          </p:nvPr>
        </p:nvSpPr>
        <p:spPr>
          <a:xfrm>
            <a:off x="1923675" y="3204548"/>
            <a:ext cx="2403900" cy="5172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2400"/>
              <a:buFont typeface="Source Code Pro SemiBold"/>
              <a:buNone/>
              <a:defRPr sz="2400">
                <a:latin typeface="Source Code Pro"/>
                <a:ea typeface="Source Code Pro"/>
                <a:cs typeface="Source Code Pro"/>
                <a:sym typeface="Source Code Pro"/>
              </a:defRPr>
            </a:lvl1pPr>
            <a:lvl2pPr lvl="1"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2pPr>
            <a:lvl3pPr lvl="2"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3pPr>
            <a:lvl4pPr lvl="3"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4pPr>
            <a:lvl5pPr lvl="4"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5pPr>
            <a:lvl6pPr lvl="5"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6pPr>
            <a:lvl7pPr lvl="6"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7pPr>
            <a:lvl8pPr lvl="7"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8pPr>
            <a:lvl9pPr lvl="8"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9pPr>
          </a:lstStyle>
          <a:p>
            <a:endParaRPr/>
          </a:p>
        </p:txBody>
      </p:sp>
      <p:sp>
        <p:nvSpPr>
          <p:cNvPr id="15572" name="Google Shape;15572;p13"/>
          <p:cNvSpPr txBox="1">
            <a:spLocks noGrp="1"/>
          </p:cNvSpPr>
          <p:nvPr>
            <p:ph type="title" idx="6" hasCustomPrompt="1"/>
          </p:nvPr>
        </p:nvSpPr>
        <p:spPr>
          <a:xfrm>
            <a:off x="888550" y="3509651"/>
            <a:ext cx="895800" cy="4545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4600"/>
              <a:buNone/>
              <a:defRPr sz="4000"/>
            </a:lvl1pPr>
            <a:lvl2pPr lvl="1" algn="ctr" rtl="0">
              <a:spcBef>
                <a:spcPts val="0"/>
              </a:spcBef>
              <a:spcAft>
                <a:spcPts val="0"/>
              </a:spcAft>
              <a:buSzPts val="4600"/>
              <a:buNone/>
              <a:defRPr sz="4600"/>
            </a:lvl2pPr>
            <a:lvl3pPr lvl="2" algn="ctr" rtl="0">
              <a:spcBef>
                <a:spcPts val="0"/>
              </a:spcBef>
              <a:spcAft>
                <a:spcPts val="0"/>
              </a:spcAft>
              <a:buSzPts val="4600"/>
              <a:buNone/>
              <a:defRPr sz="4600"/>
            </a:lvl3pPr>
            <a:lvl4pPr lvl="3" algn="ctr" rtl="0">
              <a:spcBef>
                <a:spcPts val="0"/>
              </a:spcBef>
              <a:spcAft>
                <a:spcPts val="0"/>
              </a:spcAft>
              <a:buSzPts val="4600"/>
              <a:buNone/>
              <a:defRPr sz="4600"/>
            </a:lvl4pPr>
            <a:lvl5pPr lvl="4" algn="ctr" rtl="0">
              <a:spcBef>
                <a:spcPts val="0"/>
              </a:spcBef>
              <a:spcAft>
                <a:spcPts val="0"/>
              </a:spcAft>
              <a:buSzPts val="4600"/>
              <a:buNone/>
              <a:defRPr sz="4600"/>
            </a:lvl5pPr>
            <a:lvl6pPr lvl="5" algn="ctr" rtl="0">
              <a:spcBef>
                <a:spcPts val="0"/>
              </a:spcBef>
              <a:spcAft>
                <a:spcPts val="0"/>
              </a:spcAft>
              <a:buSzPts val="4600"/>
              <a:buNone/>
              <a:defRPr sz="4600"/>
            </a:lvl6pPr>
            <a:lvl7pPr lvl="6" algn="ctr" rtl="0">
              <a:spcBef>
                <a:spcPts val="0"/>
              </a:spcBef>
              <a:spcAft>
                <a:spcPts val="0"/>
              </a:spcAft>
              <a:buSzPts val="4600"/>
              <a:buNone/>
              <a:defRPr sz="4600"/>
            </a:lvl7pPr>
            <a:lvl8pPr lvl="7" algn="ctr" rtl="0">
              <a:spcBef>
                <a:spcPts val="0"/>
              </a:spcBef>
              <a:spcAft>
                <a:spcPts val="0"/>
              </a:spcAft>
              <a:buSzPts val="4600"/>
              <a:buNone/>
              <a:defRPr sz="4600"/>
            </a:lvl8pPr>
            <a:lvl9pPr lvl="8" algn="ctr" rtl="0">
              <a:spcBef>
                <a:spcPts val="0"/>
              </a:spcBef>
              <a:spcAft>
                <a:spcPts val="0"/>
              </a:spcAft>
              <a:buSzPts val="4600"/>
              <a:buNone/>
              <a:defRPr sz="4600"/>
            </a:lvl9pPr>
          </a:lstStyle>
          <a:p>
            <a:r>
              <a:t>xx%</a:t>
            </a:r>
          </a:p>
        </p:txBody>
      </p:sp>
      <p:sp>
        <p:nvSpPr>
          <p:cNvPr id="15573" name="Google Shape;15573;p13"/>
          <p:cNvSpPr txBox="1">
            <a:spLocks noGrp="1"/>
          </p:cNvSpPr>
          <p:nvPr>
            <p:ph type="subTitle" idx="7"/>
          </p:nvPr>
        </p:nvSpPr>
        <p:spPr>
          <a:xfrm>
            <a:off x="5957443" y="2054577"/>
            <a:ext cx="24039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5574" name="Google Shape;15574;p13"/>
          <p:cNvSpPr txBox="1">
            <a:spLocks noGrp="1"/>
          </p:cNvSpPr>
          <p:nvPr>
            <p:ph type="subTitle" idx="8"/>
          </p:nvPr>
        </p:nvSpPr>
        <p:spPr>
          <a:xfrm>
            <a:off x="5957443" y="1619975"/>
            <a:ext cx="2403900" cy="5172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2400"/>
              <a:buFont typeface="Source Code Pro SemiBold"/>
              <a:buNone/>
              <a:defRPr sz="2400">
                <a:latin typeface="Source Code Pro"/>
                <a:ea typeface="Source Code Pro"/>
                <a:cs typeface="Source Code Pro"/>
                <a:sym typeface="Source Code Pro"/>
              </a:defRPr>
            </a:lvl1pPr>
            <a:lvl2pPr lvl="1"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2pPr>
            <a:lvl3pPr lvl="2"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3pPr>
            <a:lvl4pPr lvl="3"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4pPr>
            <a:lvl5pPr lvl="4"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5pPr>
            <a:lvl6pPr lvl="5"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6pPr>
            <a:lvl7pPr lvl="6"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7pPr>
            <a:lvl8pPr lvl="7"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8pPr>
            <a:lvl9pPr lvl="8"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9pPr>
          </a:lstStyle>
          <a:p>
            <a:endParaRPr/>
          </a:p>
        </p:txBody>
      </p:sp>
      <p:sp>
        <p:nvSpPr>
          <p:cNvPr id="15575" name="Google Shape;15575;p13"/>
          <p:cNvSpPr txBox="1">
            <a:spLocks noGrp="1"/>
          </p:cNvSpPr>
          <p:nvPr>
            <p:ph type="title" idx="9" hasCustomPrompt="1"/>
          </p:nvPr>
        </p:nvSpPr>
        <p:spPr>
          <a:xfrm>
            <a:off x="4922325" y="1926039"/>
            <a:ext cx="895800" cy="4545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4600"/>
              <a:buNone/>
              <a:defRPr sz="4000"/>
            </a:lvl1pPr>
            <a:lvl2pPr lvl="1" algn="ctr" rtl="0">
              <a:spcBef>
                <a:spcPts val="0"/>
              </a:spcBef>
              <a:spcAft>
                <a:spcPts val="0"/>
              </a:spcAft>
              <a:buSzPts val="4600"/>
              <a:buNone/>
              <a:defRPr sz="4600"/>
            </a:lvl2pPr>
            <a:lvl3pPr lvl="2" algn="ctr" rtl="0">
              <a:spcBef>
                <a:spcPts val="0"/>
              </a:spcBef>
              <a:spcAft>
                <a:spcPts val="0"/>
              </a:spcAft>
              <a:buSzPts val="4600"/>
              <a:buNone/>
              <a:defRPr sz="4600"/>
            </a:lvl3pPr>
            <a:lvl4pPr lvl="3" algn="ctr" rtl="0">
              <a:spcBef>
                <a:spcPts val="0"/>
              </a:spcBef>
              <a:spcAft>
                <a:spcPts val="0"/>
              </a:spcAft>
              <a:buSzPts val="4600"/>
              <a:buNone/>
              <a:defRPr sz="4600"/>
            </a:lvl4pPr>
            <a:lvl5pPr lvl="4" algn="ctr" rtl="0">
              <a:spcBef>
                <a:spcPts val="0"/>
              </a:spcBef>
              <a:spcAft>
                <a:spcPts val="0"/>
              </a:spcAft>
              <a:buSzPts val="4600"/>
              <a:buNone/>
              <a:defRPr sz="4600"/>
            </a:lvl5pPr>
            <a:lvl6pPr lvl="5" algn="ctr" rtl="0">
              <a:spcBef>
                <a:spcPts val="0"/>
              </a:spcBef>
              <a:spcAft>
                <a:spcPts val="0"/>
              </a:spcAft>
              <a:buSzPts val="4600"/>
              <a:buNone/>
              <a:defRPr sz="4600"/>
            </a:lvl6pPr>
            <a:lvl7pPr lvl="6" algn="ctr" rtl="0">
              <a:spcBef>
                <a:spcPts val="0"/>
              </a:spcBef>
              <a:spcAft>
                <a:spcPts val="0"/>
              </a:spcAft>
              <a:buSzPts val="4600"/>
              <a:buNone/>
              <a:defRPr sz="4600"/>
            </a:lvl7pPr>
            <a:lvl8pPr lvl="7" algn="ctr" rtl="0">
              <a:spcBef>
                <a:spcPts val="0"/>
              </a:spcBef>
              <a:spcAft>
                <a:spcPts val="0"/>
              </a:spcAft>
              <a:buSzPts val="4600"/>
              <a:buNone/>
              <a:defRPr sz="4600"/>
            </a:lvl8pPr>
            <a:lvl9pPr lvl="8" algn="ctr" rtl="0">
              <a:spcBef>
                <a:spcPts val="0"/>
              </a:spcBef>
              <a:spcAft>
                <a:spcPts val="0"/>
              </a:spcAft>
              <a:buSzPts val="4600"/>
              <a:buNone/>
              <a:defRPr sz="4600"/>
            </a:lvl9pPr>
          </a:lstStyle>
          <a:p>
            <a:r>
              <a:t>xx%</a:t>
            </a:r>
          </a:p>
        </p:txBody>
      </p:sp>
      <p:sp>
        <p:nvSpPr>
          <p:cNvPr id="15576" name="Google Shape;15576;p13"/>
          <p:cNvSpPr txBox="1">
            <a:spLocks noGrp="1"/>
          </p:cNvSpPr>
          <p:nvPr>
            <p:ph type="subTitle" idx="13"/>
          </p:nvPr>
        </p:nvSpPr>
        <p:spPr>
          <a:xfrm>
            <a:off x="5957443" y="3639150"/>
            <a:ext cx="24039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5577" name="Google Shape;15577;p13"/>
          <p:cNvSpPr txBox="1">
            <a:spLocks noGrp="1"/>
          </p:cNvSpPr>
          <p:nvPr>
            <p:ph type="subTitle" idx="14"/>
          </p:nvPr>
        </p:nvSpPr>
        <p:spPr>
          <a:xfrm>
            <a:off x="5957443" y="3204548"/>
            <a:ext cx="2403900" cy="5172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2400"/>
              <a:buFont typeface="Source Code Pro SemiBold"/>
              <a:buNone/>
              <a:defRPr sz="2400">
                <a:latin typeface="Source Code Pro"/>
                <a:ea typeface="Source Code Pro"/>
                <a:cs typeface="Source Code Pro"/>
                <a:sym typeface="Source Code Pro"/>
              </a:defRPr>
            </a:lvl1pPr>
            <a:lvl2pPr lvl="1"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2pPr>
            <a:lvl3pPr lvl="2"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3pPr>
            <a:lvl4pPr lvl="3"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4pPr>
            <a:lvl5pPr lvl="4"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5pPr>
            <a:lvl6pPr lvl="5"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6pPr>
            <a:lvl7pPr lvl="6"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7pPr>
            <a:lvl8pPr lvl="7"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8pPr>
            <a:lvl9pPr lvl="8" rtl="0">
              <a:lnSpc>
                <a:spcPct val="90000"/>
              </a:lnSpc>
              <a:spcBef>
                <a:spcPts val="0"/>
              </a:spcBef>
              <a:spcAft>
                <a:spcPts val="0"/>
              </a:spcAft>
              <a:buSzPts val="2400"/>
              <a:buFont typeface="Source Code Pro SemiBold"/>
              <a:buNone/>
              <a:defRPr sz="2400">
                <a:latin typeface="Source Code Pro SemiBold"/>
                <a:ea typeface="Source Code Pro SemiBold"/>
                <a:cs typeface="Source Code Pro SemiBold"/>
                <a:sym typeface="Source Code Pro SemiBold"/>
              </a:defRPr>
            </a:lvl9pPr>
          </a:lstStyle>
          <a:p>
            <a:endParaRPr/>
          </a:p>
        </p:txBody>
      </p:sp>
      <p:sp>
        <p:nvSpPr>
          <p:cNvPr id="15578" name="Google Shape;15578;p13"/>
          <p:cNvSpPr txBox="1">
            <a:spLocks noGrp="1"/>
          </p:cNvSpPr>
          <p:nvPr>
            <p:ph type="title" idx="15" hasCustomPrompt="1"/>
          </p:nvPr>
        </p:nvSpPr>
        <p:spPr>
          <a:xfrm>
            <a:off x="4922325" y="3509651"/>
            <a:ext cx="895800" cy="4545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4600"/>
              <a:buNone/>
              <a:defRPr sz="4000"/>
            </a:lvl1pPr>
            <a:lvl2pPr lvl="1" algn="ctr" rtl="0">
              <a:spcBef>
                <a:spcPts val="0"/>
              </a:spcBef>
              <a:spcAft>
                <a:spcPts val="0"/>
              </a:spcAft>
              <a:buSzPts val="4600"/>
              <a:buNone/>
              <a:defRPr sz="4600"/>
            </a:lvl2pPr>
            <a:lvl3pPr lvl="2" algn="ctr" rtl="0">
              <a:spcBef>
                <a:spcPts val="0"/>
              </a:spcBef>
              <a:spcAft>
                <a:spcPts val="0"/>
              </a:spcAft>
              <a:buSzPts val="4600"/>
              <a:buNone/>
              <a:defRPr sz="4600"/>
            </a:lvl3pPr>
            <a:lvl4pPr lvl="3" algn="ctr" rtl="0">
              <a:spcBef>
                <a:spcPts val="0"/>
              </a:spcBef>
              <a:spcAft>
                <a:spcPts val="0"/>
              </a:spcAft>
              <a:buSzPts val="4600"/>
              <a:buNone/>
              <a:defRPr sz="4600"/>
            </a:lvl4pPr>
            <a:lvl5pPr lvl="4" algn="ctr" rtl="0">
              <a:spcBef>
                <a:spcPts val="0"/>
              </a:spcBef>
              <a:spcAft>
                <a:spcPts val="0"/>
              </a:spcAft>
              <a:buSzPts val="4600"/>
              <a:buNone/>
              <a:defRPr sz="4600"/>
            </a:lvl5pPr>
            <a:lvl6pPr lvl="5" algn="ctr" rtl="0">
              <a:spcBef>
                <a:spcPts val="0"/>
              </a:spcBef>
              <a:spcAft>
                <a:spcPts val="0"/>
              </a:spcAft>
              <a:buSzPts val="4600"/>
              <a:buNone/>
              <a:defRPr sz="4600"/>
            </a:lvl6pPr>
            <a:lvl7pPr lvl="6" algn="ctr" rtl="0">
              <a:spcBef>
                <a:spcPts val="0"/>
              </a:spcBef>
              <a:spcAft>
                <a:spcPts val="0"/>
              </a:spcAft>
              <a:buSzPts val="4600"/>
              <a:buNone/>
              <a:defRPr sz="4600"/>
            </a:lvl7pPr>
            <a:lvl8pPr lvl="7" algn="ctr" rtl="0">
              <a:spcBef>
                <a:spcPts val="0"/>
              </a:spcBef>
              <a:spcAft>
                <a:spcPts val="0"/>
              </a:spcAft>
              <a:buSzPts val="4600"/>
              <a:buNone/>
              <a:defRPr sz="4600"/>
            </a:lvl8pPr>
            <a:lvl9pPr lvl="8" algn="ctr" rtl="0">
              <a:spcBef>
                <a:spcPts val="0"/>
              </a:spcBef>
              <a:spcAft>
                <a:spcPts val="0"/>
              </a:spcAft>
              <a:buSzPts val="4600"/>
              <a:buNone/>
              <a:defRPr sz="4600"/>
            </a:lvl9pPr>
          </a:lstStyle>
          <a:p>
            <a:r>
              <a:t>xx%</a:t>
            </a:r>
          </a:p>
        </p:txBody>
      </p:sp>
      <p:grpSp>
        <p:nvGrpSpPr>
          <p:cNvPr id="15579" name="Google Shape;15579;p13"/>
          <p:cNvGrpSpPr/>
          <p:nvPr/>
        </p:nvGrpSpPr>
        <p:grpSpPr>
          <a:xfrm rot="5400000">
            <a:off x="6411855" y="4708185"/>
            <a:ext cx="4810263" cy="537379"/>
            <a:chOff x="2765878" y="4436723"/>
            <a:chExt cx="7690269" cy="1225772"/>
          </a:xfrm>
        </p:grpSpPr>
        <p:grpSp>
          <p:nvGrpSpPr>
            <p:cNvPr id="15580" name="Google Shape;15580;p13"/>
            <p:cNvGrpSpPr/>
            <p:nvPr/>
          </p:nvGrpSpPr>
          <p:grpSpPr>
            <a:xfrm flipH="1">
              <a:off x="2765878" y="4436723"/>
              <a:ext cx="7690269" cy="1225772"/>
              <a:chOff x="2763020" y="4436723"/>
              <a:chExt cx="7690269" cy="1225772"/>
            </a:xfrm>
          </p:grpSpPr>
          <p:sp>
            <p:nvSpPr>
              <p:cNvPr id="15581" name="Google Shape;15581;p1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1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5" name="Google Shape;15585;p13"/>
            <p:cNvGrpSpPr/>
            <p:nvPr/>
          </p:nvGrpSpPr>
          <p:grpSpPr>
            <a:xfrm flipH="1">
              <a:off x="2765878" y="4436723"/>
              <a:ext cx="7690269" cy="1225772"/>
              <a:chOff x="2763020" y="4436723"/>
              <a:chExt cx="7690269" cy="1225772"/>
            </a:xfrm>
          </p:grpSpPr>
          <p:sp>
            <p:nvSpPr>
              <p:cNvPr id="15586" name="Google Shape;15586;p1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1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90" name="Google Shape;15590;p13"/>
          <p:cNvGrpSpPr/>
          <p:nvPr/>
        </p:nvGrpSpPr>
        <p:grpSpPr>
          <a:xfrm>
            <a:off x="-1294197" y="4299113"/>
            <a:ext cx="3578553" cy="1119433"/>
            <a:chOff x="-1294197" y="4299113"/>
            <a:chExt cx="3578553" cy="1119433"/>
          </a:xfrm>
        </p:grpSpPr>
        <p:sp>
          <p:nvSpPr>
            <p:cNvPr id="15591" name="Google Shape;15591;p13"/>
            <p:cNvSpPr/>
            <p:nvPr/>
          </p:nvSpPr>
          <p:spPr>
            <a:xfrm rot="10800000">
              <a:off x="-254051" y="4639757"/>
              <a:ext cx="652347" cy="369751"/>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3"/>
            <p:cNvSpPr/>
            <p:nvPr/>
          </p:nvSpPr>
          <p:spPr>
            <a:xfrm rot="10800000">
              <a:off x="-1294197" y="4507263"/>
              <a:ext cx="3405508" cy="752158"/>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3"/>
            <p:cNvSpPr/>
            <p:nvPr/>
          </p:nvSpPr>
          <p:spPr>
            <a:xfrm rot="10800000">
              <a:off x="-587488" y="4299113"/>
              <a:ext cx="2871844" cy="1119433"/>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13"/>
            <p:cNvSpPr/>
            <p:nvPr/>
          </p:nvSpPr>
          <p:spPr>
            <a:xfrm rot="10800000">
              <a:off x="-254051" y="4639757"/>
              <a:ext cx="652347" cy="369751"/>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13"/>
            <p:cNvSpPr/>
            <p:nvPr/>
          </p:nvSpPr>
          <p:spPr>
            <a:xfrm rot="10800000">
              <a:off x="-1294197" y="4507263"/>
              <a:ext cx="3405508" cy="752158"/>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3"/>
            <p:cNvSpPr/>
            <p:nvPr/>
          </p:nvSpPr>
          <p:spPr>
            <a:xfrm rot="10800000">
              <a:off x="-587488" y="4299113"/>
              <a:ext cx="2871844" cy="1119433"/>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13"/>
          <p:cNvGrpSpPr/>
          <p:nvPr/>
        </p:nvGrpSpPr>
        <p:grpSpPr>
          <a:xfrm rot="10800000" flipH="1">
            <a:off x="8503035" y="-39171"/>
            <a:ext cx="561665" cy="1054322"/>
            <a:chOff x="236111" y="3227774"/>
            <a:chExt cx="954239" cy="1791237"/>
          </a:xfrm>
        </p:grpSpPr>
        <p:grpSp>
          <p:nvGrpSpPr>
            <p:cNvPr id="15598" name="Google Shape;15598;p13"/>
            <p:cNvGrpSpPr/>
            <p:nvPr/>
          </p:nvGrpSpPr>
          <p:grpSpPr>
            <a:xfrm>
              <a:off x="236111" y="3227774"/>
              <a:ext cx="954239" cy="1791237"/>
              <a:chOff x="581327" y="595113"/>
              <a:chExt cx="527349" cy="989962"/>
            </a:xfrm>
          </p:grpSpPr>
          <p:sp>
            <p:nvSpPr>
              <p:cNvPr id="15599" name="Google Shape;15599;p13"/>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13"/>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13"/>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3"/>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3"/>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3"/>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3"/>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13"/>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13"/>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3"/>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3"/>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3"/>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3"/>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3"/>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3"/>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3"/>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13"/>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13"/>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3"/>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3"/>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3"/>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13"/>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13"/>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2" name="Google Shape;15622;p13"/>
            <p:cNvGrpSpPr/>
            <p:nvPr/>
          </p:nvGrpSpPr>
          <p:grpSpPr>
            <a:xfrm>
              <a:off x="236111" y="3227774"/>
              <a:ext cx="954239" cy="1791237"/>
              <a:chOff x="581327" y="595113"/>
              <a:chExt cx="527349" cy="989962"/>
            </a:xfrm>
          </p:grpSpPr>
          <p:sp>
            <p:nvSpPr>
              <p:cNvPr id="15623" name="Google Shape;15623;p13"/>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3"/>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3"/>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13"/>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13"/>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3"/>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3"/>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13"/>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13"/>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3"/>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13"/>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13"/>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3"/>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3"/>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3"/>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3"/>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13"/>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13"/>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3"/>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13"/>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13"/>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13"/>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13"/>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header 1">
  <p:cSld name="CUSTOM_1_1">
    <p:spTree>
      <p:nvGrpSpPr>
        <p:cNvPr id="1" name="Shape 17229"/>
        <p:cNvGrpSpPr/>
        <p:nvPr/>
      </p:nvGrpSpPr>
      <p:grpSpPr>
        <a:xfrm>
          <a:off x="0" y="0"/>
          <a:ext cx="0" cy="0"/>
          <a:chOff x="0" y="0"/>
          <a:chExt cx="0" cy="0"/>
        </a:xfrm>
      </p:grpSpPr>
      <p:grpSp>
        <p:nvGrpSpPr>
          <p:cNvPr id="17230" name="Google Shape;17230;p15"/>
          <p:cNvGrpSpPr/>
          <p:nvPr/>
        </p:nvGrpSpPr>
        <p:grpSpPr>
          <a:xfrm>
            <a:off x="70735" y="70796"/>
            <a:ext cx="9002530" cy="5001909"/>
            <a:chOff x="70735" y="70796"/>
            <a:chExt cx="9002530" cy="5001909"/>
          </a:xfrm>
        </p:grpSpPr>
        <p:grpSp>
          <p:nvGrpSpPr>
            <p:cNvPr id="17231" name="Google Shape;17231;p15"/>
            <p:cNvGrpSpPr/>
            <p:nvPr/>
          </p:nvGrpSpPr>
          <p:grpSpPr>
            <a:xfrm>
              <a:off x="70735" y="70796"/>
              <a:ext cx="9002530" cy="22993"/>
              <a:chOff x="79447" y="96297"/>
              <a:chExt cx="9002530" cy="22993"/>
            </a:xfrm>
          </p:grpSpPr>
          <p:sp>
            <p:nvSpPr>
              <p:cNvPr id="17232" name="Google Shape;17232;p15"/>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5"/>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5"/>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15"/>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15"/>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15"/>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5"/>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5"/>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5"/>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5"/>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15"/>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5"/>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15"/>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15"/>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5"/>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5"/>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5"/>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15"/>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15"/>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15"/>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15"/>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15"/>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15"/>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15"/>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5"/>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5"/>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5"/>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5"/>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5"/>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5"/>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5"/>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15"/>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15"/>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15"/>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5"/>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5"/>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15"/>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15"/>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5"/>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5"/>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5"/>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5"/>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15"/>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15"/>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15"/>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5"/>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5"/>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5"/>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15"/>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15"/>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2" name="Google Shape;17282;p15"/>
            <p:cNvGrpSpPr/>
            <p:nvPr/>
          </p:nvGrpSpPr>
          <p:grpSpPr>
            <a:xfrm>
              <a:off x="70735" y="243203"/>
              <a:ext cx="9002530" cy="21952"/>
              <a:chOff x="79447" y="266897"/>
              <a:chExt cx="9002530" cy="21952"/>
            </a:xfrm>
          </p:grpSpPr>
          <p:sp>
            <p:nvSpPr>
              <p:cNvPr id="17283" name="Google Shape;17283;p15"/>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15"/>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15"/>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15"/>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15"/>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15"/>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5"/>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5"/>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15"/>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15"/>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5"/>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5"/>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5"/>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5"/>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5"/>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15"/>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15"/>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15"/>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5"/>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15"/>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15"/>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5"/>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5"/>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5"/>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5"/>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5"/>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5"/>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5"/>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15"/>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15"/>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15"/>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15"/>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15"/>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5"/>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5"/>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5"/>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15"/>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15"/>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5"/>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5"/>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15"/>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15"/>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5"/>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15"/>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15"/>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15"/>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5"/>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5"/>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15"/>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15"/>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3" name="Google Shape;17333;p15"/>
            <p:cNvGrpSpPr/>
            <p:nvPr/>
          </p:nvGrpSpPr>
          <p:grpSpPr>
            <a:xfrm>
              <a:off x="70735" y="414570"/>
              <a:ext cx="9002530" cy="21952"/>
              <a:chOff x="79447" y="437592"/>
              <a:chExt cx="9002530" cy="21952"/>
            </a:xfrm>
          </p:grpSpPr>
          <p:sp>
            <p:nvSpPr>
              <p:cNvPr id="17334" name="Google Shape;17334;p15"/>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15"/>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15"/>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15"/>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15"/>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5"/>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5"/>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15"/>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15"/>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5"/>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15"/>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15"/>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5"/>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15"/>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15"/>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5"/>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5"/>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5"/>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15"/>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15"/>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15"/>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15"/>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5"/>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15"/>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15"/>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15"/>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15"/>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5"/>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5"/>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15"/>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15"/>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5"/>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5"/>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5"/>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5"/>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5"/>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15"/>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15"/>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15"/>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15"/>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15"/>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15"/>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15"/>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15"/>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5"/>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5"/>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5"/>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5"/>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5"/>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15"/>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4" name="Google Shape;17384;p15"/>
            <p:cNvGrpSpPr/>
            <p:nvPr/>
          </p:nvGrpSpPr>
          <p:grpSpPr>
            <a:xfrm>
              <a:off x="70735" y="585937"/>
              <a:ext cx="9002530" cy="22993"/>
              <a:chOff x="79447" y="607151"/>
              <a:chExt cx="9002530" cy="22993"/>
            </a:xfrm>
          </p:grpSpPr>
          <p:sp>
            <p:nvSpPr>
              <p:cNvPr id="17385" name="Google Shape;17385;p15"/>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5"/>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15"/>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15"/>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5"/>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5"/>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5"/>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5"/>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15"/>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15"/>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15"/>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15"/>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5"/>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5"/>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5"/>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5"/>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5"/>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5"/>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5"/>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5"/>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5"/>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15"/>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15"/>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15"/>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15"/>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15"/>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15"/>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15"/>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15"/>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5"/>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5"/>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15"/>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15"/>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5"/>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15"/>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15"/>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5"/>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15"/>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15"/>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5"/>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5"/>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15"/>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15"/>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5"/>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5"/>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5"/>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15"/>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15"/>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5"/>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15"/>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5" name="Google Shape;17435;p15"/>
            <p:cNvGrpSpPr/>
            <p:nvPr/>
          </p:nvGrpSpPr>
          <p:grpSpPr>
            <a:xfrm>
              <a:off x="70735" y="758345"/>
              <a:ext cx="9002530" cy="21952"/>
              <a:chOff x="79447" y="777845"/>
              <a:chExt cx="9002530" cy="21952"/>
            </a:xfrm>
          </p:grpSpPr>
          <p:sp>
            <p:nvSpPr>
              <p:cNvPr id="17436" name="Google Shape;17436;p15"/>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15"/>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15"/>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15"/>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15"/>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5"/>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5"/>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5"/>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5"/>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15"/>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15"/>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15"/>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15"/>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15"/>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5"/>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5"/>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15"/>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15"/>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15"/>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5"/>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5"/>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5"/>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5"/>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5"/>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5"/>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5"/>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5"/>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15"/>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15"/>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5"/>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5"/>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5"/>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5"/>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5"/>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5"/>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15"/>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15"/>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15"/>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5"/>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5"/>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5"/>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5"/>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5"/>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15"/>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15"/>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15"/>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15"/>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5"/>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5"/>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5"/>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6" name="Google Shape;17486;p15"/>
            <p:cNvGrpSpPr/>
            <p:nvPr/>
          </p:nvGrpSpPr>
          <p:grpSpPr>
            <a:xfrm>
              <a:off x="70735" y="929712"/>
              <a:ext cx="9002530" cy="21952"/>
              <a:chOff x="79447" y="948445"/>
              <a:chExt cx="9002530" cy="21952"/>
            </a:xfrm>
          </p:grpSpPr>
          <p:sp>
            <p:nvSpPr>
              <p:cNvPr id="17487" name="Google Shape;17487;p15"/>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5"/>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15"/>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15"/>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5"/>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15"/>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15"/>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5"/>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5"/>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15"/>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15"/>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5"/>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5"/>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15"/>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15"/>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15"/>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15"/>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5"/>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15"/>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15"/>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15"/>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5"/>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15"/>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15"/>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5"/>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5"/>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5"/>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5"/>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5"/>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5"/>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15"/>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15"/>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5"/>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5"/>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5"/>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15"/>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15"/>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15"/>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15"/>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15"/>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15"/>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15"/>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5"/>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5"/>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15"/>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15"/>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15"/>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5"/>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5"/>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5"/>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7" name="Google Shape;17537;p15"/>
            <p:cNvGrpSpPr/>
            <p:nvPr/>
          </p:nvGrpSpPr>
          <p:grpSpPr>
            <a:xfrm>
              <a:off x="70735" y="1101079"/>
              <a:ext cx="9002530" cy="22993"/>
              <a:chOff x="79447" y="1118099"/>
              <a:chExt cx="9002530" cy="22993"/>
            </a:xfrm>
          </p:grpSpPr>
          <p:sp>
            <p:nvSpPr>
              <p:cNvPr id="17538" name="Google Shape;17538;p15"/>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15"/>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5"/>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5"/>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5"/>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5"/>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15"/>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15"/>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15"/>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5"/>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5"/>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5"/>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5"/>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5"/>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5"/>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15"/>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15"/>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5"/>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15"/>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15"/>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5"/>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5"/>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15"/>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15"/>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15"/>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15"/>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15"/>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5"/>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15"/>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15"/>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5"/>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15"/>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15"/>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5"/>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5"/>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5"/>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15"/>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15"/>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5"/>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5"/>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15"/>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15"/>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15"/>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15"/>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15"/>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15"/>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5"/>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5"/>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5"/>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5"/>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8" name="Google Shape;17588;p15"/>
            <p:cNvGrpSpPr/>
            <p:nvPr/>
          </p:nvGrpSpPr>
          <p:grpSpPr>
            <a:xfrm>
              <a:off x="70735" y="1273487"/>
              <a:ext cx="9002530" cy="21952"/>
              <a:chOff x="79447" y="1287658"/>
              <a:chExt cx="9002530" cy="21952"/>
            </a:xfrm>
          </p:grpSpPr>
          <p:sp>
            <p:nvSpPr>
              <p:cNvPr id="17589" name="Google Shape;17589;p15"/>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15"/>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5"/>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15"/>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15"/>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5"/>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5"/>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5"/>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5"/>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15"/>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15"/>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5"/>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5"/>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5"/>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15"/>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15"/>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5"/>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5"/>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15"/>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15"/>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15"/>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5"/>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15"/>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15"/>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5"/>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5"/>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15"/>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15"/>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5"/>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5"/>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5"/>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5"/>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5"/>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5"/>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15"/>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15"/>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5"/>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5"/>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5"/>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5"/>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5"/>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15"/>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15"/>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5"/>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15"/>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15"/>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5"/>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5"/>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5"/>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5"/>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9" name="Google Shape;17639;p15"/>
            <p:cNvGrpSpPr/>
            <p:nvPr/>
          </p:nvGrpSpPr>
          <p:grpSpPr>
            <a:xfrm>
              <a:off x="70735" y="1444854"/>
              <a:ext cx="9002530" cy="21952"/>
              <a:chOff x="79447" y="1458352"/>
              <a:chExt cx="9002530" cy="21952"/>
            </a:xfrm>
          </p:grpSpPr>
          <p:sp>
            <p:nvSpPr>
              <p:cNvPr id="17640" name="Google Shape;17640;p15"/>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15"/>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15"/>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15"/>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5"/>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5"/>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15"/>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15"/>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15"/>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15"/>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5"/>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5"/>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5"/>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5"/>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5"/>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5"/>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5"/>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5"/>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15"/>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15"/>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5"/>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5"/>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15"/>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15"/>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15"/>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15"/>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5"/>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5"/>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5"/>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5"/>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15"/>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15"/>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5"/>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5"/>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5"/>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5"/>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5"/>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5"/>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5"/>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5"/>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5"/>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15"/>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15"/>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5"/>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15"/>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15"/>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15"/>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15"/>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15"/>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5"/>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0" name="Google Shape;17690;p15"/>
            <p:cNvGrpSpPr/>
            <p:nvPr/>
          </p:nvGrpSpPr>
          <p:grpSpPr>
            <a:xfrm>
              <a:off x="70735" y="1616221"/>
              <a:ext cx="9002530" cy="22993"/>
              <a:chOff x="79447" y="1627911"/>
              <a:chExt cx="9002530" cy="22993"/>
            </a:xfrm>
          </p:grpSpPr>
          <p:sp>
            <p:nvSpPr>
              <p:cNvPr id="17691" name="Google Shape;17691;p15"/>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15"/>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15"/>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5"/>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5"/>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5"/>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15"/>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15"/>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15"/>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5"/>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5"/>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5"/>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5"/>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5"/>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15"/>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15"/>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5"/>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15"/>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15"/>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15"/>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15"/>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15"/>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5"/>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5"/>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5"/>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5"/>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5"/>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5"/>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5"/>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15"/>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15"/>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15"/>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15"/>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5"/>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5"/>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15"/>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15"/>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15"/>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5"/>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5"/>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5"/>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5"/>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15"/>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15"/>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15"/>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5"/>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5"/>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5"/>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5"/>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5"/>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1" name="Google Shape;17741;p15"/>
            <p:cNvGrpSpPr/>
            <p:nvPr/>
          </p:nvGrpSpPr>
          <p:grpSpPr>
            <a:xfrm>
              <a:off x="70735" y="1788629"/>
              <a:ext cx="9002530" cy="21952"/>
              <a:chOff x="79447" y="1798606"/>
              <a:chExt cx="9002530" cy="21952"/>
            </a:xfrm>
          </p:grpSpPr>
          <p:sp>
            <p:nvSpPr>
              <p:cNvPr id="17742" name="Google Shape;17742;p15"/>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15"/>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15"/>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5"/>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15"/>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15"/>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5"/>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15"/>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15"/>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15"/>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15"/>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15"/>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15"/>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15"/>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15"/>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15"/>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15"/>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15"/>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5"/>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5"/>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5"/>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5"/>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15"/>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15"/>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5"/>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5"/>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5"/>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5"/>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15"/>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15"/>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15"/>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15"/>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5"/>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15"/>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15"/>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5"/>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15"/>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15"/>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5"/>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5"/>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15"/>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15"/>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5"/>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5"/>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15"/>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15"/>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5"/>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15"/>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15"/>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5"/>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2" name="Google Shape;17792;p15"/>
            <p:cNvGrpSpPr/>
            <p:nvPr/>
          </p:nvGrpSpPr>
          <p:grpSpPr>
            <a:xfrm>
              <a:off x="70735" y="1959996"/>
              <a:ext cx="9002530" cy="21952"/>
              <a:chOff x="79447" y="1969206"/>
              <a:chExt cx="9002530" cy="21952"/>
            </a:xfrm>
          </p:grpSpPr>
          <p:sp>
            <p:nvSpPr>
              <p:cNvPr id="17793" name="Google Shape;17793;p15"/>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15"/>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15"/>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15"/>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15"/>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15"/>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5"/>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5"/>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5"/>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5"/>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5"/>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15"/>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15"/>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15"/>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15"/>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5"/>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15"/>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15"/>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5"/>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5"/>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5"/>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5"/>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5"/>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15"/>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15"/>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15"/>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15"/>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5"/>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5"/>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5"/>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5"/>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15"/>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15"/>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5"/>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5"/>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5"/>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5"/>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5"/>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15"/>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5"/>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5"/>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15"/>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15"/>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5"/>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5"/>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15"/>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15"/>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15"/>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15"/>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15"/>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3" name="Google Shape;17843;p15"/>
            <p:cNvGrpSpPr/>
            <p:nvPr/>
          </p:nvGrpSpPr>
          <p:grpSpPr>
            <a:xfrm>
              <a:off x="70735" y="2131363"/>
              <a:ext cx="9002530" cy="22993"/>
              <a:chOff x="79447" y="2138859"/>
              <a:chExt cx="9002530" cy="22993"/>
            </a:xfrm>
          </p:grpSpPr>
          <p:sp>
            <p:nvSpPr>
              <p:cNvPr id="17844" name="Google Shape;17844;p15"/>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15"/>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15"/>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15"/>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15"/>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5"/>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15"/>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15"/>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15"/>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15"/>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15"/>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5"/>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5"/>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5"/>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5"/>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5"/>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5"/>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15"/>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15"/>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15"/>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15"/>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5"/>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5"/>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15"/>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15"/>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15"/>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15"/>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15"/>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15"/>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15"/>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15"/>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15"/>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15"/>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15"/>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15"/>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15"/>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5"/>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5"/>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15"/>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15"/>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5"/>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5"/>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15"/>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15"/>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5"/>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5"/>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5"/>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15"/>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15"/>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5"/>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4" name="Google Shape;17894;p15"/>
            <p:cNvGrpSpPr/>
            <p:nvPr/>
          </p:nvGrpSpPr>
          <p:grpSpPr>
            <a:xfrm>
              <a:off x="70735" y="2303771"/>
              <a:ext cx="9002530" cy="21952"/>
              <a:chOff x="79447" y="2309459"/>
              <a:chExt cx="9002530" cy="21952"/>
            </a:xfrm>
          </p:grpSpPr>
          <p:sp>
            <p:nvSpPr>
              <p:cNvPr id="17895" name="Google Shape;17895;p15"/>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5"/>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15"/>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15"/>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5"/>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5"/>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5"/>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5"/>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5"/>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5"/>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5"/>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15"/>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15"/>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15"/>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15"/>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5"/>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5"/>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5"/>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5"/>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15"/>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15"/>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15"/>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15"/>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15"/>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5"/>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5"/>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15"/>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5"/>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5"/>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15"/>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15"/>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5"/>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5"/>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5"/>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15"/>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15"/>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15"/>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5"/>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5"/>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5"/>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5"/>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5"/>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5"/>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5"/>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15"/>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15"/>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15"/>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15"/>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15"/>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5"/>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5" name="Google Shape;17945;p15"/>
            <p:cNvGrpSpPr/>
            <p:nvPr/>
          </p:nvGrpSpPr>
          <p:grpSpPr>
            <a:xfrm>
              <a:off x="70735" y="2475138"/>
              <a:ext cx="9002530" cy="21952"/>
              <a:chOff x="79447" y="2480154"/>
              <a:chExt cx="9002530" cy="21952"/>
            </a:xfrm>
          </p:grpSpPr>
          <p:sp>
            <p:nvSpPr>
              <p:cNvPr id="17946" name="Google Shape;17946;p15"/>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5"/>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5"/>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15"/>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15"/>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5"/>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5"/>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5"/>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5"/>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15"/>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15"/>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5"/>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15"/>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15"/>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5"/>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5"/>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5"/>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5"/>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15"/>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15"/>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5"/>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5"/>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5"/>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15"/>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15"/>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5"/>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15"/>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15"/>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5"/>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5"/>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5"/>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15"/>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15"/>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5"/>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5"/>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5"/>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5"/>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15"/>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15"/>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5"/>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5"/>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5"/>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5"/>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5"/>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5"/>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5"/>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15"/>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15"/>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5"/>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5"/>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6" name="Google Shape;17996;p15"/>
            <p:cNvGrpSpPr/>
            <p:nvPr/>
          </p:nvGrpSpPr>
          <p:grpSpPr>
            <a:xfrm>
              <a:off x="70735" y="2646505"/>
              <a:ext cx="9002530" cy="21952"/>
              <a:chOff x="79447" y="2650753"/>
              <a:chExt cx="9002530" cy="21952"/>
            </a:xfrm>
          </p:grpSpPr>
          <p:sp>
            <p:nvSpPr>
              <p:cNvPr id="17997" name="Google Shape;17997;p15"/>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5"/>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5"/>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5"/>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5"/>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5"/>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15"/>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15"/>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5"/>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5"/>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15"/>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15"/>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5"/>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5"/>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5"/>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5"/>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5"/>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5"/>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5"/>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5"/>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5"/>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5"/>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15"/>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15"/>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5"/>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15"/>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15"/>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15"/>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15"/>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15"/>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15"/>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5"/>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5"/>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5"/>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5"/>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15"/>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15"/>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5"/>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5"/>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15"/>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15"/>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5"/>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15"/>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15"/>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15"/>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15"/>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5"/>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5"/>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15"/>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15"/>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7" name="Google Shape;18047;p15"/>
            <p:cNvGrpSpPr/>
            <p:nvPr/>
          </p:nvGrpSpPr>
          <p:grpSpPr>
            <a:xfrm>
              <a:off x="70735" y="2817872"/>
              <a:ext cx="9002530" cy="21952"/>
              <a:chOff x="79447" y="2821448"/>
              <a:chExt cx="9002530" cy="21952"/>
            </a:xfrm>
          </p:grpSpPr>
          <p:sp>
            <p:nvSpPr>
              <p:cNvPr id="18048" name="Google Shape;18048;p15"/>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5"/>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15"/>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15"/>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5"/>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15"/>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15"/>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15"/>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15"/>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15"/>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15"/>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15"/>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15"/>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15"/>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15"/>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15"/>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15"/>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15"/>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15"/>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15"/>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15"/>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15"/>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15"/>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5"/>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5"/>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5"/>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15"/>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15"/>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15"/>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15"/>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15"/>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15"/>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15"/>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15"/>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15"/>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5"/>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5"/>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15"/>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15"/>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5"/>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5"/>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15"/>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15"/>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15"/>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5"/>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5"/>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15"/>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15"/>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5"/>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5"/>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8" name="Google Shape;18098;p15"/>
            <p:cNvGrpSpPr/>
            <p:nvPr/>
          </p:nvGrpSpPr>
          <p:grpSpPr>
            <a:xfrm>
              <a:off x="70735" y="2989239"/>
              <a:ext cx="9002530" cy="22898"/>
              <a:chOff x="79447" y="2991102"/>
              <a:chExt cx="9002530" cy="22898"/>
            </a:xfrm>
          </p:grpSpPr>
          <p:sp>
            <p:nvSpPr>
              <p:cNvPr id="18099" name="Google Shape;18099;p15"/>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15"/>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15"/>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5"/>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5"/>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15"/>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15"/>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15"/>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5"/>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5"/>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5"/>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5"/>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5"/>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15"/>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15"/>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5"/>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5"/>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15"/>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15"/>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15"/>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15"/>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5"/>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15"/>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15"/>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15"/>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15"/>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15"/>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15"/>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5"/>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5"/>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15"/>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15"/>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15"/>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15"/>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15"/>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5"/>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15"/>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15"/>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5"/>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5"/>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15"/>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15"/>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15"/>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15"/>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15"/>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5"/>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15"/>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15"/>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5"/>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5"/>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9" name="Google Shape;18149;p15"/>
            <p:cNvGrpSpPr/>
            <p:nvPr/>
          </p:nvGrpSpPr>
          <p:grpSpPr>
            <a:xfrm>
              <a:off x="70735" y="3161552"/>
              <a:ext cx="9002530" cy="21952"/>
              <a:chOff x="79447" y="3161701"/>
              <a:chExt cx="9002530" cy="21952"/>
            </a:xfrm>
          </p:grpSpPr>
          <p:sp>
            <p:nvSpPr>
              <p:cNvPr id="18150" name="Google Shape;18150;p15"/>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5"/>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15"/>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15"/>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15"/>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15"/>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15"/>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5"/>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15"/>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15"/>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5"/>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15"/>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15"/>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5"/>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15"/>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15"/>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15"/>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15"/>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15"/>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15"/>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15"/>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5"/>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5"/>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15"/>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15"/>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5"/>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15"/>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15"/>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15"/>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15"/>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15"/>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15"/>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15"/>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15"/>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15"/>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15"/>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15"/>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5"/>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15"/>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15"/>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15"/>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15"/>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15"/>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15"/>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15"/>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5"/>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15"/>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15"/>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15"/>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5"/>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0" name="Google Shape;18200;p15"/>
            <p:cNvGrpSpPr/>
            <p:nvPr/>
          </p:nvGrpSpPr>
          <p:grpSpPr>
            <a:xfrm>
              <a:off x="70735" y="3332919"/>
              <a:ext cx="9002530" cy="21952"/>
              <a:chOff x="79447" y="3332396"/>
              <a:chExt cx="9002530" cy="21952"/>
            </a:xfrm>
          </p:grpSpPr>
          <p:sp>
            <p:nvSpPr>
              <p:cNvPr id="18201" name="Google Shape;18201;p15"/>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15"/>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15"/>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15"/>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15"/>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5"/>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5"/>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15"/>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15"/>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5"/>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5"/>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15"/>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15"/>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15"/>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15"/>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15"/>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15"/>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5"/>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5"/>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15"/>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15"/>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15"/>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15"/>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5"/>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15"/>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15"/>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15"/>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5"/>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5"/>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15"/>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15"/>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15"/>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15"/>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5"/>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5"/>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5"/>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15"/>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15"/>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15"/>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5"/>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15"/>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15"/>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15"/>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15"/>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5"/>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5"/>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5"/>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5"/>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15"/>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15"/>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1" name="Google Shape;18251;p15"/>
            <p:cNvGrpSpPr/>
            <p:nvPr/>
          </p:nvGrpSpPr>
          <p:grpSpPr>
            <a:xfrm>
              <a:off x="70735" y="3504286"/>
              <a:ext cx="9002530" cy="22993"/>
              <a:chOff x="79447" y="3501955"/>
              <a:chExt cx="9002530" cy="22993"/>
            </a:xfrm>
          </p:grpSpPr>
          <p:sp>
            <p:nvSpPr>
              <p:cNvPr id="18252" name="Google Shape;18252;p15"/>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15"/>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5"/>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15"/>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15"/>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5"/>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15"/>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15"/>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5"/>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5"/>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15"/>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15"/>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5"/>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5"/>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15"/>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15"/>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15"/>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15"/>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15"/>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15"/>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15"/>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15"/>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15"/>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15"/>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15"/>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15"/>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15"/>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15"/>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15"/>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15"/>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15"/>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5"/>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5"/>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5"/>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5"/>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15"/>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15"/>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15"/>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15"/>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15"/>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15"/>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15"/>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15"/>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15"/>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15"/>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5"/>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5"/>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5"/>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15"/>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15"/>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2" name="Google Shape;18302;p15"/>
            <p:cNvGrpSpPr/>
            <p:nvPr/>
          </p:nvGrpSpPr>
          <p:grpSpPr>
            <a:xfrm>
              <a:off x="70735" y="3676694"/>
              <a:ext cx="9002530" cy="21952"/>
              <a:chOff x="79447" y="3672649"/>
              <a:chExt cx="9002530" cy="21952"/>
            </a:xfrm>
          </p:grpSpPr>
          <p:sp>
            <p:nvSpPr>
              <p:cNvPr id="18303" name="Google Shape;18303;p15"/>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5"/>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5"/>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5"/>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5"/>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5"/>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15"/>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15"/>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15"/>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15"/>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15"/>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15"/>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5"/>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5"/>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5"/>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5"/>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5"/>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5"/>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15"/>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15"/>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5"/>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5"/>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15"/>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15"/>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15"/>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5"/>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15"/>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15"/>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15"/>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15"/>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15"/>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15"/>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15"/>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5"/>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5"/>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5"/>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5"/>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5"/>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15"/>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5"/>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15"/>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15"/>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5"/>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15"/>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15"/>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5"/>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5"/>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15"/>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15"/>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15"/>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3" name="Google Shape;18353;p15"/>
            <p:cNvGrpSpPr/>
            <p:nvPr/>
          </p:nvGrpSpPr>
          <p:grpSpPr>
            <a:xfrm>
              <a:off x="70735" y="3848061"/>
              <a:ext cx="9002530" cy="21952"/>
              <a:chOff x="79447" y="3843249"/>
              <a:chExt cx="9002530" cy="21952"/>
            </a:xfrm>
          </p:grpSpPr>
          <p:sp>
            <p:nvSpPr>
              <p:cNvPr id="18354" name="Google Shape;18354;p15"/>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15"/>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15"/>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5"/>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15"/>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15"/>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5"/>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15"/>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15"/>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5"/>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5"/>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5"/>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15"/>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15"/>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15"/>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15"/>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15"/>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15"/>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15"/>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15"/>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5"/>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5"/>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5"/>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15"/>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15"/>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5"/>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5"/>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5"/>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15"/>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15"/>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5"/>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5"/>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15"/>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15"/>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5"/>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15"/>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15"/>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15"/>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15"/>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15"/>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15"/>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15"/>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5"/>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15"/>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15"/>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5"/>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5"/>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15"/>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15"/>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5"/>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4" name="Google Shape;18404;p15"/>
            <p:cNvGrpSpPr/>
            <p:nvPr/>
          </p:nvGrpSpPr>
          <p:grpSpPr>
            <a:xfrm>
              <a:off x="70735" y="4019428"/>
              <a:ext cx="9002530" cy="22993"/>
              <a:chOff x="79447" y="4012903"/>
              <a:chExt cx="9002530" cy="22993"/>
            </a:xfrm>
          </p:grpSpPr>
          <p:sp>
            <p:nvSpPr>
              <p:cNvPr id="18405" name="Google Shape;18405;p15"/>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15"/>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15"/>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15"/>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15"/>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15"/>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15"/>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5"/>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5"/>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5"/>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15"/>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15"/>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5"/>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15"/>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15"/>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15"/>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5"/>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5"/>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5"/>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5"/>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5"/>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15"/>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15"/>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15"/>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15"/>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15"/>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15"/>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5"/>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15"/>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15"/>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15"/>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5"/>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5"/>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5"/>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15"/>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15"/>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5"/>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15"/>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15"/>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5"/>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5"/>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5"/>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5"/>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5"/>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5"/>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5"/>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5"/>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5"/>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5"/>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15"/>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5" name="Google Shape;18455;p15"/>
            <p:cNvGrpSpPr/>
            <p:nvPr/>
          </p:nvGrpSpPr>
          <p:grpSpPr>
            <a:xfrm>
              <a:off x="70735" y="4191836"/>
              <a:ext cx="9002530" cy="21952"/>
              <a:chOff x="79447" y="4182462"/>
              <a:chExt cx="9002530" cy="21952"/>
            </a:xfrm>
          </p:grpSpPr>
          <p:sp>
            <p:nvSpPr>
              <p:cNvPr id="18456" name="Google Shape;18456;p15"/>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15"/>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5"/>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15"/>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15"/>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5"/>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5"/>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5"/>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15"/>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15"/>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15"/>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15"/>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5"/>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5"/>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5"/>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5"/>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5"/>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5"/>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15"/>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15"/>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15"/>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15"/>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15"/>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15"/>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15"/>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15"/>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5"/>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15"/>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15"/>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15"/>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5"/>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15"/>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15"/>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5"/>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5"/>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5"/>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5"/>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15"/>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15"/>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5"/>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15"/>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15"/>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5"/>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15"/>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15"/>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5"/>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5"/>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5"/>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5"/>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15"/>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6" name="Google Shape;18506;p15"/>
            <p:cNvGrpSpPr/>
            <p:nvPr/>
          </p:nvGrpSpPr>
          <p:grpSpPr>
            <a:xfrm>
              <a:off x="70735" y="4363203"/>
              <a:ext cx="9002530" cy="21952"/>
              <a:chOff x="79447" y="4353157"/>
              <a:chExt cx="9002530" cy="21952"/>
            </a:xfrm>
          </p:grpSpPr>
          <p:sp>
            <p:nvSpPr>
              <p:cNvPr id="18507" name="Google Shape;18507;p15"/>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5"/>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15"/>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15"/>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5"/>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15"/>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15"/>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15"/>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5"/>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5"/>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15"/>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15"/>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15"/>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5"/>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5"/>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15"/>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15"/>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5"/>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15"/>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15"/>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5"/>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15"/>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15"/>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15"/>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5"/>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5"/>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5"/>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5"/>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5"/>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15"/>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15"/>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5"/>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5"/>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5"/>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5"/>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5"/>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5"/>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5"/>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5"/>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5"/>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5"/>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15"/>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15"/>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5"/>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5"/>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15"/>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15"/>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5"/>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5"/>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5"/>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7" name="Google Shape;18557;p15"/>
            <p:cNvGrpSpPr/>
            <p:nvPr/>
          </p:nvGrpSpPr>
          <p:grpSpPr>
            <a:xfrm>
              <a:off x="70735" y="4534570"/>
              <a:ext cx="9002530" cy="22993"/>
              <a:chOff x="79447" y="4522716"/>
              <a:chExt cx="9002530" cy="22993"/>
            </a:xfrm>
          </p:grpSpPr>
          <p:sp>
            <p:nvSpPr>
              <p:cNvPr id="18558" name="Google Shape;18558;p15"/>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5"/>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15"/>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15"/>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15"/>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15"/>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15"/>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5"/>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5"/>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15"/>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15"/>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15"/>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5"/>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5"/>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5"/>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5"/>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5"/>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15"/>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15"/>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15"/>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5"/>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5"/>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5"/>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5"/>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15"/>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15"/>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5"/>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5"/>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5"/>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5"/>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5"/>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15"/>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15"/>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15"/>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5"/>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15"/>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15"/>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15"/>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15"/>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5"/>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5"/>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5"/>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5"/>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15"/>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15"/>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15"/>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15"/>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5"/>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5"/>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5"/>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8" name="Google Shape;18608;p15"/>
            <p:cNvGrpSpPr/>
            <p:nvPr/>
          </p:nvGrpSpPr>
          <p:grpSpPr>
            <a:xfrm>
              <a:off x="70735" y="4706978"/>
              <a:ext cx="9002530" cy="21952"/>
              <a:chOff x="79447" y="4693410"/>
              <a:chExt cx="9002530" cy="21952"/>
            </a:xfrm>
          </p:grpSpPr>
          <p:sp>
            <p:nvSpPr>
              <p:cNvPr id="18609" name="Google Shape;18609;p15"/>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5"/>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5"/>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5"/>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15"/>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15"/>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15"/>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15"/>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15"/>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15"/>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5"/>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5"/>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5"/>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5"/>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5"/>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5"/>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5"/>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15"/>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15"/>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15"/>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5"/>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15"/>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15"/>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5"/>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5"/>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5"/>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5"/>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15"/>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15"/>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5"/>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15"/>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15"/>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15"/>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5"/>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5"/>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5"/>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5"/>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5"/>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5"/>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5"/>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15"/>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15"/>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15"/>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15"/>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15"/>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5"/>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5"/>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5"/>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5"/>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15"/>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9" name="Google Shape;18659;p15"/>
            <p:cNvGrpSpPr/>
            <p:nvPr/>
          </p:nvGrpSpPr>
          <p:grpSpPr>
            <a:xfrm>
              <a:off x="70735" y="4878345"/>
              <a:ext cx="9002530" cy="21952"/>
              <a:chOff x="79447" y="4864010"/>
              <a:chExt cx="9002530" cy="21952"/>
            </a:xfrm>
          </p:grpSpPr>
          <p:sp>
            <p:nvSpPr>
              <p:cNvPr id="18660" name="Google Shape;18660;p15"/>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15"/>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5"/>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15"/>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15"/>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15"/>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15"/>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5"/>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5"/>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5"/>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5"/>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5"/>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5"/>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15"/>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15"/>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15"/>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15"/>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15"/>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15"/>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5"/>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15"/>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15"/>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5"/>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5"/>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5"/>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5"/>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5"/>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15"/>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15"/>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5"/>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5"/>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5"/>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15"/>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15"/>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15"/>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5"/>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5"/>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5"/>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5"/>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15"/>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15"/>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15"/>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15"/>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5"/>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5"/>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5"/>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5"/>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5"/>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15"/>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15"/>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0" name="Google Shape;18710;p15"/>
            <p:cNvGrpSpPr/>
            <p:nvPr/>
          </p:nvGrpSpPr>
          <p:grpSpPr>
            <a:xfrm>
              <a:off x="70735" y="5049712"/>
              <a:ext cx="9002530" cy="22993"/>
              <a:chOff x="79447" y="5033664"/>
              <a:chExt cx="9002530" cy="22993"/>
            </a:xfrm>
          </p:grpSpPr>
          <p:sp>
            <p:nvSpPr>
              <p:cNvPr id="18711" name="Google Shape;18711;p15"/>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15"/>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5"/>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15"/>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15"/>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15"/>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15"/>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5"/>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5"/>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5"/>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15"/>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15"/>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15"/>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15"/>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5"/>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15"/>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15"/>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5"/>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5"/>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5"/>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5"/>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5"/>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15"/>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15"/>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15"/>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15"/>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5"/>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5"/>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5"/>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5"/>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5"/>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15"/>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15"/>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15"/>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15"/>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5"/>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15"/>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15"/>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15"/>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15"/>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5"/>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5"/>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5"/>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15"/>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15"/>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15"/>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15"/>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5"/>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15"/>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15"/>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761" name="Google Shape;18761;p15"/>
          <p:cNvSpPr txBox="1">
            <a:spLocks noGrp="1"/>
          </p:cNvSpPr>
          <p:nvPr>
            <p:ph type="title"/>
          </p:nvPr>
        </p:nvSpPr>
        <p:spPr>
          <a:xfrm>
            <a:off x="1314200" y="2315075"/>
            <a:ext cx="5026800" cy="820200"/>
          </a:xfrm>
          <a:prstGeom prst="rect">
            <a:avLst/>
          </a:prstGeom>
        </p:spPr>
        <p:txBody>
          <a:bodyPr spcFirstLastPara="1" wrap="square" lIns="91425" tIns="91425" rIns="91425" bIns="91425" anchor="t" anchorCtr="0">
            <a:noAutofit/>
          </a:bodyPr>
          <a:lstStyle>
            <a:lvl1pPr lvl="0" algn="l" rtl="0">
              <a:lnSpc>
                <a:spcPct val="90000"/>
              </a:lnSpc>
              <a:spcBef>
                <a:spcPts val="0"/>
              </a:spcBef>
              <a:spcAft>
                <a:spcPts val="0"/>
              </a:spcAft>
              <a:buSzPts val="4500"/>
              <a:buNone/>
              <a:defRPr sz="4700"/>
            </a:lvl1pPr>
            <a:lvl2pPr lvl="1" algn="l" rtl="0">
              <a:spcBef>
                <a:spcPts val="0"/>
              </a:spcBef>
              <a:spcAft>
                <a:spcPts val="0"/>
              </a:spcAft>
              <a:buSzPts val="4500"/>
              <a:buNone/>
              <a:defRPr sz="4500"/>
            </a:lvl2pPr>
            <a:lvl3pPr lvl="2" algn="l" rtl="0">
              <a:spcBef>
                <a:spcPts val="0"/>
              </a:spcBef>
              <a:spcAft>
                <a:spcPts val="0"/>
              </a:spcAft>
              <a:buSzPts val="4500"/>
              <a:buNone/>
              <a:defRPr sz="4500"/>
            </a:lvl3pPr>
            <a:lvl4pPr lvl="3" algn="l" rtl="0">
              <a:spcBef>
                <a:spcPts val="0"/>
              </a:spcBef>
              <a:spcAft>
                <a:spcPts val="0"/>
              </a:spcAft>
              <a:buSzPts val="4500"/>
              <a:buNone/>
              <a:defRPr sz="4500"/>
            </a:lvl4pPr>
            <a:lvl5pPr lvl="4" algn="l" rtl="0">
              <a:spcBef>
                <a:spcPts val="0"/>
              </a:spcBef>
              <a:spcAft>
                <a:spcPts val="0"/>
              </a:spcAft>
              <a:buSzPts val="4500"/>
              <a:buNone/>
              <a:defRPr sz="4500"/>
            </a:lvl5pPr>
            <a:lvl6pPr lvl="5" algn="l" rtl="0">
              <a:spcBef>
                <a:spcPts val="0"/>
              </a:spcBef>
              <a:spcAft>
                <a:spcPts val="0"/>
              </a:spcAft>
              <a:buSzPts val="4500"/>
              <a:buNone/>
              <a:defRPr sz="4500"/>
            </a:lvl6pPr>
            <a:lvl7pPr lvl="6" algn="l" rtl="0">
              <a:spcBef>
                <a:spcPts val="0"/>
              </a:spcBef>
              <a:spcAft>
                <a:spcPts val="0"/>
              </a:spcAft>
              <a:buSzPts val="4500"/>
              <a:buNone/>
              <a:defRPr sz="4500"/>
            </a:lvl7pPr>
            <a:lvl8pPr lvl="7" algn="l" rtl="0">
              <a:spcBef>
                <a:spcPts val="0"/>
              </a:spcBef>
              <a:spcAft>
                <a:spcPts val="0"/>
              </a:spcAft>
              <a:buSzPts val="4500"/>
              <a:buNone/>
              <a:defRPr sz="4500"/>
            </a:lvl8pPr>
            <a:lvl9pPr lvl="8" algn="l" rtl="0">
              <a:spcBef>
                <a:spcPts val="0"/>
              </a:spcBef>
              <a:spcAft>
                <a:spcPts val="0"/>
              </a:spcAft>
              <a:buSzPts val="4500"/>
              <a:buNone/>
              <a:defRPr sz="4500"/>
            </a:lvl9pPr>
          </a:lstStyle>
          <a:p>
            <a:endParaRPr/>
          </a:p>
        </p:txBody>
      </p:sp>
      <p:sp>
        <p:nvSpPr>
          <p:cNvPr id="18762" name="Google Shape;18762;p15"/>
          <p:cNvSpPr txBox="1">
            <a:spLocks noGrp="1"/>
          </p:cNvSpPr>
          <p:nvPr>
            <p:ph type="title" idx="2" hasCustomPrompt="1"/>
          </p:nvPr>
        </p:nvSpPr>
        <p:spPr>
          <a:xfrm>
            <a:off x="1450550" y="1306500"/>
            <a:ext cx="1032000" cy="5529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5300"/>
              <a:buNone/>
              <a:defRPr sz="5000"/>
            </a:lvl1pPr>
            <a:lvl2pPr lvl="1" algn="l" rtl="0">
              <a:spcBef>
                <a:spcPts val="0"/>
              </a:spcBef>
              <a:spcAft>
                <a:spcPts val="0"/>
              </a:spcAft>
              <a:buSzPts val="5300"/>
              <a:buNone/>
              <a:defRPr sz="5300"/>
            </a:lvl2pPr>
            <a:lvl3pPr lvl="2" algn="l" rtl="0">
              <a:spcBef>
                <a:spcPts val="0"/>
              </a:spcBef>
              <a:spcAft>
                <a:spcPts val="0"/>
              </a:spcAft>
              <a:buSzPts val="5300"/>
              <a:buNone/>
              <a:defRPr sz="5300"/>
            </a:lvl3pPr>
            <a:lvl4pPr lvl="3" algn="l" rtl="0">
              <a:spcBef>
                <a:spcPts val="0"/>
              </a:spcBef>
              <a:spcAft>
                <a:spcPts val="0"/>
              </a:spcAft>
              <a:buSzPts val="5300"/>
              <a:buNone/>
              <a:defRPr sz="5300"/>
            </a:lvl4pPr>
            <a:lvl5pPr lvl="4" algn="l" rtl="0">
              <a:spcBef>
                <a:spcPts val="0"/>
              </a:spcBef>
              <a:spcAft>
                <a:spcPts val="0"/>
              </a:spcAft>
              <a:buSzPts val="5300"/>
              <a:buNone/>
              <a:defRPr sz="5300"/>
            </a:lvl5pPr>
            <a:lvl6pPr lvl="5" algn="l" rtl="0">
              <a:spcBef>
                <a:spcPts val="0"/>
              </a:spcBef>
              <a:spcAft>
                <a:spcPts val="0"/>
              </a:spcAft>
              <a:buSzPts val="5300"/>
              <a:buNone/>
              <a:defRPr sz="5300"/>
            </a:lvl6pPr>
            <a:lvl7pPr lvl="6" algn="l" rtl="0">
              <a:spcBef>
                <a:spcPts val="0"/>
              </a:spcBef>
              <a:spcAft>
                <a:spcPts val="0"/>
              </a:spcAft>
              <a:buSzPts val="5300"/>
              <a:buNone/>
              <a:defRPr sz="5300"/>
            </a:lvl7pPr>
            <a:lvl8pPr lvl="7" algn="l" rtl="0">
              <a:spcBef>
                <a:spcPts val="0"/>
              </a:spcBef>
              <a:spcAft>
                <a:spcPts val="0"/>
              </a:spcAft>
              <a:buSzPts val="5300"/>
              <a:buNone/>
              <a:defRPr sz="5300"/>
            </a:lvl8pPr>
            <a:lvl9pPr lvl="8" algn="l" rtl="0">
              <a:spcBef>
                <a:spcPts val="0"/>
              </a:spcBef>
              <a:spcAft>
                <a:spcPts val="0"/>
              </a:spcAft>
              <a:buSzPts val="5300"/>
              <a:buNone/>
              <a:defRPr sz="5300"/>
            </a:lvl9pPr>
          </a:lstStyle>
          <a:p>
            <a:r>
              <a:t>xx%</a:t>
            </a:r>
          </a:p>
        </p:txBody>
      </p:sp>
      <p:sp>
        <p:nvSpPr>
          <p:cNvPr id="18763" name="Google Shape;18763;p15"/>
          <p:cNvSpPr txBox="1">
            <a:spLocks noGrp="1"/>
          </p:cNvSpPr>
          <p:nvPr>
            <p:ph type="subTitle" idx="1"/>
          </p:nvPr>
        </p:nvSpPr>
        <p:spPr>
          <a:xfrm>
            <a:off x="1314200" y="3535950"/>
            <a:ext cx="5026800" cy="43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50"/>
              <a:buNone/>
              <a:defRPr sz="1650"/>
            </a:lvl1pPr>
            <a:lvl2pPr lvl="1" rtl="0">
              <a:lnSpc>
                <a:spcPct val="100000"/>
              </a:lnSpc>
              <a:spcBef>
                <a:spcPts val="0"/>
              </a:spcBef>
              <a:spcAft>
                <a:spcPts val="0"/>
              </a:spcAft>
              <a:buSzPts val="1850"/>
              <a:buNone/>
              <a:defRPr sz="1850"/>
            </a:lvl2pPr>
            <a:lvl3pPr lvl="2" rtl="0">
              <a:lnSpc>
                <a:spcPct val="100000"/>
              </a:lnSpc>
              <a:spcBef>
                <a:spcPts val="0"/>
              </a:spcBef>
              <a:spcAft>
                <a:spcPts val="0"/>
              </a:spcAft>
              <a:buSzPts val="1850"/>
              <a:buNone/>
              <a:defRPr sz="1850"/>
            </a:lvl3pPr>
            <a:lvl4pPr lvl="3" rtl="0">
              <a:lnSpc>
                <a:spcPct val="100000"/>
              </a:lnSpc>
              <a:spcBef>
                <a:spcPts val="0"/>
              </a:spcBef>
              <a:spcAft>
                <a:spcPts val="0"/>
              </a:spcAft>
              <a:buSzPts val="1850"/>
              <a:buNone/>
              <a:defRPr sz="1850"/>
            </a:lvl4pPr>
            <a:lvl5pPr lvl="4" rtl="0">
              <a:lnSpc>
                <a:spcPct val="100000"/>
              </a:lnSpc>
              <a:spcBef>
                <a:spcPts val="0"/>
              </a:spcBef>
              <a:spcAft>
                <a:spcPts val="0"/>
              </a:spcAft>
              <a:buSzPts val="1850"/>
              <a:buNone/>
              <a:defRPr sz="1850"/>
            </a:lvl5pPr>
            <a:lvl6pPr lvl="5" rtl="0">
              <a:lnSpc>
                <a:spcPct val="100000"/>
              </a:lnSpc>
              <a:spcBef>
                <a:spcPts val="0"/>
              </a:spcBef>
              <a:spcAft>
                <a:spcPts val="0"/>
              </a:spcAft>
              <a:buSzPts val="1850"/>
              <a:buNone/>
              <a:defRPr sz="1850"/>
            </a:lvl6pPr>
            <a:lvl7pPr lvl="6" rtl="0">
              <a:lnSpc>
                <a:spcPct val="100000"/>
              </a:lnSpc>
              <a:spcBef>
                <a:spcPts val="0"/>
              </a:spcBef>
              <a:spcAft>
                <a:spcPts val="0"/>
              </a:spcAft>
              <a:buSzPts val="1850"/>
              <a:buNone/>
              <a:defRPr sz="1850"/>
            </a:lvl7pPr>
            <a:lvl8pPr lvl="7" rtl="0">
              <a:lnSpc>
                <a:spcPct val="100000"/>
              </a:lnSpc>
              <a:spcBef>
                <a:spcPts val="0"/>
              </a:spcBef>
              <a:spcAft>
                <a:spcPts val="0"/>
              </a:spcAft>
              <a:buSzPts val="1850"/>
              <a:buNone/>
              <a:defRPr sz="1850"/>
            </a:lvl8pPr>
            <a:lvl9pPr lvl="8" rtl="0">
              <a:lnSpc>
                <a:spcPct val="100000"/>
              </a:lnSpc>
              <a:spcBef>
                <a:spcPts val="0"/>
              </a:spcBef>
              <a:spcAft>
                <a:spcPts val="0"/>
              </a:spcAft>
              <a:buSzPts val="1850"/>
              <a:buNone/>
              <a:defRPr sz="1850"/>
            </a:lvl9pPr>
          </a:lstStyle>
          <a:p>
            <a:endParaRPr/>
          </a:p>
        </p:txBody>
      </p:sp>
      <p:grpSp>
        <p:nvGrpSpPr>
          <p:cNvPr id="18764" name="Google Shape;18764;p15"/>
          <p:cNvGrpSpPr/>
          <p:nvPr/>
        </p:nvGrpSpPr>
        <p:grpSpPr>
          <a:xfrm>
            <a:off x="-3313634" y="-2026908"/>
            <a:ext cx="5681843" cy="3181016"/>
            <a:chOff x="-2605109" y="-1889326"/>
            <a:chExt cx="5681843" cy="3181016"/>
          </a:xfrm>
        </p:grpSpPr>
        <p:grpSp>
          <p:nvGrpSpPr>
            <p:cNvPr id="18765" name="Google Shape;18765;p15"/>
            <p:cNvGrpSpPr/>
            <p:nvPr/>
          </p:nvGrpSpPr>
          <p:grpSpPr>
            <a:xfrm rot="10800000">
              <a:off x="-2605109" y="-1889326"/>
              <a:ext cx="5681843" cy="3181016"/>
              <a:chOff x="3406125" y="2174000"/>
              <a:chExt cx="2581600" cy="1445325"/>
            </a:xfrm>
          </p:grpSpPr>
          <p:sp>
            <p:nvSpPr>
              <p:cNvPr id="18766" name="Google Shape;18766;p1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1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1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1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1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1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1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1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1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1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1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1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8" name="Google Shape;18788;p15"/>
            <p:cNvGrpSpPr/>
            <p:nvPr/>
          </p:nvGrpSpPr>
          <p:grpSpPr>
            <a:xfrm rot="10800000">
              <a:off x="-2605109" y="-1889326"/>
              <a:ext cx="5681843" cy="3181016"/>
              <a:chOff x="3406125" y="2174000"/>
              <a:chExt cx="2581600" cy="1445325"/>
            </a:xfrm>
          </p:grpSpPr>
          <p:sp>
            <p:nvSpPr>
              <p:cNvPr id="18789" name="Google Shape;18789;p1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1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1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1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1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1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1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1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1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1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1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1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1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1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811" name="Google Shape;18811;p15"/>
          <p:cNvGrpSpPr/>
          <p:nvPr/>
        </p:nvGrpSpPr>
        <p:grpSpPr>
          <a:xfrm rot="10800000">
            <a:off x="6775791" y="3993142"/>
            <a:ext cx="5681843" cy="3181016"/>
            <a:chOff x="-2605109" y="-1889326"/>
            <a:chExt cx="5681843" cy="3181016"/>
          </a:xfrm>
        </p:grpSpPr>
        <p:grpSp>
          <p:nvGrpSpPr>
            <p:cNvPr id="18812" name="Google Shape;18812;p15"/>
            <p:cNvGrpSpPr/>
            <p:nvPr/>
          </p:nvGrpSpPr>
          <p:grpSpPr>
            <a:xfrm rot="10800000">
              <a:off x="-2605109" y="-1889326"/>
              <a:ext cx="5681843" cy="3181016"/>
              <a:chOff x="3406125" y="2174000"/>
              <a:chExt cx="2581600" cy="1445325"/>
            </a:xfrm>
          </p:grpSpPr>
          <p:sp>
            <p:nvSpPr>
              <p:cNvPr id="18813" name="Google Shape;18813;p1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1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1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1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1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1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1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1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1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1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1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1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5" name="Google Shape;18835;p15"/>
            <p:cNvGrpSpPr/>
            <p:nvPr/>
          </p:nvGrpSpPr>
          <p:grpSpPr>
            <a:xfrm rot="10800000">
              <a:off x="-2605109" y="-1889326"/>
              <a:ext cx="5681843" cy="3181016"/>
              <a:chOff x="3406125" y="2174000"/>
              <a:chExt cx="2581600" cy="1445325"/>
            </a:xfrm>
          </p:grpSpPr>
          <p:sp>
            <p:nvSpPr>
              <p:cNvPr id="18836" name="Google Shape;18836;p1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1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1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1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1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1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1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1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1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1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1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1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2">
  <p:cSld name="CUSTOM_1_1_1">
    <p:spTree>
      <p:nvGrpSpPr>
        <p:cNvPr id="1" name="Shape 18858"/>
        <p:cNvGrpSpPr/>
        <p:nvPr/>
      </p:nvGrpSpPr>
      <p:grpSpPr>
        <a:xfrm>
          <a:off x="0" y="0"/>
          <a:ext cx="0" cy="0"/>
          <a:chOff x="0" y="0"/>
          <a:chExt cx="0" cy="0"/>
        </a:xfrm>
      </p:grpSpPr>
      <p:grpSp>
        <p:nvGrpSpPr>
          <p:cNvPr id="18859" name="Google Shape;18859;p16"/>
          <p:cNvGrpSpPr/>
          <p:nvPr/>
        </p:nvGrpSpPr>
        <p:grpSpPr>
          <a:xfrm>
            <a:off x="70735" y="70796"/>
            <a:ext cx="9002530" cy="5001909"/>
            <a:chOff x="70735" y="70796"/>
            <a:chExt cx="9002530" cy="5001909"/>
          </a:xfrm>
        </p:grpSpPr>
        <p:grpSp>
          <p:nvGrpSpPr>
            <p:cNvPr id="18860" name="Google Shape;18860;p16"/>
            <p:cNvGrpSpPr/>
            <p:nvPr/>
          </p:nvGrpSpPr>
          <p:grpSpPr>
            <a:xfrm>
              <a:off x="70735" y="70796"/>
              <a:ext cx="9002530" cy="22993"/>
              <a:chOff x="79447" y="96297"/>
              <a:chExt cx="9002530" cy="22993"/>
            </a:xfrm>
          </p:grpSpPr>
          <p:sp>
            <p:nvSpPr>
              <p:cNvPr id="18861" name="Google Shape;18861;p16"/>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6"/>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6"/>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16"/>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16"/>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6"/>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6"/>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16"/>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16"/>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6"/>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16"/>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16"/>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6"/>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6"/>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6"/>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16"/>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16"/>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16"/>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16"/>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16"/>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16"/>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6"/>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6"/>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16"/>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16"/>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6"/>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6"/>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6"/>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6"/>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6"/>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6"/>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16"/>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16"/>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16"/>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16"/>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6"/>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6"/>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6"/>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6"/>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16"/>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16"/>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6"/>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16"/>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16"/>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16"/>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16"/>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6"/>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16"/>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16"/>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6"/>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1" name="Google Shape;18911;p16"/>
            <p:cNvGrpSpPr/>
            <p:nvPr/>
          </p:nvGrpSpPr>
          <p:grpSpPr>
            <a:xfrm>
              <a:off x="70735" y="243203"/>
              <a:ext cx="9002530" cy="21952"/>
              <a:chOff x="79447" y="266897"/>
              <a:chExt cx="9002530" cy="21952"/>
            </a:xfrm>
          </p:grpSpPr>
          <p:sp>
            <p:nvSpPr>
              <p:cNvPr id="18912" name="Google Shape;18912;p16"/>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6"/>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16"/>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16"/>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16"/>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16"/>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6"/>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16"/>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16"/>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16"/>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6"/>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6"/>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6"/>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6"/>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6"/>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6"/>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6"/>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6"/>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16"/>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16"/>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6"/>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6"/>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6"/>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16"/>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16"/>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16"/>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16"/>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6"/>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6"/>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6"/>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16"/>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6"/>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6"/>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6"/>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16"/>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16"/>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6"/>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16"/>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16"/>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6"/>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6"/>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16"/>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16"/>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6"/>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6"/>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6"/>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16"/>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16"/>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16"/>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16"/>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2" name="Google Shape;18962;p16"/>
            <p:cNvGrpSpPr/>
            <p:nvPr/>
          </p:nvGrpSpPr>
          <p:grpSpPr>
            <a:xfrm>
              <a:off x="70735" y="414570"/>
              <a:ext cx="9002530" cy="21952"/>
              <a:chOff x="79447" y="437592"/>
              <a:chExt cx="9002530" cy="21952"/>
            </a:xfrm>
          </p:grpSpPr>
          <p:sp>
            <p:nvSpPr>
              <p:cNvPr id="18963" name="Google Shape;18963;p16"/>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6"/>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6"/>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6"/>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6"/>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6"/>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16"/>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16"/>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6"/>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6"/>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6"/>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16"/>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16"/>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16"/>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6"/>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6"/>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6"/>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6"/>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16"/>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16"/>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16"/>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6"/>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6"/>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6"/>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16"/>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16"/>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6"/>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16"/>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16"/>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6"/>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6"/>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6"/>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16"/>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16"/>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6"/>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6"/>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16"/>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16"/>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16"/>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16"/>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16"/>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16"/>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16"/>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16"/>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16"/>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16"/>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16"/>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16"/>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16"/>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16"/>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3" name="Google Shape;19013;p16"/>
            <p:cNvGrpSpPr/>
            <p:nvPr/>
          </p:nvGrpSpPr>
          <p:grpSpPr>
            <a:xfrm>
              <a:off x="70735" y="585937"/>
              <a:ext cx="9002530" cy="22993"/>
              <a:chOff x="79447" y="607151"/>
              <a:chExt cx="9002530" cy="22993"/>
            </a:xfrm>
          </p:grpSpPr>
          <p:sp>
            <p:nvSpPr>
              <p:cNvPr id="19014" name="Google Shape;19014;p16"/>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16"/>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16"/>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16"/>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16"/>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16"/>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16"/>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16"/>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16"/>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16"/>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16"/>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16"/>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16"/>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16"/>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16"/>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16"/>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16"/>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16"/>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16"/>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16"/>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16"/>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16"/>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16"/>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16"/>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16"/>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16"/>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16"/>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16"/>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16"/>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16"/>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16"/>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16"/>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16"/>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16"/>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16"/>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16"/>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16"/>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16"/>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16"/>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16"/>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16"/>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16"/>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16"/>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16"/>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16"/>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16"/>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16"/>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16"/>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16"/>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16"/>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4" name="Google Shape;19064;p16"/>
            <p:cNvGrpSpPr/>
            <p:nvPr/>
          </p:nvGrpSpPr>
          <p:grpSpPr>
            <a:xfrm>
              <a:off x="70735" y="758345"/>
              <a:ext cx="9002530" cy="21952"/>
              <a:chOff x="79447" y="777845"/>
              <a:chExt cx="9002530" cy="21952"/>
            </a:xfrm>
          </p:grpSpPr>
          <p:sp>
            <p:nvSpPr>
              <p:cNvPr id="19065" name="Google Shape;19065;p16"/>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16"/>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16"/>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16"/>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16"/>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16"/>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16"/>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16"/>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16"/>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16"/>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16"/>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16"/>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16"/>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16"/>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16"/>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16"/>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16"/>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16"/>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16"/>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16"/>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16"/>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16"/>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16"/>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16"/>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16"/>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16"/>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16"/>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16"/>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16"/>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16"/>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16"/>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16"/>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16"/>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16"/>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16"/>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16"/>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16"/>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16"/>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16"/>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16"/>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16"/>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16"/>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16"/>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16"/>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16"/>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16"/>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16"/>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16"/>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16"/>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16"/>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5" name="Google Shape;19115;p16"/>
            <p:cNvGrpSpPr/>
            <p:nvPr/>
          </p:nvGrpSpPr>
          <p:grpSpPr>
            <a:xfrm>
              <a:off x="70735" y="929712"/>
              <a:ext cx="9002530" cy="21952"/>
              <a:chOff x="79447" y="948445"/>
              <a:chExt cx="9002530" cy="21952"/>
            </a:xfrm>
          </p:grpSpPr>
          <p:sp>
            <p:nvSpPr>
              <p:cNvPr id="19116" name="Google Shape;19116;p16"/>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16"/>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16"/>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16"/>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16"/>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16"/>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16"/>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16"/>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16"/>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16"/>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16"/>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16"/>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16"/>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16"/>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16"/>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16"/>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16"/>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16"/>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16"/>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16"/>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16"/>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16"/>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16"/>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16"/>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16"/>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16"/>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16"/>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16"/>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16"/>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16"/>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16"/>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16"/>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16"/>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16"/>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16"/>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16"/>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16"/>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16"/>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16"/>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16"/>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16"/>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16"/>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16"/>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16"/>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16"/>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16"/>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16"/>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16"/>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16"/>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16"/>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6" name="Google Shape;19166;p16"/>
            <p:cNvGrpSpPr/>
            <p:nvPr/>
          </p:nvGrpSpPr>
          <p:grpSpPr>
            <a:xfrm>
              <a:off x="70735" y="1101079"/>
              <a:ext cx="9002530" cy="22993"/>
              <a:chOff x="79447" y="1118099"/>
              <a:chExt cx="9002530" cy="22993"/>
            </a:xfrm>
          </p:grpSpPr>
          <p:sp>
            <p:nvSpPr>
              <p:cNvPr id="19167" name="Google Shape;19167;p16"/>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16"/>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16"/>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16"/>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16"/>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16"/>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16"/>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16"/>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16"/>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16"/>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16"/>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16"/>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16"/>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16"/>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16"/>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16"/>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16"/>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16"/>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16"/>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16"/>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16"/>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16"/>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16"/>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16"/>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16"/>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16"/>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16"/>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16"/>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16"/>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16"/>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16"/>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16"/>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16"/>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16"/>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16"/>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16"/>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16"/>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16"/>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16"/>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16"/>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16"/>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16"/>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16"/>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16"/>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16"/>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16"/>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16"/>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16"/>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16"/>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16"/>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7" name="Google Shape;19217;p16"/>
            <p:cNvGrpSpPr/>
            <p:nvPr/>
          </p:nvGrpSpPr>
          <p:grpSpPr>
            <a:xfrm>
              <a:off x="70735" y="1273487"/>
              <a:ext cx="9002530" cy="21952"/>
              <a:chOff x="79447" y="1287658"/>
              <a:chExt cx="9002530" cy="21952"/>
            </a:xfrm>
          </p:grpSpPr>
          <p:sp>
            <p:nvSpPr>
              <p:cNvPr id="19218" name="Google Shape;19218;p16"/>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16"/>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16"/>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16"/>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16"/>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16"/>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16"/>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16"/>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16"/>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16"/>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16"/>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16"/>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16"/>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16"/>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16"/>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16"/>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16"/>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16"/>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16"/>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16"/>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16"/>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16"/>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16"/>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16"/>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16"/>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16"/>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16"/>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16"/>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16"/>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16"/>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16"/>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16"/>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16"/>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16"/>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16"/>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16"/>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16"/>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16"/>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16"/>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16"/>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16"/>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16"/>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16"/>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16"/>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16"/>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16"/>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16"/>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16"/>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16"/>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16"/>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8" name="Google Shape;19268;p16"/>
            <p:cNvGrpSpPr/>
            <p:nvPr/>
          </p:nvGrpSpPr>
          <p:grpSpPr>
            <a:xfrm>
              <a:off x="70735" y="1444854"/>
              <a:ext cx="9002530" cy="21952"/>
              <a:chOff x="79447" y="1458352"/>
              <a:chExt cx="9002530" cy="21952"/>
            </a:xfrm>
          </p:grpSpPr>
          <p:sp>
            <p:nvSpPr>
              <p:cNvPr id="19269" name="Google Shape;19269;p16"/>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16"/>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16"/>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16"/>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16"/>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16"/>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16"/>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16"/>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16"/>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16"/>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16"/>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16"/>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16"/>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16"/>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16"/>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16"/>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16"/>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16"/>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16"/>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16"/>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16"/>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16"/>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16"/>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16"/>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16"/>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16"/>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16"/>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16"/>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16"/>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16"/>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16"/>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16"/>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16"/>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16"/>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16"/>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16"/>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16"/>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16"/>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16"/>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16"/>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16"/>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16"/>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16"/>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16"/>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16"/>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16"/>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16"/>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16"/>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16"/>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16"/>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9" name="Google Shape;19319;p16"/>
            <p:cNvGrpSpPr/>
            <p:nvPr/>
          </p:nvGrpSpPr>
          <p:grpSpPr>
            <a:xfrm>
              <a:off x="70735" y="1616221"/>
              <a:ext cx="9002530" cy="22993"/>
              <a:chOff x="79447" y="1627911"/>
              <a:chExt cx="9002530" cy="22993"/>
            </a:xfrm>
          </p:grpSpPr>
          <p:sp>
            <p:nvSpPr>
              <p:cNvPr id="19320" name="Google Shape;19320;p16"/>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16"/>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16"/>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16"/>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16"/>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16"/>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16"/>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16"/>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16"/>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16"/>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16"/>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16"/>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16"/>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16"/>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16"/>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16"/>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16"/>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16"/>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16"/>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16"/>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16"/>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16"/>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16"/>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16"/>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16"/>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16"/>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16"/>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16"/>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16"/>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16"/>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16"/>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16"/>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16"/>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16"/>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16"/>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16"/>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16"/>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16"/>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16"/>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16"/>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16"/>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16"/>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16"/>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16"/>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16"/>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16"/>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16"/>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16"/>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16"/>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16"/>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0" name="Google Shape;19370;p16"/>
            <p:cNvGrpSpPr/>
            <p:nvPr/>
          </p:nvGrpSpPr>
          <p:grpSpPr>
            <a:xfrm>
              <a:off x="70735" y="1788629"/>
              <a:ext cx="9002530" cy="21952"/>
              <a:chOff x="79447" y="1798606"/>
              <a:chExt cx="9002530" cy="21952"/>
            </a:xfrm>
          </p:grpSpPr>
          <p:sp>
            <p:nvSpPr>
              <p:cNvPr id="19371" name="Google Shape;19371;p16"/>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16"/>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16"/>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16"/>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16"/>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16"/>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16"/>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16"/>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16"/>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16"/>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16"/>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16"/>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16"/>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16"/>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16"/>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16"/>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16"/>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16"/>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16"/>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16"/>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16"/>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16"/>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16"/>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16"/>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16"/>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16"/>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16"/>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16"/>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16"/>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16"/>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16"/>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16"/>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16"/>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16"/>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16"/>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16"/>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16"/>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16"/>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16"/>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16"/>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16"/>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16"/>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16"/>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16"/>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16"/>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16"/>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16"/>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16"/>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16"/>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16"/>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1" name="Google Shape;19421;p16"/>
            <p:cNvGrpSpPr/>
            <p:nvPr/>
          </p:nvGrpSpPr>
          <p:grpSpPr>
            <a:xfrm>
              <a:off x="70735" y="1959996"/>
              <a:ext cx="9002530" cy="21952"/>
              <a:chOff x="79447" y="1969206"/>
              <a:chExt cx="9002530" cy="21952"/>
            </a:xfrm>
          </p:grpSpPr>
          <p:sp>
            <p:nvSpPr>
              <p:cNvPr id="19422" name="Google Shape;19422;p16"/>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16"/>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16"/>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16"/>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16"/>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16"/>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16"/>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16"/>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16"/>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16"/>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16"/>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16"/>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16"/>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16"/>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16"/>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16"/>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16"/>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16"/>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16"/>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16"/>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16"/>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16"/>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16"/>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16"/>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16"/>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16"/>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16"/>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16"/>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16"/>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16"/>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16"/>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16"/>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16"/>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16"/>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16"/>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16"/>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16"/>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16"/>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16"/>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16"/>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16"/>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16"/>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16"/>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16"/>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16"/>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16"/>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16"/>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16"/>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16"/>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16"/>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2" name="Google Shape;19472;p16"/>
            <p:cNvGrpSpPr/>
            <p:nvPr/>
          </p:nvGrpSpPr>
          <p:grpSpPr>
            <a:xfrm>
              <a:off x="70735" y="2131363"/>
              <a:ext cx="9002530" cy="22993"/>
              <a:chOff x="79447" y="2138859"/>
              <a:chExt cx="9002530" cy="22993"/>
            </a:xfrm>
          </p:grpSpPr>
          <p:sp>
            <p:nvSpPr>
              <p:cNvPr id="19473" name="Google Shape;19473;p16"/>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16"/>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16"/>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16"/>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16"/>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16"/>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16"/>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16"/>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16"/>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16"/>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16"/>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16"/>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16"/>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16"/>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16"/>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16"/>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16"/>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16"/>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16"/>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16"/>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16"/>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16"/>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16"/>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16"/>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16"/>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16"/>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16"/>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16"/>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16"/>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16"/>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16"/>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16"/>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16"/>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16"/>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16"/>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16"/>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16"/>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16"/>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16"/>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16"/>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16"/>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16"/>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16"/>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16"/>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16"/>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16"/>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16"/>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16"/>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16"/>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16"/>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3" name="Google Shape;19523;p16"/>
            <p:cNvGrpSpPr/>
            <p:nvPr/>
          </p:nvGrpSpPr>
          <p:grpSpPr>
            <a:xfrm>
              <a:off x="70735" y="2303771"/>
              <a:ext cx="9002530" cy="21952"/>
              <a:chOff x="79447" y="2309459"/>
              <a:chExt cx="9002530" cy="21952"/>
            </a:xfrm>
          </p:grpSpPr>
          <p:sp>
            <p:nvSpPr>
              <p:cNvPr id="19524" name="Google Shape;19524;p16"/>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16"/>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16"/>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16"/>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16"/>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16"/>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16"/>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16"/>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16"/>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16"/>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16"/>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16"/>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16"/>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16"/>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16"/>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16"/>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16"/>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16"/>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16"/>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16"/>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16"/>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16"/>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16"/>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16"/>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16"/>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16"/>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16"/>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16"/>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16"/>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16"/>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16"/>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16"/>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16"/>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16"/>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16"/>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16"/>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16"/>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16"/>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16"/>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16"/>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16"/>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16"/>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16"/>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16"/>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16"/>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16"/>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16"/>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16"/>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16"/>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16"/>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4" name="Google Shape;19574;p16"/>
            <p:cNvGrpSpPr/>
            <p:nvPr/>
          </p:nvGrpSpPr>
          <p:grpSpPr>
            <a:xfrm>
              <a:off x="70735" y="2475138"/>
              <a:ext cx="9002530" cy="21952"/>
              <a:chOff x="79447" y="2480154"/>
              <a:chExt cx="9002530" cy="21952"/>
            </a:xfrm>
          </p:grpSpPr>
          <p:sp>
            <p:nvSpPr>
              <p:cNvPr id="19575" name="Google Shape;19575;p16"/>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16"/>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16"/>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16"/>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16"/>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16"/>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16"/>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16"/>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16"/>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16"/>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16"/>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16"/>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16"/>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16"/>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16"/>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16"/>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16"/>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16"/>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16"/>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16"/>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16"/>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16"/>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16"/>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16"/>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16"/>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16"/>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16"/>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16"/>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16"/>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16"/>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16"/>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16"/>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16"/>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16"/>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16"/>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16"/>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16"/>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16"/>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16"/>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16"/>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16"/>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16"/>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16"/>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16"/>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16"/>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16"/>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16"/>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16"/>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16"/>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16"/>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5" name="Google Shape;19625;p16"/>
            <p:cNvGrpSpPr/>
            <p:nvPr/>
          </p:nvGrpSpPr>
          <p:grpSpPr>
            <a:xfrm>
              <a:off x="70735" y="2646505"/>
              <a:ext cx="9002530" cy="21952"/>
              <a:chOff x="79447" y="2650753"/>
              <a:chExt cx="9002530" cy="21952"/>
            </a:xfrm>
          </p:grpSpPr>
          <p:sp>
            <p:nvSpPr>
              <p:cNvPr id="19626" name="Google Shape;19626;p16"/>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16"/>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16"/>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16"/>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16"/>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16"/>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16"/>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16"/>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16"/>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16"/>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16"/>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16"/>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16"/>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16"/>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16"/>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16"/>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16"/>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16"/>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16"/>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16"/>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16"/>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16"/>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16"/>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16"/>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16"/>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16"/>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16"/>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16"/>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16"/>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16"/>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16"/>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16"/>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16"/>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16"/>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16"/>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16"/>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16"/>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16"/>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16"/>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16"/>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16"/>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16"/>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16"/>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16"/>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16"/>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16"/>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16"/>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16"/>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16"/>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16"/>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6" name="Google Shape;19676;p16"/>
            <p:cNvGrpSpPr/>
            <p:nvPr/>
          </p:nvGrpSpPr>
          <p:grpSpPr>
            <a:xfrm>
              <a:off x="70735" y="2817872"/>
              <a:ext cx="9002530" cy="21952"/>
              <a:chOff x="79447" y="2821448"/>
              <a:chExt cx="9002530" cy="21952"/>
            </a:xfrm>
          </p:grpSpPr>
          <p:sp>
            <p:nvSpPr>
              <p:cNvPr id="19677" name="Google Shape;19677;p16"/>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16"/>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16"/>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16"/>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16"/>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16"/>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16"/>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16"/>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16"/>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16"/>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16"/>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16"/>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16"/>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16"/>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16"/>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16"/>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16"/>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16"/>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16"/>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16"/>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16"/>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16"/>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16"/>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16"/>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16"/>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16"/>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16"/>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16"/>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16"/>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16"/>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16"/>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16"/>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16"/>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16"/>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16"/>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16"/>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16"/>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16"/>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16"/>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16"/>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16"/>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16"/>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16"/>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16"/>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16"/>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16"/>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16"/>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16"/>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16"/>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16"/>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7" name="Google Shape;19727;p16"/>
            <p:cNvGrpSpPr/>
            <p:nvPr/>
          </p:nvGrpSpPr>
          <p:grpSpPr>
            <a:xfrm>
              <a:off x="70735" y="2989239"/>
              <a:ext cx="9002530" cy="22898"/>
              <a:chOff x="79447" y="2991102"/>
              <a:chExt cx="9002530" cy="22898"/>
            </a:xfrm>
          </p:grpSpPr>
          <p:sp>
            <p:nvSpPr>
              <p:cNvPr id="19728" name="Google Shape;19728;p16"/>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16"/>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16"/>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16"/>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16"/>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16"/>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16"/>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16"/>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16"/>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16"/>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16"/>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16"/>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16"/>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16"/>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16"/>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16"/>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16"/>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16"/>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16"/>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16"/>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16"/>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16"/>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16"/>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16"/>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16"/>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16"/>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16"/>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16"/>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16"/>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16"/>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16"/>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16"/>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16"/>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16"/>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16"/>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16"/>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16"/>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16"/>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16"/>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16"/>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16"/>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16"/>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16"/>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16"/>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16"/>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16"/>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16"/>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16"/>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16"/>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16"/>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8" name="Google Shape;19778;p16"/>
            <p:cNvGrpSpPr/>
            <p:nvPr/>
          </p:nvGrpSpPr>
          <p:grpSpPr>
            <a:xfrm>
              <a:off x="70735" y="3161552"/>
              <a:ext cx="9002530" cy="21952"/>
              <a:chOff x="79447" y="3161701"/>
              <a:chExt cx="9002530" cy="21952"/>
            </a:xfrm>
          </p:grpSpPr>
          <p:sp>
            <p:nvSpPr>
              <p:cNvPr id="19779" name="Google Shape;19779;p16"/>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16"/>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16"/>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16"/>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16"/>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16"/>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16"/>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16"/>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16"/>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16"/>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16"/>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16"/>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16"/>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16"/>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16"/>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16"/>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16"/>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16"/>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16"/>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16"/>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16"/>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16"/>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16"/>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16"/>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16"/>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16"/>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16"/>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16"/>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16"/>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16"/>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16"/>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16"/>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16"/>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16"/>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16"/>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16"/>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16"/>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16"/>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16"/>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16"/>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16"/>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16"/>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16"/>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16"/>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16"/>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16"/>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16"/>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16"/>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16"/>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16"/>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29" name="Google Shape;19829;p16"/>
            <p:cNvGrpSpPr/>
            <p:nvPr/>
          </p:nvGrpSpPr>
          <p:grpSpPr>
            <a:xfrm>
              <a:off x="70735" y="3332919"/>
              <a:ext cx="9002530" cy="21952"/>
              <a:chOff x="79447" y="3332396"/>
              <a:chExt cx="9002530" cy="21952"/>
            </a:xfrm>
          </p:grpSpPr>
          <p:sp>
            <p:nvSpPr>
              <p:cNvPr id="19830" name="Google Shape;19830;p16"/>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16"/>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16"/>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16"/>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16"/>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16"/>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16"/>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16"/>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16"/>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16"/>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16"/>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16"/>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16"/>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16"/>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16"/>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16"/>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16"/>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16"/>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16"/>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16"/>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16"/>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16"/>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16"/>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16"/>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16"/>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16"/>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16"/>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16"/>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16"/>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16"/>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16"/>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16"/>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16"/>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16"/>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16"/>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16"/>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16"/>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16"/>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16"/>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16"/>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16"/>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16"/>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16"/>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16"/>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16"/>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16"/>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16"/>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16"/>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16"/>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16"/>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0" name="Google Shape;19880;p16"/>
            <p:cNvGrpSpPr/>
            <p:nvPr/>
          </p:nvGrpSpPr>
          <p:grpSpPr>
            <a:xfrm>
              <a:off x="70735" y="3504286"/>
              <a:ext cx="9002530" cy="22993"/>
              <a:chOff x="79447" y="3501955"/>
              <a:chExt cx="9002530" cy="22993"/>
            </a:xfrm>
          </p:grpSpPr>
          <p:sp>
            <p:nvSpPr>
              <p:cNvPr id="19881" name="Google Shape;19881;p16"/>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16"/>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16"/>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16"/>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16"/>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16"/>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16"/>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16"/>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16"/>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16"/>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16"/>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16"/>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16"/>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16"/>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16"/>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16"/>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16"/>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16"/>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16"/>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16"/>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16"/>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16"/>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16"/>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16"/>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16"/>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16"/>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16"/>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16"/>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16"/>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16"/>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16"/>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16"/>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16"/>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16"/>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16"/>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16"/>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16"/>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16"/>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16"/>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16"/>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16"/>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16"/>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16"/>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16"/>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16"/>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16"/>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16"/>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16"/>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16"/>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16"/>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1" name="Google Shape;19931;p16"/>
            <p:cNvGrpSpPr/>
            <p:nvPr/>
          </p:nvGrpSpPr>
          <p:grpSpPr>
            <a:xfrm>
              <a:off x="70735" y="3676694"/>
              <a:ext cx="9002530" cy="21952"/>
              <a:chOff x="79447" y="3672649"/>
              <a:chExt cx="9002530" cy="21952"/>
            </a:xfrm>
          </p:grpSpPr>
          <p:sp>
            <p:nvSpPr>
              <p:cNvPr id="19932" name="Google Shape;19932;p16"/>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16"/>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16"/>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16"/>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16"/>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16"/>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16"/>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16"/>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16"/>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16"/>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16"/>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16"/>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16"/>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16"/>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16"/>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16"/>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16"/>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16"/>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16"/>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16"/>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16"/>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16"/>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16"/>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16"/>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16"/>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16"/>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16"/>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16"/>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16"/>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16"/>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16"/>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16"/>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16"/>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16"/>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16"/>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16"/>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16"/>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16"/>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16"/>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16"/>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16"/>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16"/>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16"/>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16"/>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16"/>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16"/>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16"/>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16"/>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16"/>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16"/>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2" name="Google Shape;19982;p16"/>
            <p:cNvGrpSpPr/>
            <p:nvPr/>
          </p:nvGrpSpPr>
          <p:grpSpPr>
            <a:xfrm>
              <a:off x="70735" y="3848061"/>
              <a:ext cx="9002530" cy="21952"/>
              <a:chOff x="79447" y="3843249"/>
              <a:chExt cx="9002530" cy="21952"/>
            </a:xfrm>
          </p:grpSpPr>
          <p:sp>
            <p:nvSpPr>
              <p:cNvPr id="19983" name="Google Shape;19983;p16"/>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16"/>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16"/>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16"/>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16"/>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16"/>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16"/>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16"/>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16"/>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16"/>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16"/>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16"/>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16"/>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16"/>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16"/>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16"/>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16"/>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16"/>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16"/>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16"/>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16"/>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16"/>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16"/>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16"/>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16"/>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16"/>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16"/>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16"/>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16"/>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16"/>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16"/>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16"/>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16"/>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16"/>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16"/>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16"/>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16"/>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16"/>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16"/>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16"/>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16"/>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16"/>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16"/>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16"/>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16"/>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16"/>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16"/>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16"/>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16"/>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16"/>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3" name="Google Shape;20033;p16"/>
            <p:cNvGrpSpPr/>
            <p:nvPr/>
          </p:nvGrpSpPr>
          <p:grpSpPr>
            <a:xfrm>
              <a:off x="70735" y="4019428"/>
              <a:ext cx="9002530" cy="22993"/>
              <a:chOff x="79447" y="4012903"/>
              <a:chExt cx="9002530" cy="22993"/>
            </a:xfrm>
          </p:grpSpPr>
          <p:sp>
            <p:nvSpPr>
              <p:cNvPr id="20034" name="Google Shape;20034;p16"/>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16"/>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16"/>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16"/>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16"/>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16"/>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16"/>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16"/>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16"/>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16"/>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16"/>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16"/>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16"/>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16"/>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16"/>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16"/>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16"/>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16"/>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16"/>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16"/>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16"/>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16"/>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16"/>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16"/>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16"/>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16"/>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16"/>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16"/>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16"/>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16"/>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16"/>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16"/>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16"/>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16"/>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16"/>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16"/>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16"/>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16"/>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16"/>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16"/>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16"/>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16"/>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16"/>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16"/>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16"/>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16"/>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16"/>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16"/>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16"/>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16"/>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4" name="Google Shape;20084;p16"/>
            <p:cNvGrpSpPr/>
            <p:nvPr/>
          </p:nvGrpSpPr>
          <p:grpSpPr>
            <a:xfrm>
              <a:off x="70735" y="4191836"/>
              <a:ext cx="9002530" cy="21952"/>
              <a:chOff x="79447" y="4182462"/>
              <a:chExt cx="9002530" cy="21952"/>
            </a:xfrm>
          </p:grpSpPr>
          <p:sp>
            <p:nvSpPr>
              <p:cNvPr id="20085" name="Google Shape;20085;p16"/>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16"/>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16"/>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16"/>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16"/>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16"/>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16"/>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16"/>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16"/>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16"/>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16"/>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16"/>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16"/>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16"/>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16"/>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16"/>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16"/>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16"/>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16"/>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16"/>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16"/>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16"/>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16"/>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16"/>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16"/>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16"/>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16"/>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16"/>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16"/>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16"/>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16"/>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16"/>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16"/>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16"/>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16"/>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16"/>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16"/>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16"/>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16"/>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16"/>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16"/>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16"/>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16"/>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16"/>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16"/>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16"/>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16"/>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16"/>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16"/>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16"/>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5" name="Google Shape;20135;p16"/>
            <p:cNvGrpSpPr/>
            <p:nvPr/>
          </p:nvGrpSpPr>
          <p:grpSpPr>
            <a:xfrm>
              <a:off x="70735" y="4363203"/>
              <a:ext cx="9002530" cy="21952"/>
              <a:chOff x="79447" y="4353157"/>
              <a:chExt cx="9002530" cy="21952"/>
            </a:xfrm>
          </p:grpSpPr>
          <p:sp>
            <p:nvSpPr>
              <p:cNvPr id="20136" name="Google Shape;20136;p16"/>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16"/>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16"/>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16"/>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16"/>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16"/>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16"/>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16"/>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16"/>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16"/>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16"/>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16"/>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16"/>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16"/>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16"/>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16"/>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16"/>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16"/>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16"/>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16"/>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16"/>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16"/>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16"/>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16"/>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16"/>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16"/>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16"/>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16"/>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16"/>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16"/>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16"/>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16"/>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16"/>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16"/>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16"/>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16"/>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16"/>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16"/>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16"/>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16"/>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16"/>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16"/>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16"/>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16"/>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16"/>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16"/>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16"/>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16"/>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16"/>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16"/>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6" name="Google Shape;20186;p16"/>
            <p:cNvGrpSpPr/>
            <p:nvPr/>
          </p:nvGrpSpPr>
          <p:grpSpPr>
            <a:xfrm>
              <a:off x="70735" y="4534570"/>
              <a:ext cx="9002530" cy="22993"/>
              <a:chOff x="79447" y="4522716"/>
              <a:chExt cx="9002530" cy="22993"/>
            </a:xfrm>
          </p:grpSpPr>
          <p:sp>
            <p:nvSpPr>
              <p:cNvPr id="20187" name="Google Shape;20187;p16"/>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16"/>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16"/>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16"/>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16"/>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16"/>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16"/>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16"/>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16"/>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16"/>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16"/>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16"/>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16"/>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16"/>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16"/>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16"/>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16"/>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16"/>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16"/>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16"/>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16"/>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16"/>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16"/>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16"/>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16"/>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16"/>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16"/>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16"/>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16"/>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16"/>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16"/>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16"/>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16"/>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16"/>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16"/>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16"/>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16"/>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16"/>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16"/>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16"/>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16"/>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16"/>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16"/>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16"/>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16"/>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16"/>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16"/>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16"/>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16"/>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16"/>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7" name="Google Shape;20237;p16"/>
            <p:cNvGrpSpPr/>
            <p:nvPr/>
          </p:nvGrpSpPr>
          <p:grpSpPr>
            <a:xfrm>
              <a:off x="70735" y="4706978"/>
              <a:ext cx="9002530" cy="21952"/>
              <a:chOff x="79447" y="4693410"/>
              <a:chExt cx="9002530" cy="21952"/>
            </a:xfrm>
          </p:grpSpPr>
          <p:sp>
            <p:nvSpPr>
              <p:cNvPr id="20238" name="Google Shape;20238;p16"/>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16"/>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16"/>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16"/>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16"/>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16"/>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16"/>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16"/>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16"/>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16"/>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16"/>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16"/>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16"/>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16"/>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16"/>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16"/>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16"/>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16"/>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16"/>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16"/>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16"/>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16"/>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16"/>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16"/>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16"/>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16"/>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16"/>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16"/>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16"/>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16"/>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16"/>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16"/>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16"/>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16"/>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16"/>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16"/>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16"/>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16"/>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16"/>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16"/>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16"/>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16"/>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16"/>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16"/>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16"/>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16"/>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16"/>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16"/>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16"/>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16"/>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8" name="Google Shape;20288;p16"/>
            <p:cNvGrpSpPr/>
            <p:nvPr/>
          </p:nvGrpSpPr>
          <p:grpSpPr>
            <a:xfrm>
              <a:off x="70735" y="4878345"/>
              <a:ext cx="9002530" cy="21952"/>
              <a:chOff x="79447" y="4864010"/>
              <a:chExt cx="9002530" cy="21952"/>
            </a:xfrm>
          </p:grpSpPr>
          <p:sp>
            <p:nvSpPr>
              <p:cNvPr id="20289" name="Google Shape;20289;p16"/>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16"/>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16"/>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16"/>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16"/>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16"/>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16"/>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16"/>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16"/>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16"/>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16"/>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16"/>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16"/>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16"/>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16"/>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16"/>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16"/>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16"/>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16"/>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16"/>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16"/>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16"/>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16"/>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16"/>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16"/>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16"/>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16"/>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16"/>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16"/>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16"/>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16"/>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16"/>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16"/>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16"/>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16"/>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16"/>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16"/>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16"/>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16"/>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16"/>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16"/>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16"/>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16"/>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16"/>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16"/>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16"/>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16"/>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16"/>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16"/>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16"/>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9" name="Google Shape;20339;p16"/>
            <p:cNvGrpSpPr/>
            <p:nvPr/>
          </p:nvGrpSpPr>
          <p:grpSpPr>
            <a:xfrm>
              <a:off x="70735" y="5049712"/>
              <a:ext cx="9002530" cy="22993"/>
              <a:chOff x="79447" y="5033664"/>
              <a:chExt cx="9002530" cy="22993"/>
            </a:xfrm>
          </p:grpSpPr>
          <p:sp>
            <p:nvSpPr>
              <p:cNvPr id="20340" name="Google Shape;20340;p16"/>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16"/>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16"/>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16"/>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16"/>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16"/>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16"/>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16"/>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16"/>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16"/>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16"/>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16"/>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16"/>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16"/>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16"/>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16"/>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16"/>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16"/>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16"/>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16"/>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16"/>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16"/>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16"/>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16"/>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16"/>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16"/>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16"/>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16"/>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16"/>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16"/>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16"/>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16"/>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16"/>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16"/>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16"/>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16"/>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16"/>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16"/>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16"/>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16"/>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16"/>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16"/>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16"/>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16"/>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16"/>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16"/>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16"/>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16"/>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16"/>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16"/>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390" name="Google Shape;20390;p16"/>
          <p:cNvSpPr txBox="1">
            <a:spLocks noGrp="1"/>
          </p:cNvSpPr>
          <p:nvPr>
            <p:ph type="title"/>
          </p:nvPr>
        </p:nvSpPr>
        <p:spPr>
          <a:xfrm flipH="1">
            <a:off x="3370300" y="2539050"/>
            <a:ext cx="4490400" cy="888600"/>
          </a:xfrm>
          <a:prstGeom prst="rect">
            <a:avLst/>
          </a:prstGeom>
        </p:spPr>
        <p:txBody>
          <a:bodyPr spcFirstLastPara="1" wrap="square" lIns="91425" tIns="91425" rIns="91425" bIns="91425" anchor="t" anchorCtr="0">
            <a:noAutofit/>
          </a:bodyPr>
          <a:lstStyle>
            <a:lvl1pPr lvl="0" algn="r" rtl="0">
              <a:lnSpc>
                <a:spcPct val="90000"/>
              </a:lnSpc>
              <a:spcBef>
                <a:spcPts val="0"/>
              </a:spcBef>
              <a:spcAft>
                <a:spcPts val="0"/>
              </a:spcAft>
              <a:buSzPts val="4500"/>
              <a:buNone/>
              <a:defRPr sz="4700"/>
            </a:lvl1pPr>
            <a:lvl2pPr lvl="1" algn="r" rtl="0">
              <a:spcBef>
                <a:spcPts val="0"/>
              </a:spcBef>
              <a:spcAft>
                <a:spcPts val="0"/>
              </a:spcAft>
              <a:buSzPts val="4500"/>
              <a:buNone/>
              <a:defRPr sz="4500"/>
            </a:lvl2pPr>
            <a:lvl3pPr lvl="2" algn="r" rtl="0">
              <a:spcBef>
                <a:spcPts val="0"/>
              </a:spcBef>
              <a:spcAft>
                <a:spcPts val="0"/>
              </a:spcAft>
              <a:buSzPts val="4500"/>
              <a:buNone/>
              <a:defRPr sz="4500"/>
            </a:lvl3pPr>
            <a:lvl4pPr lvl="3" algn="r" rtl="0">
              <a:spcBef>
                <a:spcPts val="0"/>
              </a:spcBef>
              <a:spcAft>
                <a:spcPts val="0"/>
              </a:spcAft>
              <a:buSzPts val="4500"/>
              <a:buNone/>
              <a:defRPr sz="4500"/>
            </a:lvl4pPr>
            <a:lvl5pPr lvl="4" algn="r" rtl="0">
              <a:spcBef>
                <a:spcPts val="0"/>
              </a:spcBef>
              <a:spcAft>
                <a:spcPts val="0"/>
              </a:spcAft>
              <a:buSzPts val="4500"/>
              <a:buNone/>
              <a:defRPr sz="4500"/>
            </a:lvl5pPr>
            <a:lvl6pPr lvl="5" algn="r" rtl="0">
              <a:spcBef>
                <a:spcPts val="0"/>
              </a:spcBef>
              <a:spcAft>
                <a:spcPts val="0"/>
              </a:spcAft>
              <a:buSzPts val="4500"/>
              <a:buNone/>
              <a:defRPr sz="4500"/>
            </a:lvl6pPr>
            <a:lvl7pPr lvl="6" algn="r" rtl="0">
              <a:spcBef>
                <a:spcPts val="0"/>
              </a:spcBef>
              <a:spcAft>
                <a:spcPts val="0"/>
              </a:spcAft>
              <a:buSzPts val="4500"/>
              <a:buNone/>
              <a:defRPr sz="4500"/>
            </a:lvl7pPr>
            <a:lvl8pPr lvl="7" algn="r" rtl="0">
              <a:spcBef>
                <a:spcPts val="0"/>
              </a:spcBef>
              <a:spcAft>
                <a:spcPts val="0"/>
              </a:spcAft>
              <a:buSzPts val="4500"/>
              <a:buNone/>
              <a:defRPr sz="4500"/>
            </a:lvl8pPr>
            <a:lvl9pPr lvl="8" algn="r" rtl="0">
              <a:spcBef>
                <a:spcPts val="0"/>
              </a:spcBef>
              <a:spcAft>
                <a:spcPts val="0"/>
              </a:spcAft>
              <a:buSzPts val="4500"/>
              <a:buNone/>
              <a:defRPr sz="4500"/>
            </a:lvl9pPr>
          </a:lstStyle>
          <a:p>
            <a:endParaRPr/>
          </a:p>
        </p:txBody>
      </p:sp>
      <p:sp>
        <p:nvSpPr>
          <p:cNvPr id="20391" name="Google Shape;20391;p16"/>
          <p:cNvSpPr txBox="1">
            <a:spLocks noGrp="1"/>
          </p:cNvSpPr>
          <p:nvPr>
            <p:ph type="title" idx="2" hasCustomPrompt="1"/>
          </p:nvPr>
        </p:nvSpPr>
        <p:spPr>
          <a:xfrm flipH="1">
            <a:off x="6692350" y="1498413"/>
            <a:ext cx="1032000" cy="5529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5300"/>
              <a:buNone/>
              <a:defRPr sz="5000"/>
            </a:lvl1pPr>
            <a:lvl2pPr lvl="1" algn="l" rtl="0">
              <a:spcBef>
                <a:spcPts val="0"/>
              </a:spcBef>
              <a:spcAft>
                <a:spcPts val="0"/>
              </a:spcAft>
              <a:buSzPts val="5300"/>
              <a:buNone/>
              <a:defRPr sz="5300"/>
            </a:lvl2pPr>
            <a:lvl3pPr lvl="2" algn="l" rtl="0">
              <a:spcBef>
                <a:spcPts val="0"/>
              </a:spcBef>
              <a:spcAft>
                <a:spcPts val="0"/>
              </a:spcAft>
              <a:buSzPts val="5300"/>
              <a:buNone/>
              <a:defRPr sz="5300"/>
            </a:lvl3pPr>
            <a:lvl4pPr lvl="3" algn="l" rtl="0">
              <a:spcBef>
                <a:spcPts val="0"/>
              </a:spcBef>
              <a:spcAft>
                <a:spcPts val="0"/>
              </a:spcAft>
              <a:buSzPts val="5300"/>
              <a:buNone/>
              <a:defRPr sz="5300"/>
            </a:lvl4pPr>
            <a:lvl5pPr lvl="4" algn="l" rtl="0">
              <a:spcBef>
                <a:spcPts val="0"/>
              </a:spcBef>
              <a:spcAft>
                <a:spcPts val="0"/>
              </a:spcAft>
              <a:buSzPts val="5300"/>
              <a:buNone/>
              <a:defRPr sz="5300"/>
            </a:lvl5pPr>
            <a:lvl6pPr lvl="5" algn="l" rtl="0">
              <a:spcBef>
                <a:spcPts val="0"/>
              </a:spcBef>
              <a:spcAft>
                <a:spcPts val="0"/>
              </a:spcAft>
              <a:buSzPts val="5300"/>
              <a:buNone/>
              <a:defRPr sz="5300"/>
            </a:lvl6pPr>
            <a:lvl7pPr lvl="6" algn="l" rtl="0">
              <a:spcBef>
                <a:spcPts val="0"/>
              </a:spcBef>
              <a:spcAft>
                <a:spcPts val="0"/>
              </a:spcAft>
              <a:buSzPts val="5300"/>
              <a:buNone/>
              <a:defRPr sz="5300"/>
            </a:lvl7pPr>
            <a:lvl8pPr lvl="7" algn="l" rtl="0">
              <a:spcBef>
                <a:spcPts val="0"/>
              </a:spcBef>
              <a:spcAft>
                <a:spcPts val="0"/>
              </a:spcAft>
              <a:buSzPts val="5300"/>
              <a:buNone/>
              <a:defRPr sz="5300"/>
            </a:lvl8pPr>
            <a:lvl9pPr lvl="8" algn="l" rtl="0">
              <a:spcBef>
                <a:spcPts val="0"/>
              </a:spcBef>
              <a:spcAft>
                <a:spcPts val="0"/>
              </a:spcAft>
              <a:buSzPts val="5300"/>
              <a:buNone/>
              <a:defRPr sz="5300"/>
            </a:lvl9pPr>
          </a:lstStyle>
          <a:p>
            <a:r>
              <a:t>xx%</a:t>
            </a:r>
          </a:p>
        </p:txBody>
      </p:sp>
      <p:sp>
        <p:nvSpPr>
          <p:cNvPr id="20392" name="Google Shape;20392;p16"/>
          <p:cNvSpPr txBox="1">
            <a:spLocks noGrp="1"/>
          </p:cNvSpPr>
          <p:nvPr>
            <p:ph type="subTitle" idx="1"/>
          </p:nvPr>
        </p:nvSpPr>
        <p:spPr>
          <a:xfrm flipH="1">
            <a:off x="5144200" y="3688350"/>
            <a:ext cx="2716500" cy="692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50"/>
              <a:buNone/>
              <a:defRPr sz="1650"/>
            </a:lvl1pPr>
            <a:lvl2pPr lvl="1" algn="r" rtl="0">
              <a:lnSpc>
                <a:spcPct val="100000"/>
              </a:lnSpc>
              <a:spcBef>
                <a:spcPts val="0"/>
              </a:spcBef>
              <a:spcAft>
                <a:spcPts val="0"/>
              </a:spcAft>
              <a:buSzPts val="1850"/>
              <a:buNone/>
              <a:defRPr sz="1850"/>
            </a:lvl2pPr>
            <a:lvl3pPr lvl="2" algn="r" rtl="0">
              <a:lnSpc>
                <a:spcPct val="100000"/>
              </a:lnSpc>
              <a:spcBef>
                <a:spcPts val="0"/>
              </a:spcBef>
              <a:spcAft>
                <a:spcPts val="0"/>
              </a:spcAft>
              <a:buSzPts val="1850"/>
              <a:buNone/>
              <a:defRPr sz="1850"/>
            </a:lvl3pPr>
            <a:lvl4pPr lvl="3" algn="r" rtl="0">
              <a:lnSpc>
                <a:spcPct val="100000"/>
              </a:lnSpc>
              <a:spcBef>
                <a:spcPts val="0"/>
              </a:spcBef>
              <a:spcAft>
                <a:spcPts val="0"/>
              </a:spcAft>
              <a:buSzPts val="1850"/>
              <a:buNone/>
              <a:defRPr sz="1850"/>
            </a:lvl4pPr>
            <a:lvl5pPr lvl="4" algn="r" rtl="0">
              <a:lnSpc>
                <a:spcPct val="100000"/>
              </a:lnSpc>
              <a:spcBef>
                <a:spcPts val="0"/>
              </a:spcBef>
              <a:spcAft>
                <a:spcPts val="0"/>
              </a:spcAft>
              <a:buSzPts val="1850"/>
              <a:buNone/>
              <a:defRPr sz="1850"/>
            </a:lvl5pPr>
            <a:lvl6pPr lvl="5" algn="r" rtl="0">
              <a:lnSpc>
                <a:spcPct val="100000"/>
              </a:lnSpc>
              <a:spcBef>
                <a:spcPts val="0"/>
              </a:spcBef>
              <a:spcAft>
                <a:spcPts val="0"/>
              </a:spcAft>
              <a:buSzPts val="1850"/>
              <a:buNone/>
              <a:defRPr sz="1850"/>
            </a:lvl6pPr>
            <a:lvl7pPr lvl="6" algn="r" rtl="0">
              <a:lnSpc>
                <a:spcPct val="100000"/>
              </a:lnSpc>
              <a:spcBef>
                <a:spcPts val="0"/>
              </a:spcBef>
              <a:spcAft>
                <a:spcPts val="0"/>
              </a:spcAft>
              <a:buSzPts val="1850"/>
              <a:buNone/>
              <a:defRPr sz="1850"/>
            </a:lvl7pPr>
            <a:lvl8pPr lvl="7" algn="r" rtl="0">
              <a:lnSpc>
                <a:spcPct val="100000"/>
              </a:lnSpc>
              <a:spcBef>
                <a:spcPts val="0"/>
              </a:spcBef>
              <a:spcAft>
                <a:spcPts val="0"/>
              </a:spcAft>
              <a:buSzPts val="1850"/>
              <a:buNone/>
              <a:defRPr sz="1850"/>
            </a:lvl8pPr>
            <a:lvl9pPr lvl="8" algn="r" rtl="0">
              <a:lnSpc>
                <a:spcPct val="100000"/>
              </a:lnSpc>
              <a:spcBef>
                <a:spcPts val="0"/>
              </a:spcBef>
              <a:spcAft>
                <a:spcPts val="0"/>
              </a:spcAft>
              <a:buSzPts val="1850"/>
              <a:buNone/>
              <a:defRPr sz="1850"/>
            </a:lvl9pPr>
          </a:lstStyle>
          <a:p>
            <a:endParaRPr/>
          </a:p>
        </p:txBody>
      </p:sp>
      <p:grpSp>
        <p:nvGrpSpPr>
          <p:cNvPr id="20393" name="Google Shape;20393;p16"/>
          <p:cNvGrpSpPr/>
          <p:nvPr/>
        </p:nvGrpSpPr>
        <p:grpSpPr>
          <a:xfrm flipH="1">
            <a:off x="6977278" y="-2026908"/>
            <a:ext cx="5681843" cy="3181016"/>
            <a:chOff x="-2605109" y="-1889326"/>
            <a:chExt cx="5681843" cy="3181016"/>
          </a:xfrm>
        </p:grpSpPr>
        <p:grpSp>
          <p:nvGrpSpPr>
            <p:cNvPr id="20394" name="Google Shape;20394;p16"/>
            <p:cNvGrpSpPr/>
            <p:nvPr/>
          </p:nvGrpSpPr>
          <p:grpSpPr>
            <a:xfrm rot="10800000">
              <a:off x="-2605109" y="-1889326"/>
              <a:ext cx="5681843" cy="3181016"/>
              <a:chOff x="3406125" y="2174000"/>
              <a:chExt cx="2581600" cy="1445325"/>
            </a:xfrm>
          </p:grpSpPr>
          <p:sp>
            <p:nvSpPr>
              <p:cNvPr id="20395" name="Google Shape;20395;p16"/>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16"/>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16"/>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16"/>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16"/>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16"/>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16"/>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16"/>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16"/>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16"/>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16"/>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16"/>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16"/>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16"/>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16"/>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16"/>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16"/>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16"/>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16"/>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16"/>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16"/>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16"/>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7" name="Google Shape;20417;p16"/>
            <p:cNvGrpSpPr/>
            <p:nvPr/>
          </p:nvGrpSpPr>
          <p:grpSpPr>
            <a:xfrm rot="10800000">
              <a:off x="-2605109" y="-1889326"/>
              <a:ext cx="5681843" cy="3181016"/>
              <a:chOff x="3406125" y="2174000"/>
              <a:chExt cx="2581600" cy="1445325"/>
            </a:xfrm>
          </p:grpSpPr>
          <p:sp>
            <p:nvSpPr>
              <p:cNvPr id="20418" name="Google Shape;20418;p16"/>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16"/>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16"/>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16"/>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16"/>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16"/>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16"/>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16"/>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16"/>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16"/>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16"/>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16"/>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16"/>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16"/>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16"/>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16"/>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16"/>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16"/>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16"/>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16"/>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16"/>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16"/>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40" name="Google Shape;20440;p16"/>
          <p:cNvGrpSpPr/>
          <p:nvPr/>
        </p:nvGrpSpPr>
        <p:grpSpPr>
          <a:xfrm rot="10800000" flipH="1">
            <a:off x="-3112147" y="3993142"/>
            <a:ext cx="5681843" cy="3181016"/>
            <a:chOff x="-2605109" y="-1889326"/>
            <a:chExt cx="5681843" cy="3181016"/>
          </a:xfrm>
        </p:grpSpPr>
        <p:grpSp>
          <p:nvGrpSpPr>
            <p:cNvPr id="20441" name="Google Shape;20441;p16"/>
            <p:cNvGrpSpPr/>
            <p:nvPr/>
          </p:nvGrpSpPr>
          <p:grpSpPr>
            <a:xfrm rot="10800000">
              <a:off x="-2605109" y="-1889326"/>
              <a:ext cx="5681843" cy="3181016"/>
              <a:chOff x="3406125" y="2174000"/>
              <a:chExt cx="2581600" cy="1445325"/>
            </a:xfrm>
          </p:grpSpPr>
          <p:sp>
            <p:nvSpPr>
              <p:cNvPr id="20442" name="Google Shape;20442;p16"/>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16"/>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16"/>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16"/>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16"/>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16"/>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16"/>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16"/>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16"/>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16"/>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16"/>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16"/>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16"/>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16"/>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16"/>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16"/>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16"/>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16"/>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16"/>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16"/>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16"/>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16"/>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4" name="Google Shape;20464;p16"/>
            <p:cNvGrpSpPr/>
            <p:nvPr/>
          </p:nvGrpSpPr>
          <p:grpSpPr>
            <a:xfrm rot="10800000">
              <a:off x="-2605109" y="-1889326"/>
              <a:ext cx="5681843" cy="3181016"/>
              <a:chOff x="3406125" y="2174000"/>
              <a:chExt cx="2581600" cy="1445325"/>
            </a:xfrm>
          </p:grpSpPr>
          <p:sp>
            <p:nvSpPr>
              <p:cNvPr id="20465" name="Google Shape;20465;p16"/>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16"/>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16"/>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16"/>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16"/>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16"/>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16"/>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16"/>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16"/>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16"/>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16"/>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16"/>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16"/>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16"/>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16"/>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16"/>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16"/>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16"/>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16"/>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16"/>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16"/>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16"/>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ext 1">
  <p:cSld name="CUSTOM_11">
    <p:spTree>
      <p:nvGrpSpPr>
        <p:cNvPr id="1" name="Shape 28381"/>
        <p:cNvGrpSpPr/>
        <p:nvPr/>
      </p:nvGrpSpPr>
      <p:grpSpPr>
        <a:xfrm>
          <a:off x="0" y="0"/>
          <a:ext cx="0" cy="0"/>
          <a:chOff x="0" y="0"/>
          <a:chExt cx="0" cy="0"/>
        </a:xfrm>
      </p:grpSpPr>
      <p:sp>
        <p:nvSpPr>
          <p:cNvPr id="28382" name="Google Shape;28382;p22"/>
          <p:cNvSpPr txBox="1">
            <a:spLocks noGrp="1"/>
          </p:cNvSpPr>
          <p:nvPr>
            <p:ph type="body" idx="1"/>
          </p:nvPr>
        </p:nvSpPr>
        <p:spPr>
          <a:xfrm>
            <a:off x="980244" y="1627600"/>
            <a:ext cx="3773100" cy="2103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dk2"/>
              </a:buClr>
              <a:buSzPts val="1400"/>
              <a:buFont typeface="Red Hat Display"/>
              <a:buChar char="■"/>
              <a:defRPr/>
            </a:lvl1pPr>
            <a:lvl2pPr marL="914400" lvl="1" indent="-317500" rtl="0">
              <a:spcBef>
                <a:spcPts val="1600"/>
              </a:spcBef>
              <a:spcAft>
                <a:spcPts val="0"/>
              </a:spcAft>
              <a:buClr>
                <a:srgbClr val="FFFFFF"/>
              </a:buClr>
              <a:buSzPts val="1400"/>
              <a:buFont typeface="Red Hat Display"/>
              <a:buChar char="○"/>
              <a:defRPr/>
            </a:lvl2pPr>
            <a:lvl3pPr marL="1371600" lvl="2" indent="-317500" rtl="0">
              <a:spcBef>
                <a:spcPts val="1600"/>
              </a:spcBef>
              <a:spcAft>
                <a:spcPts val="0"/>
              </a:spcAft>
              <a:buClr>
                <a:srgbClr val="FFFFFF"/>
              </a:buClr>
              <a:buSzPts val="1400"/>
              <a:buFont typeface="Red Hat Display"/>
              <a:buChar char="■"/>
              <a:defRPr/>
            </a:lvl3pPr>
            <a:lvl4pPr marL="1828800" lvl="3" indent="-317500" rtl="0">
              <a:spcBef>
                <a:spcPts val="1600"/>
              </a:spcBef>
              <a:spcAft>
                <a:spcPts val="0"/>
              </a:spcAft>
              <a:buClr>
                <a:srgbClr val="FFFFFF"/>
              </a:buClr>
              <a:buSzPts val="1400"/>
              <a:buFont typeface="Red Hat Display"/>
              <a:buChar char="●"/>
              <a:defRPr/>
            </a:lvl4pPr>
            <a:lvl5pPr marL="2286000" lvl="4" indent="-317500" rtl="0">
              <a:spcBef>
                <a:spcPts val="1600"/>
              </a:spcBef>
              <a:spcAft>
                <a:spcPts val="0"/>
              </a:spcAft>
              <a:buClr>
                <a:srgbClr val="FFFFFF"/>
              </a:buClr>
              <a:buSzPts val="1400"/>
              <a:buFont typeface="Red Hat Display"/>
              <a:buChar char="○"/>
              <a:defRPr/>
            </a:lvl5pPr>
            <a:lvl6pPr marL="2743200" lvl="5" indent="-317500" rtl="0">
              <a:spcBef>
                <a:spcPts val="1600"/>
              </a:spcBef>
              <a:spcAft>
                <a:spcPts val="0"/>
              </a:spcAft>
              <a:buClr>
                <a:srgbClr val="FFFFFF"/>
              </a:buClr>
              <a:buSzPts val="1400"/>
              <a:buFont typeface="Red Hat Display"/>
              <a:buChar char="■"/>
              <a:defRPr/>
            </a:lvl6pPr>
            <a:lvl7pPr marL="3200400" lvl="6" indent="-317500" rtl="0">
              <a:spcBef>
                <a:spcPts val="1600"/>
              </a:spcBef>
              <a:spcAft>
                <a:spcPts val="0"/>
              </a:spcAft>
              <a:buClr>
                <a:srgbClr val="FFFFFF"/>
              </a:buClr>
              <a:buSzPts val="1400"/>
              <a:buFont typeface="Red Hat Display"/>
              <a:buChar char="●"/>
              <a:defRPr/>
            </a:lvl7pPr>
            <a:lvl8pPr marL="3657600" lvl="7" indent="-317500" rtl="0">
              <a:spcBef>
                <a:spcPts val="1600"/>
              </a:spcBef>
              <a:spcAft>
                <a:spcPts val="0"/>
              </a:spcAft>
              <a:buClr>
                <a:srgbClr val="FFFFFF"/>
              </a:buClr>
              <a:buSzPts val="1400"/>
              <a:buFont typeface="Red Hat Display"/>
              <a:buChar char="○"/>
              <a:defRPr/>
            </a:lvl8pPr>
            <a:lvl9pPr marL="4114800" lvl="8" indent="-317500" rtl="0">
              <a:spcBef>
                <a:spcPts val="1600"/>
              </a:spcBef>
              <a:spcAft>
                <a:spcPts val="1600"/>
              </a:spcAft>
              <a:buClr>
                <a:srgbClr val="FFFFFF"/>
              </a:buClr>
              <a:buSzPts val="1400"/>
              <a:buFont typeface="Red Hat Display"/>
              <a:buChar char="■"/>
              <a:defRPr/>
            </a:lvl9pPr>
          </a:lstStyle>
          <a:p>
            <a:endParaRPr/>
          </a:p>
        </p:txBody>
      </p:sp>
      <p:sp>
        <p:nvSpPr>
          <p:cNvPr id="28383" name="Google Shape;28383;p22"/>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28384" name="Google Shape;28384;p22"/>
          <p:cNvSpPr>
            <a:spLocks noGrp="1"/>
          </p:cNvSpPr>
          <p:nvPr>
            <p:ph type="pic" idx="2"/>
          </p:nvPr>
        </p:nvSpPr>
        <p:spPr>
          <a:xfrm>
            <a:off x="4981650" y="1641525"/>
            <a:ext cx="3182100" cy="2418300"/>
          </a:xfrm>
          <a:prstGeom prst="rect">
            <a:avLst/>
          </a:prstGeom>
          <a:noFill/>
          <a:ln w="19050" cap="flat" cmpd="sng">
            <a:solidFill>
              <a:schemeClr val="dk2"/>
            </a:solidFill>
            <a:prstDash val="solid"/>
            <a:round/>
            <a:headEnd type="none" w="sm" len="sm"/>
            <a:tailEnd type="none" w="sm" len="sm"/>
          </a:ln>
          <a:effectLst>
            <a:outerShdw blurRad="57150" algn="bl" rotWithShape="0">
              <a:schemeClr val="dk2"/>
            </a:outerShdw>
          </a:effectLst>
        </p:spPr>
      </p:sp>
      <p:grpSp>
        <p:nvGrpSpPr>
          <p:cNvPr id="28385" name="Google Shape;28385;p22"/>
          <p:cNvGrpSpPr/>
          <p:nvPr/>
        </p:nvGrpSpPr>
        <p:grpSpPr>
          <a:xfrm>
            <a:off x="8487260" y="4118108"/>
            <a:ext cx="561665" cy="1054322"/>
            <a:chOff x="236111" y="3227774"/>
            <a:chExt cx="954239" cy="1791237"/>
          </a:xfrm>
        </p:grpSpPr>
        <p:grpSp>
          <p:nvGrpSpPr>
            <p:cNvPr id="28386" name="Google Shape;28386;p22"/>
            <p:cNvGrpSpPr/>
            <p:nvPr/>
          </p:nvGrpSpPr>
          <p:grpSpPr>
            <a:xfrm>
              <a:off x="236111" y="3227774"/>
              <a:ext cx="954239" cy="1791237"/>
              <a:chOff x="581327" y="595113"/>
              <a:chExt cx="527349" cy="989962"/>
            </a:xfrm>
          </p:grpSpPr>
          <p:sp>
            <p:nvSpPr>
              <p:cNvPr id="28387" name="Google Shape;28387;p22"/>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8" name="Google Shape;28388;p22"/>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9" name="Google Shape;28389;p22"/>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0" name="Google Shape;28390;p22"/>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1" name="Google Shape;28391;p22"/>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2" name="Google Shape;28392;p22"/>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3" name="Google Shape;28393;p22"/>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4" name="Google Shape;28394;p22"/>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5" name="Google Shape;28395;p22"/>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6" name="Google Shape;28396;p22"/>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7" name="Google Shape;28397;p22"/>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8" name="Google Shape;28398;p22"/>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9" name="Google Shape;28399;p22"/>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0" name="Google Shape;28400;p22"/>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1" name="Google Shape;28401;p22"/>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2" name="Google Shape;28402;p22"/>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3" name="Google Shape;28403;p22"/>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4" name="Google Shape;28404;p22"/>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5" name="Google Shape;28405;p22"/>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6" name="Google Shape;28406;p22"/>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7" name="Google Shape;28407;p22"/>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8" name="Google Shape;28408;p22"/>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9" name="Google Shape;28409;p22"/>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0" name="Google Shape;28410;p22"/>
            <p:cNvGrpSpPr/>
            <p:nvPr/>
          </p:nvGrpSpPr>
          <p:grpSpPr>
            <a:xfrm>
              <a:off x="236111" y="3227774"/>
              <a:ext cx="954239" cy="1791237"/>
              <a:chOff x="581327" y="595113"/>
              <a:chExt cx="527349" cy="989962"/>
            </a:xfrm>
          </p:grpSpPr>
          <p:sp>
            <p:nvSpPr>
              <p:cNvPr id="28411" name="Google Shape;28411;p22"/>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2" name="Google Shape;28412;p22"/>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3" name="Google Shape;28413;p22"/>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4" name="Google Shape;28414;p22"/>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5" name="Google Shape;28415;p22"/>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6" name="Google Shape;28416;p22"/>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7" name="Google Shape;28417;p22"/>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8" name="Google Shape;28418;p22"/>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9" name="Google Shape;28419;p22"/>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0" name="Google Shape;28420;p22"/>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1" name="Google Shape;28421;p22"/>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2" name="Google Shape;28422;p22"/>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3" name="Google Shape;28423;p22"/>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4" name="Google Shape;28424;p22"/>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5" name="Google Shape;28425;p22"/>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6" name="Google Shape;28426;p22"/>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7" name="Google Shape;28427;p22"/>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8" name="Google Shape;28428;p22"/>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9" name="Google Shape;28429;p22"/>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0" name="Google Shape;28430;p22"/>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1" name="Google Shape;28431;p22"/>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2" name="Google Shape;28432;p22"/>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3" name="Google Shape;28433;p22"/>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434" name="Google Shape;28434;p22"/>
          <p:cNvGrpSpPr/>
          <p:nvPr/>
        </p:nvGrpSpPr>
        <p:grpSpPr>
          <a:xfrm>
            <a:off x="-498471" y="648099"/>
            <a:ext cx="1156353" cy="392145"/>
            <a:chOff x="7126566" y="-2874276"/>
            <a:chExt cx="1156353" cy="392145"/>
          </a:xfrm>
        </p:grpSpPr>
        <p:sp>
          <p:nvSpPr>
            <p:cNvPr id="28435" name="Google Shape;28435;p22"/>
            <p:cNvSpPr/>
            <p:nvPr/>
          </p:nvSpPr>
          <p:spPr>
            <a:xfrm rot="10800000">
              <a:off x="7126566" y="-2874276"/>
              <a:ext cx="1156353" cy="39214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6" name="Google Shape;28436;p22"/>
            <p:cNvSpPr/>
            <p:nvPr/>
          </p:nvSpPr>
          <p:spPr>
            <a:xfrm rot="10800000">
              <a:off x="7354084" y="-2701836"/>
              <a:ext cx="819945" cy="44843"/>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7" name="Google Shape;28437;p22"/>
            <p:cNvSpPr/>
            <p:nvPr/>
          </p:nvSpPr>
          <p:spPr>
            <a:xfrm rot="10800000">
              <a:off x="7126566" y="-2874276"/>
              <a:ext cx="1156353" cy="39214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8" name="Google Shape;28438;p22"/>
            <p:cNvSpPr/>
            <p:nvPr/>
          </p:nvSpPr>
          <p:spPr>
            <a:xfrm rot="10800000">
              <a:off x="7354084" y="-2701836"/>
              <a:ext cx="819945" cy="44843"/>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wo columns 2">
  <p:cSld name="CUSTOM_3_1">
    <p:spTree>
      <p:nvGrpSpPr>
        <p:cNvPr id="1" name="Shape 34748"/>
        <p:cNvGrpSpPr/>
        <p:nvPr/>
      </p:nvGrpSpPr>
      <p:grpSpPr>
        <a:xfrm>
          <a:off x="0" y="0"/>
          <a:ext cx="0" cy="0"/>
          <a:chOff x="0" y="0"/>
          <a:chExt cx="0" cy="0"/>
        </a:xfrm>
      </p:grpSpPr>
      <p:grpSp>
        <p:nvGrpSpPr>
          <p:cNvPr id="34749" name="Google Shape;34749;p27"/>
          <p:cNvGrpSpPr/>
          <p:nvPr/>
        </p:nvGrpSpPr>
        <p:grpSpPr>
          <a:xfrm>
            <a:off x="70735" y="70796"/>
            <a:ext cx="9002530" cy="5001909"/>
            <a:chOff x="70735" y="70796"/>
            <a:chExt cx="9002530" cy="5001909"/>
          </a:xfrm>
        </p:grpSpPr>
        <p:grpSp>
          <p:nvGrpSpPr>
            <p:cNvPr id="34750" name="Google Shape;34750;p27"/>
            <p:cNvGrpSpPr/>
            <p:nvPr/>
          </p:nvGrpSpPr>
          <p:grpSpPr>
            <a:xfrm>
              <a:off x="70735" y="70796"/>
              <a:ext cx="9002530" cy="22993"/>
              <a:chOff x="79447" y="96297"/>
              <a:chExt cx="9002530" cy="22993"/>
            </a:xfrm>
          </p:grpSpPr>
          <p:sp>
            <p:nvSpPr>
              <p:cNvPr id="34751" name="Google Shape;34751;p27"/>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2" name="Google Shape;34752;p27"/>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3" name="Google Shape;34753;p27"/>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4" name="Google Shape;34754;p27"/>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5" name="Google Shape;34755;p27"/>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6" name="Google Shape;34756;p27"/>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7" name="Google Shape;34757;p27"/>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8" name="Google Shape;34758;p27"/>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9" name="Google Shape;34759;p27"/>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0" name="Google Shape;34760;p27"/>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1" name="Google Shape;34761;p27"/>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2" name="Google Shape;34762;p27"/>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3" name="Google Shape;34763;p27"/>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4" name="Google Shape;34764;p27"/>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5" name="Google Shape;34765;p27"/>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6" name="Google Shape;34766;p27"/>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7" name="Google Shape;34767;p27"/>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8" name="Google Shape;34768;p27"/>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9" name="Google Shape;34769;p27"/>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0" name="Google Shape;34770;p27"/>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1" name="Google Shape;34771;p27"/>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2" name="Google Shape;34772;p27"/>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3" name="Google Shape;34773;p27"/>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4" name="Google Shape;34774;p27"/>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5" name="Google Shape;34775;p27"/>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6" name="Google Shape;34776;p27"/>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7" name="Google Shape;34777;p27"/>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8" name="Google Shape;34778;p27"/>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9" name="Google Shape;34779;p27"/>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0" name="Google Shape;34780;p27"/>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1" name="Google Shape;34781;p27"/>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2" name="Google Shape;34782;p27"/>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3" name="Google Shape;34783;p27"/>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4" name="Google Shape;34784;p27"/>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5" name="Google Shape;34785;p27"/>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6" name="Google Shape;34786;p27"/>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7" name="Google Shape;34787;p27"/>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8" name="Google Shape;34788;p27"/>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9" name="Google Shape;34789;p27"/>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0" name="Google Shape;34790;p27"/>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1" name="Google Shape;34791;p27"/>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2" name="Google Shape;34792;p27"/>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3" name="Google Shape;34793;p27"/>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4" name="Google Shape;34794;p27"/>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5" name="Google Shape;34795;p27"/>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6" name="Google Shape;34796;p27"/>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7" name="Google Shape;34797;p27"/>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8" name="Google Shape;34798;p27"/>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9" name="Google Shape;34799;p27"/>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0" name="Google Shape;34800;p27"/>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1" name="Google Shape;34801;p27"/>
            <p:cNvGrpSpPr/>
            <p:nvPr/>
          </p:nvGrpSpPr>
          <p:grpSpPr>
            <a:xfrm>
              <a:off x="70735" y="243203"/>
              <a:ext cx="9002530" cy="21952"/>
              <a:chOff x="79447" y="266897"/>
              <a:chExt cx="9002530" cy="21952"/>
            </a:xfrm>
          </p:grpSpPr>
          <p:sp>
            <p:nvSpPr>
              <p:cNvPr id="34802" name="Google Shape;34802;p27"/>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3" name="Google Shape;34803;p27"/>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4" name="Google Shape;34804;p27"/>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5" name="Google Shape;34805;p27"/>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6" name="Google Shape;34806;p27"/>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7" name="Google Shape;34807;p27"/>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8" name="Google Shape;34808;p27"/>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9" name="Google Shape;34809;p27"/>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0" name="Google Shape;34810;p27"/>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1" name="Google Shape;34811;p27"/>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2" name="Google Shape;34812;p27"/>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3" name="Google Shape;34813;p27"/>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4" name="Google Shape;34814;p27"/>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5" name="Google Shape;34815;p27"/>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6" name="Google Shape;34816;p27"/>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7" name="Google Shape;34817;p27"/>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8" name="Google Shape;34818;p27"/>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9" name="Google Shape;34819;p27"/>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0" name="Google Shape;34820;p27"/>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1" name="Google Shape;34821;p27"/>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2" name="Google Shape;34822;p27"/>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3" name="Google Shape;34823;p27"/>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4" name="Google Shape;34824;p27"/>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5" name="Google Shape;34825;p27"/>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6" name="Google Shape;34826;p27"/>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7" name="Google Shape;34827;p27"/>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8" name="Google Shape;34828;p27"/>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9" name="Google Shape;34829;p27"/>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0" name="Google Shape;34830;p27"/>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1" name="Google Shape;34831;p27"/>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2" name="Google Shape;34832;p27"/>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3" name="Google Shape;34833;p27"/>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4" name="Google Shape;34834;p27"/>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5" name="Google Shape;34835;p27"/>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6" name="Google Shape;34836;p27"/>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7" name="Google Shape;34837;p27"/>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8" name="Google Shape;34838;p27"/>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9" name="Google Shape;34839;p27"/>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0" name="Google Shape;34840;p27"/>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1" name="Google Shape;34841;p27"/>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2" name="Google Shape;34842;p27"/>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3" name="Google Shape;34843;p27"/>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4" name="Google Shape;34844;p27"/>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5" name="Google Shape;34845;p27"/>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6" name="Google Shape;34846;p27"/>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7" name="Google Shape;34847;p27"/>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8" name="Google Shape;34848;p27"/>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9" name="Google Shape;34849;p27"/>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0" name="Google Shape;34850;p27"/>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1" name="Google Shape;34851;p27"/>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2" name="Google Shape;34852;p27"/>
            <p:cNvGrpSpPr/>
            <p:nvPr/>
          </p:nvGrpSpPr>
          <p:grpSpPr>
            <a:xfrm>
              <a:off x="70735" y="414570"/>
              <a:ext cx="9002530" cy="21952"/>
              <a:chOff x="79447" y="437592"/>
              <a:chExt cx="9002530" cy="21952"/>
            </a:xfrm>
          </p:grpSpPr>
          <p:sp>
            <p:nvSpPr>
              <p:cNvPr id="34853" name="Google Shape;34853;p27"/>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4" name="Google Shape;34854;p27"/>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5" name="Google Shape;34855;p27"/>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6" name="Google Shape;34856;p27"/>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7" name="Google Shape;34857;p27"/>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8" name="Google Shape;34858;p27"/>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9" name="Google Shape;34859;p27"/>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0" name="Google Shape;34860;p27"/>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1" name="Google Shape;34861;p27"/>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2" name="Google Shape;34862;p27"/>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3" name="Google Shape;34863;p27"/>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4" name="Google Shape;34864;p27"/>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5" name="Google Shape;34865;p27"/>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6" name="Google Shape;34866;p27"/>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7" name="Google Shape;34867;p27"/>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8" name="Google Shape;34868;p27"/>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9" name="Google Shape;34869;p27"/>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0" name="Google Shape;34870;p27"/>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1" name="Google Shape;34871;p27"/>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2" name="Google Shape;34872;p27"/>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3" name="Google Shape;34873;p27"/>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4" name="Google Shape;34874;p27"/>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5" name="Google Shape;34875;p27"/>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6" name="Google Shape;34876;p27"/>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7" name="Google Shape;34877;p27"/>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8" name="Google Shape;34878;p27"/>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9" name="Google Shape;34879;p27"/>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0" name="Google Shape;34880;p27"/>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1" name="Google Shape;34881;p27"/>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2" name="Google Shape;34882;p27"/>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3" name="Google Shape;34883;p27"/>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4" name="Google Shape;34884;p27"/>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5" name="Google Shape;34885;p27"/>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6" name="Google Shape;34886;p27"/>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7" name="Google Shape;34887;p27"/>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8" name="Google Shape;34888;p27"/>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9" name="Google Shape;34889;p27"/>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0" name="Google Shape;34890;p27"/>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1" name="Google Shape;34891;p27"/>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2" name="Google Shape;34892;p27"/>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3" name="Google Shape;34893;p27"/>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4" name="Google Shape;34894;p27"/>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5" name="Google Shape;34895;p27"/>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6" name="Google Shape;34896;p27"/>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7" name="Google Shape;34897;p27"/>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8" name="Google Shape;34898;p27"/>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9" name="Google Shape;34899;p27"/>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0" name="Google Shape;34900;p27"/>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1" name="Google Shape;34901;p27"/>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2" name="Google Shape;34902;p27"/>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03" name="Google Shape;34903;p27"/>
            <p:cNvGrpSpPr/>
            <p:nvPr/>
          </p:nvGrpSpPr>
          <p:grpSpPr>
            <a:xfrm>
              <a:off x="70735" y="585937"/>
              <a:ext cx="9002530" cy="22993"/>
              <a:chOff x="79447" y="607151"/>
              <a:chExt cx="9002530" cy="22993"/>
            </a:xfrm>
          </p:grpSpPr>
          <p:sp>
            <p:nvSpPr>
              <p:cNvPr id="34904" name="Google Shape;34904;p27"/>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5" name="Google Shape;34905;p27"/>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6" name="Google Shape;34906;p27"/>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7" name="Google Shape;34907;p27"/>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8" name="Google Shape;34908;p27"/>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9" name="Google Shape;34909;p27"/>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0" name="Google Shape;34910;p27"/>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1" name="Google Shape;34911;p27"/>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2" name="Google Shape;34912;p27"/>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3" name="Google Shape;34913;p27"/>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4" name="Google Shape;34914;p27"/>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5" name="Google Shape;34915;p27"/>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6" name="Google Shape;34916;p27"/>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7" name="Google Shape;34917;p27"/>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8" name="Google Shape;34918;p27"/>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9" name="Google Shape;34919;p27"/>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0" name="Google Shape;34920;p27"/>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1" name="Google Shape;34921;p27"/>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2" name="Google Shape;34922;p27"/>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3" name="Google Shape;34923;p27"/>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4" name="Google Shape;34924;p27"/>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5" name="Google Shape;34925;p27"/>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6" name="Google Shape;34926;p27"/>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7" name="Google Shape;34927;p27"/>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8" name="Google Shape;34928;p27"/>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9" name="Google Shape;34929;p27"/>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0" name="Google Shape;34930;p27"/>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1" name="Google Shape;34931;p27"/>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2" name="Google Shape;34932;p27"/>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3" name="Google Shape;34933;p27"/>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4" name="Google Shape;34934;p27"/>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5" name="Google Shape;34935;p27"/>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6" name="Google Shape;34936;p27"/>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7" name="Google Shape;34937;p27"/>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8" name="Google Shape;34938;p27"/>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9" name="Google Shape;34939;p27"/>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0" name="Google Shape;34940;p27"/>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1" name="Google Shape;34941;p27"/>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2" name="Google Shape;34942;p27"/>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3" name="Google Shape;34943;p27"/>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4" name="Google Shape;34944;p27"/>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5" name="Google Shape;34945;p27"/>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6" name="Google Shape;34946;p27"/>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7" name="Google Shape;34947;p27"/>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8" name="Google Shape;34948;p27"/>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9" name="Google Shape;34949;p27"/>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0" name="Google Shape;34950;p27"/>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1" name="Google Shape;34951;p27"/>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2" name="Google Shape;34952;p27"/>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3" name="Google Shape;34953;p27"/>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54" name="Google Shape;34954;p27"/>
            <p:cNvGrpSpPr/>
            <p:nvPr/>
          </p:nvGrpSpPr>
          <p:grpSpPr>
            <a:xfrm>
              <a:off x="70735" y="758345"/>
              <a:ext cx="9002530" cy="21952"/>
              <a:chOff x="79447" y="777845"/>
              <a:chExt cx="9002530" cy="21952"/>
            </a:xfrm>
          </p:grpSpPr>
          <p:sp>
            <p:nvSpPr>
              <p:cNvPr id="34955" name="Google Shape;34955;p27"/>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6" name="Google Shape;34956;p27"/>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7" name="Google Shape;34957;p27"/>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8" name="Google Shape;34958;p27"/>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9" name="Google Shape;34959;p27"/>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0" name="Google Shape;34960;p27"/>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1" name="Google Shape;34961;p27"/>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2" name="Google Shape;34962;p27"/>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3" name="Google Shape;34963;p27"/>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4" name="Google Shape;34964;p27"/>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5" name="Google Shape;34965;p27"/>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6" name="Google Shape;34966;p27"/>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7" name="Google Shape;34967;p27"/>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8" name="Google Shape;34968;p27"/>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9" name="Google Shape;34969;p27"/>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0" name="Google Shape;34970;p27"/>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1" name="Google Shape;34971;p27"/>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2" name="Google Shape;34972;p27"/>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3" name="Google Shape;34973;p27"/>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4" name="Google Shape;34974;p27"/>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5" name="Google Shape;34975;p27"/>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6" name="Google Shape;34976;p27"/>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7" name="Google Shape;34977;p27"/>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8" name="Google Shape;34978;p27"/>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9" name="Google Shape;34979;p27"/>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0" name="Google Shape;34980;p27"/>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1" name="Google Shape;34981;p27"/>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2" name="Google Shape;34982;p27"/>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3" name="Google Shape;34983;p27"/>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4" name="Google Shape;34984;p27"/>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5" name="Google Shape;34985;p27"/>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6" name="Google Shape;34986;p27"/>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7" name="Google Shape;34987;p27"/>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8" name="Google Shape;34988;p27"/>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9" name="Google Shape;34989;p27"/>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0" name="Google Shape;34990;p27"/>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1" name="Google Shape;34991;p27"/>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2" name="Google Shape;34992;p27"/>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3" name="Google Shape;34993;p27"/>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4" name="Google Shape;34994;p27"/>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5" name="Google Shape;34995;p27"/>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6" name="Google Shape;34996;p27"/>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7" name="Google Shape;34997;p27"/>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8" name="Google Shape;34998;p27"/>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9" name="Google Shape;34999;p27"/>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0" name="Google Shape;35000;p27"/>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1" name="Google Shape;35001;p27"/>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2" name="Google Shape;35002;p27"/>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3" name="Google Shape;35003;p27"/>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4" name="Google Shape;35004;p27"/>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5" name="Google Shape;35005;p27"/>
            <p:cNvGrpSpPr/>
            <p:nvPr/>
          </p:nvGrpSpPr>
          <p:grpSpPr>
            <a:xfrm>
              <a:off x="70735" y="929712"/>
              <a:ext cx="9002530" cy="21952"/>
              <a:chOff x="79447" y="948445"/>
              <a:chExt cx="9002530" cy="21952"/>
            </a:xfrm>
          </p:grpSpPr>
          <p:sp>
            <p:nvSpPr>
              <p:cNvPr id="35006" name="Google Shape;35006;p27"/>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7" name="Google Shape;35007;p27"/>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8" name="Google Shape;35008;p27"/>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9" name="Google Shape;35009;p27"/>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0" name="Google Shape;35010;p27"/>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1" name="Google Shape;35011;p27"/>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2" name="Google Shape;35012;p27"/>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3" name="Google Shape;35013;p27"/>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4" name="Google Shape;35014;p27"/>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5" name="Google Shape;35015;p27"/>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6" name="Google Shape;35016;p27"/>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7" name="Google Shape;35017;p27"/>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8" name="Google Shape;35018;p27"/>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9" name="Google Shape;35019;p27"/>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0" name="Google Shape;35020;p27"/>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1" name="Google Shape;35021;p27"/>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2" name="Google Shape;35022;p27"/>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3" name="Google Shape;35023;p27"/>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4" name="Google Shape;35024;p27"/>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5" name="Google Shape;35025;p27"/>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6" name="Google Shape;35026;p27"/>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7" name="Google Shape;35027;p27"/>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8" name="Google Shape;35028;p27"/>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9" name="Google Shape;35029;p27"/>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0" name="Google Shape;35030;p27"/>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1" name="Google Shape;35031;p27"/>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2" name="Google Shape;35032;p27"/>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3" name="Google Shape;35033;p27"/>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4" name="Google Shape;35034;p27"/>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5" name="Google Shape;35035;p27"/>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6" name="Google Shape;35036;p27"/>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7" name="Google Shape;35037;p27"/>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8" name="Google Shape;35038;p27"/>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9" name="Google Shape;35039;p27"/>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0" name="Google Shape;35040;p27"/>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1" name="Google Shape;35041;p27"/>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2" name="Google Shape;35042;p27"/>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3" name="Google Shape;35043;p27"/>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4" name="Google Shape;35044;p27"/>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5" name="Google Shape;35045;p27"/>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6" name="Google Shape;35046;p27"/>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7" name="Google Shape;35047;p27"/>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8" name="Google Shape;35048;p27"/>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9" name="Google Shape;35049;p27"/>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0" name="Google Shape;35050;p27"/>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1" name="Google Shape;35051;p27"/>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2" name="Google Shape;35052;p27"/>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3" name="Google Shape;35053;p27"/>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4" name="Google Shape;35054;p27"/>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5" name="Google Shape;35055;p27"/>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6" name="Google Shape;35056;p27"/>
            <p:cNvGrpSpPr/>
            <p:nvPr/>
          </p:nvGrpSpPr>
          <p:grpSpPr>
            <a:xfrm>
              <a:off x="70735" y="1101079"/>
              <a:ext cx="9002530" cy="22993"/>
              <a:chOff x="79447" y="1118099"/>
              <a:chExt cx="9002530" cy="22993"/>
            </a:xfrm>
          </p:grpSpPr>
          <p:sp>
            <p:nvSpPr>
              <p:cNvPr id="35057" name="Google Shape;35057;p27"/>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8" name="Google Shape;35058;p27"/>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9" name="Google Shape;35059;p27"/>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0" name="Google Shape;35060;p27"/>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1" name="Google Shape;35061;p27"/>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2" name="Google Shape;35062;p27"/>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3" name="Google Shape;35063;p27"/>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4" name="Google Shape;35064;p27"/>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5" name="Google Shape;35065;p27"/>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6" name="Google Shape;35066;p27"/>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7" name="Google Shape;35067;p27"/>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8" name="Google Shape;35068;p27"/>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9" name="Google Shape;35069;p27"/>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0" name="Google Shape;35070;p27"/>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1" name="Google Shape;35071;p27"/>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2" name="Google Shape;35072;p27"/>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3" name="Google Shape;35073;p27"/>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4" name="Google Shape;35074;p27"/>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5" name="Google Shape;35075;p27"/>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6" name="Google Shape;35076;p27"/>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7" name="Google Shape;35077;p27"/>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8" name="Google Shape;35078;p27"/>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9" name="Google Shape;35079;p27"/>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0" name="Google Shape;35080;p27"/>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1" name="Google Shape;35081;p27"/>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2" name="Google Shape;35082;p27"/>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3" name="Google Shape;35083;p27"/>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4" name="Google Shape;35084;p27"/>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5" name="Google Shape;35085;p27"/>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6" name="Google Shape;35086;p27"/>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7" name="Google Shape;35087;p27"/>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8" name="Google Shape;35088;p27"/>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9" name="Google Shape;35089;p27"/>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0" name="Google Shape;35090;p27"/>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1" name="Google Shape;35091;p27"/>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2" name="Google Shape;35092;p27"/>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3" name="Google Shape;35093;p27"/>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4" name="Google Shape;35094;p27"/>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5" name="Google Shape;35095;p27"/>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6" name="Google Shape;35096;p27"/>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7" name="Google Shape;35097;p27"/>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8" name="Google Shape;35098;p27"/>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9" name="Google Shape;35099;p27"/>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0" name="Google Shape;35100;p27"/>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1" name="Google Shape;35101;p27"/>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2" name="Google Shape;35102;p27"/>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3" name="Google Shape;35103;p27"/>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4" name="Google Shape;35104;p27"/>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5" name="Google Shape;35105;p27"/>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6" name="Google Shape;35106;p27"/>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7" name="Google Shape;35107;p27"/>
            <p:cNvGrpSpPr/>
            <p:nvPr/>
          </p:nvGrpSpPr>
          <p:grpSpPr>
            <a:xfrm>
              <a:off x="70735" y="1273487"/>
              <a:ext cx="9002530" cy="21952"/>
              <a:chOff x="79447" y="1287658"/>
              <a:chExt cx="9002530" cy="21952"/>
            </a:xfrm>
          </p:grpSpPr>
          <p:sp>
            <p:nvSpPr>
              <p:cNvPr id="35108" name="Google Shape;35108;p27"/>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9" name="Google Shape;35109;p27"/>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0" name="Google Shape;35110;p27"/>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1" name="Google Shape;35111;p27"/>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2" name="Google Shape;35112;p27"/>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3" name="Google Shape;35113;p27"/>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4" name="Google Shape;35114;p27"/>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5" name="Google Shape;35115;p27"/>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6" name="Google Shape;35116;p27"/>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7" name="Google Shape;35117;p27"/>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8" name="Google Shape;35118;p27"/>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9" name="Google Shape;35119;p27"/>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0" name="Google Shape;35120;p27"/>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1" name="Google Shape;35121;p27"/>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2" name="Google Shape;35122;p27"/>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3" name="Google Shape;35123;p27"/>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4" name="Google Shape;35124;p27"/>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5" name="Google Shape;35125;p27"/>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6" name="Google Shape;35126;p27"/>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7" name="Google Shape;35127;p27"/>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8" name="Google Shape;35128;p27"/>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9" name="Google Shape;35129;p27"/>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0" name="Google Shape;35130;p27"/>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1" name="Google Shape;35131;p27"/>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2" name="Google Shape;35132;p27"/>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3" name="Google Shape;35133;p27"/>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4" name="Google Shape;35134;p27"/>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5" name="Google Shape;35135;p27"/>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6" name="Google Shape;35136;p27"/>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7" name="Google Shape;35137;p27"/>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8" name="Google Shape;35138;p27"/>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9" name="Google Shape;35139;p27"/>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0" name="Google Shape;35140;p27"/>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1" name="Google Shape;35141;p27"/>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2" name="Google Shape;35142;p27"/>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3" name="Google Shape;35143;p27"/>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4" name="Google Shape;35144;p27"/>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5" name="Google Shape;35145;p27"/>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6" name="Google Shape;35146;p27"/>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7" name="Google Shape;35147;p27"/>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8" name="Google Shape;35148;p27"/>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9" name="Google Shape;35149;p27"/>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0" name="Google Shape;35150;p27"/>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1" name="Google Shape;35151;p27"/>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2" name="Google Shape;35152;p27"/>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3" name="Google Shape;35153;p27"/>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4" name="Google Shape;35154;p27"/>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5" name="Google Shape;35155;p27"/>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6" name="Google Shape;35156;p27"/>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7" name="Google Shape;35157;p27"/>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8" name="Google Shape;35158;p27"/>
            <p:cNvGrpSpPr/>
            <p:nvPr/>
          </p:nvGrpSpPr>
          <p:grpSpPr>
            <a:xfrm>
              <a:off x="70735" y="1444854"/>
              <a:ext cx="9002530" cy="21952"/>
              <a:chOff x="79447" y="1458352"/>
              <a:chExt cx="9002530" cy="21952"/>
            </a:xfrm>
          </p:grpSpPr>
          <p:sp>
            <p:nvSpPr>
              <p:cNvPr id="35159" name="Google Shape;35159;p27"/>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0" name="Google Shape;35160;p27"/>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1" name="Google Shape;35161;p27"/>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2" name="Google Shape;35162;p27"/>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3" name="Google Shape;35163;p27"/>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4" name="Google Shape;35164;p27"/>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5" name="Google Shape;35165;p27"/>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6" name="Google Shape;35166;p27"/>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7" name="Google Shape;35167;p27"/>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8" name="Google Shape;35168;p27"/>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9" name="Google Shape;35169;p27"/>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0" name="Google Shape;35170;p27"/>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1" name="Google Shape;35171;p27"/>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2" name="Google Shape;35172;p27"/>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3" name="Google Shape;35173;p27"/>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4" name="Google Shape;35174;p27"/>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5" name="Google Shape;35175;p27"/>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6" name="Google Shape;35176;p27"/>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7" name="Google Shape;35177;p27"/>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8" name="Google Shape;35178;p27"/>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9" name="Google Shape;35179;p27"/>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0" name="Google Shape;35180;p27"/>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1" name="Google Shape;35181;p27"/>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2" name="Google Shape;35182;p27"/>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3" name="Google Shape;35183;p27"/>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4" name="Google Shape;35184;p27"/>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5" name="Google Shape;35185;p27"/>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6" name="Google Shape;35186;p27"/>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7" name="Google Shape;35187;p27"/>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8" name="Google Shape;35188;p27"/>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9" name="Google Shape;35189;p27"/>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0" name="Google Shape;35190;p27"/>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1" name="Google Shape;35191;p27"/>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2" name="Google Shape;35192;p27"/>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3" name="Google Shape;35193;p27"/>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4" name="Google Shape;35194;p27"/>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5" name="Google Shape;35195;p27"/>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6" name="Google Shape;35196;p27"/>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7" name="Google Shape;35197;p27"/>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8" name="Google Shape;35198;p27"/>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9" name="Google Shape;35199;p27"/>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0" name="Google Shape;35200;p27"/>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1" name="Google Shape;35201;p27"/>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2" name="Google Shape;35202;p27"/>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3" name="Google Shape;35203;p27"/>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4" name="Google Shape;35204;p27"/>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5" name="Google Shape;35205;p27"/>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6" name="Google Shape;35206;p27"/>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7" name="Google Shape;35207;p27"/>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8" name="Google Shape;35208;p27"/>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9" name="Google Shape;35209;p27"/>
            <p:cNvGrpSpPr/>
            <p:nvPr/>
          </p:nvGrpSpPr>
          <p:grpSpPr>
            <a:xfrm>
              <a:off x="70735" y="1616221"/>
              <a:ext cx="9002530" cy="22993"/>
              <a:chOff x="79447" y="1627911"/>
              <a:chExt cx="9002530" cy="22993"/>
            </a:xfrm>
          </p:grpSpPr>
          <p:sp>
            <p:nvSpPr>
              <p:cNvPr id="35210" name="Google Shape;35210;p27"/>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1" name="Google Shape;35211;p27"/>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2" name="Google Shape;35212;p27"/>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3" name="Google Shape;35213;p27"/>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4" name="Google Shape;35214;p27"/>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5" name="Google Shape;35215;p27"/>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6" name="Google Shape;35216;p27"/>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7" name="Google Shape;35217;p27"/>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8" name="Google Shape;35218;p27"/>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9" name="Google Shape;35219;p27"/>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0" name="Google Shape;35220;p27"/>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1" name="Google Shape;35221;p27"/>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2" name="Google Shape;35222;p27"/>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3" name="Google Shape;35223;p27"/>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4" name="Google Shape;35224;p27"/>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5" name="Google Shape;35225;p27"/>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6" name="Google Shape;35226;p27"/>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7" name="Google Shape;35227;p27"/>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8" name="Google Shape;35228;p27"/>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9" name="Google Shape;35229;p27"/>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0" name="Google Shape;35230;p27"/>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1" name="Google Shape;35231;p27"/>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2" name="Google Shape;35232;p27"/>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3" name="Google Shape;35233;p27"/>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4" name="Google Shape;35234;p27"/>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5" name="Google Shape;35235;p27"/>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6" name="Google Shape;35236;p27"/>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7" name="Google Shape;35237;p27"/>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8" name="Google Shape;35238;p27"/>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9" name="Google Shape;35239;p27"/>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0" name="Google Shape;35240;p27"/>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1" name="Google Shape;35241;p27"/>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2" name="Google Shape;35242;p27"/>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3" name="Google Shape;35243;p27"/>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4" name="Google Shape;35244;p27"/>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5" name="Google Shape;35245;p27"/>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6" name="Google Shape;35246;p27"/>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7" name="Google Shape;35247;p27"/>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8" name="Google Shape;35248;p27"/>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9" name="Google Shape;35249;p27"/>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0" name="Google Shape;35250;p27"/>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1" name="Google Shape;35251;p27"/>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2" name="Google Shape;35252;p27"/>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3" name="Google Shape;35253;p27"/>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4" name="Google Shape;35254;p27"/>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5" name="Google Shape;35255;p27"/>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6" name="Google Shape;35256;p27"/>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7" name="Google Shape;35257;p27"/>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8" name="Google Shape;35258;p27"/>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9" name="Google Shape;35259;p27"/>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60" name="Google Shape;35260;p27"/>
            <p:cNvGrpSpPr/>
            <p:nvPr/>
          </p:nvGrpSpPr>
          <p:grpSpPr>
            <a:xfrm>
              <a:off x="70735" y="1788629"/>
              <a:ext cx="9002530" cy="21952"/>
              <a:chOff x="79447" y="1798606"/>
              <a:chExt cx="9002530" cy="21952"/>
            </a:xfrm>
          </p:grpSpPr>
          <p:sp>
            <p:nvSpPr>
              <p:cNvPr id="35261" name="Google Shape;35261;p27"/>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2" name="Google Shape;35262;p27"/>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3" name="Google Shape;35263;p27"/>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4" name="Google Shape;35264;p27"/>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5" name="Google Shape;35265;p27"/>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6" name="Google Shape;35266;p27"/>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7" name="Google Shape;35267;p27"/>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8" name="Google Shape;35268;p27"/>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9" name="Google Shape;35269;p27"/>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0" name="Google Shape;35270;p27"/>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1" name="Google Shape;35271;p27"/>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2" name="Google Shape;35272;p27"/>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3" name="Google Shape;35273;p27"/>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4" name="Google Shape;35274;p27"/>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5" name="Google Shape;35275;p27"/>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6" name="Google Shape;35276;p27"/>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7" name="Google Shape;35277;p27"/>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8" name="Google Shape;35278;p27"/>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9" name="Google Shape;35279;p27"/>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0" name="Google Shape;35280;p27"/>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1" name="Google Shape;35281;p27"/>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2" name="Google Shape;35282;p27"/>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3" name="Google Shape;35283;p27"/>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4" name="Google Shape;35284;p27"/>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5" name="Google Shape;35285;p27"/>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6" name="Google Shape;35286;p27"/>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7" name="Google Shape;35287;p27"/>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8" name="Google Shape;35288;p27"/>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9" name="Google Shape;35289;p27"/>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0" name="Google Shape;35290;p27"/>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1" name="Google Shape;35291;p27"/>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2" name="Google Shape;35292;p27"/>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3" name="Google Shape;35293;p27"/>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4" name="Google Shape;35294;p27"/>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5" name="Google Shape;35295;p27"/>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6" name="Google Shape;35296;p27"/>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7" name="Google Shape;35297;p27"/>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8" name="Google Shape;35298;p27"/>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9" name="Google Shape;35299;p27"/>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0" name="Google Shape;35300;p27"/>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1" name="Google Shape;35301;p27"/>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2" name="Google Shape;35302;p27"/>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3" name="Google Shape;35303;p27"/>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4" name="Google Shape;35304;p27"/>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5" name="Google Shape;35305;p27"/>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6" name="Google Shape;35306;p27"/>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7" name="Google Shape;35307;p27"/>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8" name="Google Shape;35308;p27"/>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9" name="Google Shape;35309;p27"/>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0" name="Google Shape;35310;p27"/>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1" name="Google Shape;35311;p27"/>
            <p:cNvGrpSpPr/>
            <p:nvPr/>
          </p:nvGrpSpPr>
          <p:grpSpPr>
            <a:xfrm>
              <a:off x="70735" y="1959996"/>
              <a:ext cx="9002530" cy="21952"/>
              <a:chOff x="79447" y="1969206"/>
              <a:chExt cx="9002530" cy="21952"/>
            </a:xfrm>
          </p:grpSpPr>
          <p:sp>
            <p:nvSpPr>
              <p:cNvPr id="35312" name="Google Shape;35312;p27"/>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3" name="Google Shape;35313;p27"/>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4" name="Google Shape;35314;p27"/>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5" name="Google Shape;35315;p27"/>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6" name="Google Shape;35316;p27"/>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7" name="Google Shape;35317;p27"/>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8" name="Google Shape;35318;p27"/>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9" name="Google Shape;35319;p27"/>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0" name="Google Shape;35320;p27"/>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1" name="Google Shape;35321;p27"/>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2" name="Google Shape;35322;p27"/>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3" name="Google Shape;35323;p27"/>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4" name="Google Shape;35324;p27"/>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5" name="Google Shape;35325;p27"/>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6" name="Google Shape;35326;p27"/>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7" name="Google Shape;35327;p27"/>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8" name="Google Shape;35328;p27"/>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9" name="Google Shape;35329;p27"/>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0" name="Google Shape;35330;p27"/>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1" name="Google Shape;35331;p27"/>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2" name="Google Shape;35332;p27"/>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3" name="Google Shape;35333;p27"/>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4" name="Google Shape;35334;p27"/>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5" name="Google Shape;35335;p27"/>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6" name="Google Shape;35336;p27"/>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7" name="Google Shape;35337;p27"/>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8" name="Google Shape;35338;p27"/>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9" name="Google Shape;35339;p27"/>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0" name="Google Shape;35340;p27"/>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1" name="Google Shape;35341;p27"/>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2" name="Google Shape;35342;p27"/>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3" name="Google Shape;35343;p27"/>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4" name="Google Shape;35344;p27"/>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5" name="Google Shape;35345;p27"/>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6" name="Google Shape;35346;p27"/>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7" name="Google Shape;35347;p27"/>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8" name="Google Shape;35348;p27"/>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9" name="Google Shape;35349;p27"/>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0" name="Google Shape;35350;p27"/>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1" name="Google Shape;35351;p27"/>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2" name="Google Shape;35352;p27"/>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3" name="Google Shape;35353;p27"/>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4" name="Google Shape;35354;p27"/>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5" name="Google Shape;35355;p27"/>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6" name="Google Shape;35356;p27"/>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7" name="Google Shape;35357;p27"/>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8" name="Google Shape;35358;p27"/>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9" name="Google Shape;35359;p27"/>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0" name="Google Shape;35360;p27"/>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1" name="Google Shape;35361;p27"/>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62" name="Google Shape;35362;p27"/>
            <p:cNvGrpSpPr/>
            <p:nvPr/>
          </p:nvGrpSpPr>
          <p:grpSpPr>
            <a:xfrm>
              <a:off x="70735" y="2131363"/>
              <a:ext cx="9002530" cy="22993"/>
              <a:chOff x="79447" y="2138859"/>
              <a:chExt cx="9002530" cy="22993"/>
            </a:xfrm>
          </p:grpSpPr>
          <p:sp>
            <p:nvSpPr>
              <p:cNvPr id="35363" name="Google Shape;35363;p27"/>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4" name="Google Shape;35364;p27"/>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5" name="Google Shape;35365;p27"/>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6" name="Google Shape;35366;p27"/>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7" name="Google Shape;35367;p27"/>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8" name="Google Shape;35368;p27"/>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9" name="Google Shape;35369;p27"/>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0" name="Google Shape;35370;p27"/>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1" name="Google Shape;35371;p27"/>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2" name="Google Shape;35372;p27"/>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3" name="Google Shape;35373;p27"/>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4" name="Google Shape;35374;p27"/>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5" name="Google Shape;35375;p27"/>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6" name="Google Shape;35376;p27"/>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7" name="Google Shape;35377;p27"/>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8" name="Google Shape;35378;p27"/>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9" name="Google Shape;35379;p27"/>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0" name="Google Shape;35380;p27"/>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1" name="Google Shape;35381;p27"/>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2" name="Google Shape;35382;p27"/>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3" name="Google Shape;35383;p27"/>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4" name="Google Shape;35384;p27"/>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5" name="Google Shape;35385;p27"/>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6" name="Google Shape;35386;p27"/>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7" name="Google Shape;35387;p27"/>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8" name="Google Shape;35388;p27"/>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9" name="Google Shape;35389;p27"/>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0" name="Google Shape;35390;p27"/>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1" name="Google Shape;35391;p27"/>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2" name="Google Shape;35392;p27"/>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3" name="Google Shape;35393;p27"/>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4" name="Google Shape;35394;p27"/>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5" name="Google Shape;35395;p27"/>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6" name="Google Shape;35396;p27"/>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7" name="Google Shape;35397;p27"/>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8" name="Google Shape;35398;p27"/>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9" name="Google Shape;35399;p27"/>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0" name="Google Shape;35400;p27"/>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1" name="Google Shape;35401;p27"/>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2" name="Google Shape;35402;p27"/>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3" name="Google Shape;35403;p27"/>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4" name="Google Shape;35404;p27"/>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5" name="Google Shape;35405;p27"/>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6" name="Google Shape;35406;p27"/>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7" name="Google Shape;35407;p27"/>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8" name="Google Shape;35408;p27"/>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9" name="Google Shape;35409;p27"/>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0" name="Google Shape;35410;p27"/>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1" name="Google Shape;35411;p27"/>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2" name="Google Shape;35412;p27"/>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3" name="Google Shape;35413;p27"/>
            <p:cNvGrpSpPr/>
            <p:nvPr/>
          </p:nvGrpSpPr>
          <p:grpSpPr>
            <a:xfrm>
              <a:off x="70735" y="2303771"/>
              <a:ext cx="9002530" cy="21952"/>
              <a:chOff x="79447" y="2309459"/>
              <a:chExt cx="9002530" cy="21952"/>
            </a:xfrm>
          </p:grpSpPr>
          <p:sp>
            <p:nvSpPr>
              <p:cNvPr id="35414" name="Google Shape;35414;p27"/>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5" name="Google Shape;35415;p27"/>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6" name="Google Shape;35416;p27"/>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7" name="Google Shape;35417;p27"/>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8" name="Google Shape;35418;p27"/>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9" name="Google Shape;35419;p27"/>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0" name="Google Shape;35420;p27"/>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1" name="Google Shape;35421;p27"/>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2" name="Google Shape;35422;p27"/>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3" name="Google Shape;35423;p27"/>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4" name="Google Shape;35424;p27"/>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5" name="Google Shape;35425;p27"/>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6" name="Google Shape;35426;p27"/>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7" name="Google Shape;35427;p27"/>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8" name="Google Shape;35428;p27"/>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9" name="Google Shape;35429;p27"/>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0" name="Google Shape;35430;p27"/>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1" name="Google Shape;35431;p27"/>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2" name="Google Shape;35432;p27"/>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3" name="Google Shape;35433;p27"/>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4" name="Google Shape;35434;p27"/>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5" name="Google Shape;35435;p27"/>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6" name="Google Shape;35436;p27"/>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7" name="Google Shape;35437;p27"/>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8" name="Google Shape;35438;p27"/>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9" name="Google Shape;35439;p27"/>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0" name="Google Shape;35440;p27"/>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1" name="Google Shape;35441;p27"/>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2" name="Google Shape;35442;p27"/>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3" name="Google Shape;35443;p27"/>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4" name="Google Shape;35444;p27"/>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5" name="Google Shape;35445;p27"/>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6" name="Google Shape;35446;p27"/>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7" name="Google Shape;35447;p27"/>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8" name="Google Shape;35448;p27"/>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9" name="Google Shape;35449;p27"/>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0" name="Google Shape;35450;p27"/>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1" name="Google Shape;35451;p27"/>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2" name="Google Shape;35452;p27"/>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3" name="Google Shape;35453;p27"/>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4" name="Google Shape;35454;p27"/>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5" name="Google Shape;35455;p27"/>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6" name="Google Shape;35456;p27"/>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7" name="Google Shape;35457;p27"/>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8" name="Google Shape;35458;p27"/>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9" name="Google Shape;35459;p27"/>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0" name="Google Shape;35460;p27"/>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1" name="Google Shape;35461;p27"/>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2" name="Google Shape;35462;p27"/>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3" name="Google Shape;35463;p27"/>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64" name="Google Shape;35464;p27"/>
            <p:cNvGrpSpPr/>
            <p:nvPr/>
          </p:nvGrpSpPr>
          <p:grpSpPr>
            <a:xfrm>
              <a:off x="70735" y="2475138"/>
              <a:ext cx="9002530" cy="21952"/>
              <a:chOff x="79447" y="2480154"/>
              <a:chExt cx="9002530" cy="21952"/>
            </a:xfrm>
          </p:grpSpPr>
          <p:sp>
            <p:nvSpPr>
              <p:cNvPr id="35465" name="Google Shape;35465;p27"/>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6" name="Google Shape;35466;p27"/>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7" name="Google Shape;35467;p27"/>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8" name="Google Shape;35468;p27"/>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9" name="Google Shape;35469;p27"/>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0" name="Google Shape;35470;p27"/>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1" name="Google Shape;35471;p27"/>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2" name="Google Shape;35472;p27"/>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3" name="Google Shape;35473;p27"/>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4" name="Google Shape;35474;p27"/>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5" name="Google Shape;35475;p27"/>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6" name="Google Shape;35476;p27"/>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7" name="Google Shape;35477;p27"/>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8" name="Google Shape;35478;p27"/>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9" name="Google Shape;35479;p27"/>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0" name="Google Shape;35480;p27"/>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1" name="Google Shape;35481;p27"/>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2" name="Google Shape;35482;p27"/>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3" name="Google Shape;35483;p27"/>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4" name="Google Shape;35484;p27"/>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5" name="Google Shape;35485;p27"/>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6" name="Google Shape;35486;p27"/>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7" name="Google Shape;35487;p27"/>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8" name="Google Shape;35488;p27"/>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9" name="Google Shape;35489;p27"/>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0" name="Google Shape;35490;p27"/>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1" name="Google Shape;35491;p27"/>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2" name="Google Shape;35492;p27"/>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3" name="Google Shape;35493;p27"/>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4" name="Google Shape;35494;p27"/>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5" name="Google Shape;35495;p27"/>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6" name="Google Shape;35496;p27"/>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7" name="Google Shape;35497;p27"/>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8" name="Google Shape;35498;p27"/>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9" name="Google Shape;35499;p27"/>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0" name="Google Shape;35500;p27"/>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1" name="Google Shape;35501;p27"/>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2" name="Google Shape;35502;p27"/>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3" name="Google Shape;35503;p27"/>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4" name="Google Shape;35504;p27"/>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5" name="Google Shape;35505;p27"/>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6" name="Google Shape;35506;p27"/>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7" name="Google Shape;35507;p27"/>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8" name="Google Shape;35508;p27"/>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9" name="Google Shape;35509;p27"/>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0" name="Google Shape;35510;p27"/>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1" name="Google Shape;35511;p27"/>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2" name="Google Shape;35512;p27"/>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3" name="Google Shape;35513;p27"/>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4" name="Google Shape;35514;p27"/>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15" name="Google Shape;35515;p27"/>
            <p:cNvGrpSpPr/>
            <p:nvPr/>
          </p:nvGrpSpPr>
          <p:grpSpPr>
            <a:xfrm>
              <a:off x="70735" y="2646505"/>
              <a:ext cx="9002530" cy="21952"/>
              <a:chOff x="79447" y="2650753"/>
              <a:chExt cx="9002530" cy="21952"/>
            </a:xfrm>
          </p:grpSpPr>
          <p:sp>
            <p:nvSpPr>
              <p:cNvPr id="35516" name="Google Shape;35516;p27"/>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7" name="Google Shape;35517;p27"/>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8" name="Google Shape;35518;p27"/>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9" name="Google Shape;35519;p27"/>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0" name="Google Shape;35520;p27"/>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1" name="Google Shape;35521;p27"/>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2" name="Google Shape;35522;p27"/>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3" name="Google Shape;35523;p27"/>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4" name="Google Shape;35524;p27"/>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5" name="Google Shape;35525;p27"/>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6" name="Google Shape;35526;p27"/>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7" name="Google Shape;35527;p27"/>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8" name="Google Shape;35528;p27"/>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9" name="Google Shape;35529;p27"/>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0" name="Google Shape;35530;p27"/>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1" name="Google Shape;35531;p27"/>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2" name="Google Shape;35532;p27"/>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3" name="Google Shape;35533;p27"/>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4" name="Google Shape;35534;p27"/>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5" name="Google Shape;35535;p27"/>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6" name="Google Shape;35536;p27"/>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7" name="Google Shape;35537;p27"/>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8" name="Google Shape;35538;p27"/>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9" name="Google Shape;35539;p27"/>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0" name="Google Shape;35540;p27"/>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1" name="Google Shape;35541;p27"/>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2" name="Google Shape;35542;p27"/>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3" name="Google Shape;35543;p27"/>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4" name="Google Shape;35544;p27"/>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5" name="Google Shape;35545;p27"/>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6" name="Google Shape;35546;p27"/>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7" name="Google Shape;35547;p27"/>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8" name="Google Shape;35548;p27"/>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9" name="Google Shape;35549;p27"/>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0" name="Google Shape;35550;p27"/>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1" name="Google Shape;35551;p27"/>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2" name="Google Shape;35552;p27"/>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3" name="Google Shape;35553;p27"/>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4" name="Google Shape;35554;p27"/>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5" name="Google Shape;35555;p27"/>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6" name="Google Shape;35556;p27"/>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7" name="Google Shape;35557;p27"/>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8" name="Google Shape;35558;p27"/>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9" name="Google Shape;35559;p27"/>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0" name="Google Shape;35560;p27"/>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1" name="Google Shape;35561;p27"/>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2" name="Google Shape;35562;p27"/>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3" name="Google Shape;35563;p27"/>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4" name="Google Shape;35564;p27"/>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5" name="Google Shape;35565;p27"/>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6" name="Google Shape;35566;p27"/>
            <p:cNvGrpSpPr/>
            <p:nvPr/>
          </p:nvGrpSpPr>
          <p:grpSpPr>
            <a:xfrm>
              <a:off x="70735" y="2817872"/>
              <a:ext cx="9002530" cy="21952"/>
              <a:chOff x="79447" y="2821448"/>
              <a:chExt cx="9002530" cy="21952"/>
            </a:xfrm>
          </p:grpSpPr>
          <p:sp>
            <p:nvSpPr>
              <p:cNvPr id="35567" name="Google Shape;35567;p27"/>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8" name="Google Shape;35568;p27"/>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9" name="Google Shape;35569;p27"/>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0" name="Google Shape;35570;p27"/>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1" name="Google Shape;35571;p27"/>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2" name="Google Shape;35572;p27"/>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3" name="Google Shape;35573;p27"/>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4" name="Google Shape;35574;p27"/>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5" name="Google Shape;35575;p27"/>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6" name="Google Shape;35576;p27"/>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7" name="Google Shape;35577;p27"/>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8" name="Google Shape;35578;p27"/>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9" name="Google Shape;35579;p27"/>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0" name="Google Shape;35580;p27"/>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1" name="Google Shape;35581;p27"/>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2" name="Google Shape;35582;p27"/>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3" name="Google Shape;35583;p27"/>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4" name="Google Shape;35584;p27"/>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5" name="Google Shape;35585;p27"/>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6" name="Google Shape;35586;p27"/>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7" name="Google Shape;35587;p27"/>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8" name="Google Shape;35588;p27"/>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9" name="Google Shape;35589;p27"/>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0" name="Google Shape;35590;p27"/>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1" name="Google Shape;35591;p27"/>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2" name="Google Shape;35592;p27"/>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3" name="Google Shape;35593;p27"/>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4" name="Google Shape;35594;p27"/>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5" name="Google Shape;35595;p27"/>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6" name="Google Shape;35596;p27"/>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7" name="Google Shape;35597;p27"/>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8" name="Google Shape;35598;p27"/>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9" name="Google Shape;35599;p27"/>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0" name="Google Shape;35600;p27"/>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1" name="Google Shape;35601;p27"/>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2" name="Google Shape;35602;p27"/>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3" name="Google Shape;35603;p27"/>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4" name="Google Shape;35604;p27"/>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5" name="Google Shape;35605;p27"/>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6" name="Google Shape;35606;p27"/>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7" name="Google Shape;35607;p27"/>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8" name="Google Shape;35608;p27"/>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9" name="Google Shape;35609;p27"/>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0" name="Google Shape;35610;p27"/>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1" name="Google Shape;35611;p27"/>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2" name="Google Shape;35612;p27"/>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3" name="Google Shape;35613;p27"/>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4" name="Google Shape;35614;p27"/>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5" name="Google Shape;35615;p27"/>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6" name="Google Shape;35616;p27"/>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7" name="Google Shape;35617;p27"/>
            <p:cNvGrpSpPr/>
            <p:nvPr/>
          </p:nvGrpSpPr>
          <p:grpSpPr>
            <a:xfrm>
              <a:off x="70735" y="2989239"/>
              <a:ext cx="9002530" cy="22898"/>
              <a:chOff x="79447" y="2991102"/>
              <a:chExt cx="9002530" cy="22898"/>
            </a:xfrm>
          </p:grpSpPr>
          <p:sp>
            <p:nvSpPr>
              <p:cNvPr id="35618" name="Google Shape;35618;p27"/>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9" name="Google Shape;35619;p27"/>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0" name="Google Shape;35620;p27"/>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1" name="Google Shape;35621;p27"/>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2" name="Google Shape;35622;p27"/>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3" name="Google Shape;35623;p27"/>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4" name="Google Shape;35624;p27"/>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5" name="Google Shape;35625;p27"/>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6" name="Google Shape;35626;p27"/>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7" name="Google Shape;35627;p27"/>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8" name="Google Shape;35628;p27"/>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9" name="Google Shape;35629;p27"/>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0" name="Google Shape;35630;p27"/>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1" name="Google Shape;35631;p27"/>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2" name="Google Shape;35632;p27"/>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3" name="Google Shape;35633;p27"/>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4" name="Google Shape;35634;p27"/>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5" name="Google Shape;35635;p27"/>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6" name="Google Shape;35636;p27"/>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7" name="Google Shape;35637;p27"/>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8" name="Google Shape;35638;p27"/>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9" name="Google Shape;35639;p27"/>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0" name="Google Shape;35640;p27"/>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1" name="Google Shape;35641;p27"/>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2" name="Google Shape;35642;p27"/>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3" name="Google Shape;35643;p27"/>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4" name="Google Shape;35644;p27"/>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5" name="Google Shape;35645;p27"/>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6" name="Google Shape;35646;p27"/>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7" name="Google Shape;35647;p27"/>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8" name="Google Shape;35648;p27"/>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9" name="Google Shape;35649;p27"/>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0" name="Google Shape;35650;p27"/>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1" name="Google Shape;35651;p27"/>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2" name="Google Shape;35652;p27"/>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3" name="Google Shape;35653;p27"/>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4" name="Google Shape;35654;p27"/>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5" name="Google Shape;35655;p27"/>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6" name="Google Shape;35656;p27"/>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7" name="Google Shape;35657;p27"/>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8" name="Google Shape;35658;p27"/>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9" name="Google Shape;35659;p27"/>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0" name="Google Shape;35660;p27"/>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1" name="Google Shape;35661;p27"/>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2" name="Google Shape;35662;p27"/>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3" name="Google Shape;35663;p27"/>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4" name="Google Shape;35664;p27"/>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5" name="Google Shape;35665;p27"/>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6" name="Google Shape;35666;p27"/>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7" name="Google Shape;35667;p27"/>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8" name="Google Shape;35668;p27"/>
            <p:cNvGrpSpPr/>
            <p:nvPr/>
          </p:nvGrpSpPr>
          <p:grpSpPr>
            <a:xfrm>
              <a:off x="70735" y="3161552"/>
              <a:ext cx="9002530" cy="21952"/>
              <a:chOff x="79447" y="3161701"/>
              <a:chExt cx="9002530" cy="21952"/>
            </a:xfrm>
          </p:grpSpPr>
          <p:sp>
            <p:nvSpPr>
              <p:cNvPr id="35669" name="Google Shape;35669;p27"/>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0" name="Google Shape;35670;p27"/>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1" name="Google Shape;35671;p27"/>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2" name="Google Shape;35672;p27"/>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3" name="Google Shape;35673;p27"/>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4" name="Google Shape;35674;p27"/>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5" name="Google Shape;35675;p27"/>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6" name="Google Shape;35676;p27"/>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7" name="Google Shape;35677;p27"/>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8" name="Google Shape;35678;p27"/>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9" name="Google Shape;35679;p27"/>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0" name="Google Shape;35680;p27"/>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1" name="Google Shape;35681;p27"/>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2" name="Google Shape;35682;p27"/>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3" name="Google Shape;35683;p27"/>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4" name="Google Shape;35684;p27"/>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5" name="Google Shape;35685;p27"/>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27"/>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27"/>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27"/>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27"/>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27"/>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27"/>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27"/>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27"/>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27"/>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27"/>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27"/>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27"/>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27"/>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27"/>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27"/>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27"/>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27"/>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27"/>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27"/>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27"/>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27"/>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27"/>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27"/>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27"/>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27"/>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27"/>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27"/>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27"/>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27"/>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27"/>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27"/>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27"/>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27"/>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19" name="Google Shape;35719;p27"/>
            <p:cNvGrpSpPr/>
            <p:nvPr/>
          </p:nvGrpSpPr>
          <p:grpSpPr>
            <a:xfrm>
              <a:off x="70735" y="3332919"/>
              <a:ext cx="9002530" cy="21952"/>
              <a:chOff x="79447" y="3332396"/>
              <a:chExt cx="9002530" cy="21952"/>
            </a:xfrm>
          </p:grpSpPr>
          <p:sp>
            <p:nvSpPr>
              <p:cNvPr id="35720" name="Google Shape;35720;p27"/>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27"/>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27"/>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27"/>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27"/>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27"/>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27"/>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27"/>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27"/>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27"/>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27"/>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27"/>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27"/>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27"/>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27"/>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27"/>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27"/>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27"/>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27"/>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27"/>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27"/>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27"/>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27"/>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27"/>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27"/>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27"/>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27"/>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27"/>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27"/>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27"/>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27"/>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27"/>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27"/>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27"/>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27"/>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27"/>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27"/>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27"/>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27"/>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27"/>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27"/>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27"/>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27"/>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27"/>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27"/>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27"/>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27"/>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27"/>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27"/>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27"/>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0" name="Google Shape;35770;p27"/>
            <p:cNvGrpSpPr/>
            <p:nvPr/>
          </p:nvGrpSpPr>
          <p:grpSpPr>
            <a:xfrm>
              <a:off x="70735" y="3504286"/>
              <a:ext cx="9002530" cy="22993"/>
              <a:chOff x="79447" y="3501955"/>
              <a:chExt cx="9002530" cy="22993"/>
            </a:xfrm>
          </p:grpSpPr>
          <p:sp>
            <p:nvSpPr>
              <p:cNvPr id="35771" name="Google Shape;35771;p27"/>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27"/>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27"/>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27"/>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27"/>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27"/>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27"/>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27"/>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27"/>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27"/>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27"/>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27"/>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27"/>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27"/>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27"/>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27"/>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27"/>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27"/>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27"/>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27"/>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27"/>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27"/>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27"/>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27"/>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27"/>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27"/>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27"/>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27"/>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27"/>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27"/>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27"/>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27"/>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27"/>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27"/>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27"/>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27"/>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27"/>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27"/>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27"/>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27"/>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27"/>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27"/>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27"/>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27"/>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27"/>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27"/>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27"/>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27"/>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27"/>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27"/>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21" name="Google Shape;35821;p27"/>
            <p:cNvGrpSpPr/>
            <p:nvPr/>
          </p:nvGrpSpPr>
          <p:grpSpPr>
            <a:xfrm>
              <a:off x="70735" y="3676694"/>
              <a:ext cx="9002530" cy="21952"/>
              <a:chOff x="79447" y="3672649"/>
              <a:chExt cx="9002530" cy="21952"/>
            </a:xfrm>
          </p:grpSpPr>
          <p:sp>
            <p:nvSpPr>
              <p:cNvPr id="35822" name="Google Shape;35822;p27"/>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27"/>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27"/>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27"/>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27"/>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27"/>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27"/>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27"/>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27"/>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27"/>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27"/>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27"/>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27"/>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27"/>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27"/>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27"/>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27"/>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27"/>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27"/>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27"/>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27"/>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27"/>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27"/>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27"/>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27"/>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27"/>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27"/>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27"/>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27"/>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27"/>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27"/>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27"/>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27"/>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27"/>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27"/>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27"/>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27"/>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27"/>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27"/>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27"/>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27"/>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27"/>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27"/>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27"/>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27"/>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27"/>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27"/>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27"/>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27"/>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27"/>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2" name="Google Shape;35872;p27"/>
            <p:cNvGrpSpPr/>
            <p:nvPr/>
          </p:nvGrpSpPr>
          <p:grpSpPr>
            <a:xfrm>
              <a:off x="70735" y="3848061"/>
              <a:ext cx="9002530" cy="21952"/>
              <a:chOff x="79447" y="3843249"/>
              <a:chExt cx="9002530" cy="21952"/>
            </a:xfrm>
          </p:grpSpPr>
          <p:sp>
            <p:nvSpPr>
              <p:cNvPr id="35873" name="Google Shape;35873;p27"/>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27"/>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27"/>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27"/>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27"/>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27"/>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27"/>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27"/>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27"/>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27"/>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27"/>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27"/>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27"/>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27"/>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27"/>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27"/>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27"/>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27"/>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27"/>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27"/>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27"/>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27"/>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27"/>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27"/>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27"/>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27"/>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27"/>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27"/>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27"/>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27"/>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27"/>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27"/>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27"/>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27"/>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27"/>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27"/>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27"/>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27"/>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27"/>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27"/>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27"/>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27"/>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27"/>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27"/>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27"/>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27"/>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27"/>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27"/>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27"/>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27"/>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3" name="Google Shape;35923;p27"/>
            <p:cNvGrpSpPr/>
            <p:nvPr/>
          </p:nvGrpSpPr>
          <p:grpSpPr>
            <a:xfrm>
              <a:off x="70735" y="4019428"/>
              <a:ext cx="9002530" cy="22993"/>
              <a:chOff x="79447" y="4012903"/>
              <a:chExt cx="9002530" cy="22993"/>
            </a:xfrm>
          </p:grpSpPr>
          <p:sp>
            <p:nvSpPr>
              <p:cNvPr id="35924" name="Google Shape;35924;p27"/>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27"/>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27"/>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27"/>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27"/>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27"/>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27"/>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27"/>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27"/>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27"/>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27"/>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27"/>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27"/>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27"/>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27"/>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27"/>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27"/>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27"/>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27"/>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27"/>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27"/>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27"/>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27"/>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27"/>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27"/>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27"/>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27"/>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27"/>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27"/>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27"/>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27"/>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27"/>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27"/>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27"/>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27"/>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27"/>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27"/>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27"/>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27"/>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27"/>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27"/>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27"/>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27"/>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27"/>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27"/>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27"/>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27"/>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27"/>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27"/>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27"/>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74" name="Google Shape;35974;p27"/>
            <p:cNvGrpSpPr/>
            <p:nvPr/>
          </p:nvGrpSpPr>
          <p:grpSpPr>
            <a:xfrm>
              <a:off x="70735" y="4191836"/>
              <a:ext cx="9002530" cy="21952"/>
              <a:chOff x="79447" y="4182462"/>
              <a:chExt cx="9002530" cy="21952"/>
            </a:xfrm>
          </p:grpSpPr>
          <p:sp>
            <p:nvSpPr>
              <p:cNvPr id="35975" name="Google Shape;35975;p27"/>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27"/>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27"/>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27"/>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27"/>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27"/>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27"/>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27"/>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27"/>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27"/>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27"/>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27"/>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27"/>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27"/>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27"/>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27"/>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27"/>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27"/>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27"/>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27"/>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27"/>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27"/>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27"/>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27"/>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27"/>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27"/>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27"/>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27"/>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27"/>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27"/>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27"/>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27"/>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27"/>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27"/>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27"/>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27"/>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27"/>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27"/>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27"/>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27"/>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27"/>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27"/>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27"/>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27"/>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27"/>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27"/>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27"/>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27"/>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27"/>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27"/>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5" name="Google Shape;36025;p27"/>
            <p:cNvGrpSpPr/>
            <p:nvPr/>
          </p:nvGrpSpPr>
          <p:grpSpPr>
            <a:xfrm>
              <a:off x="70735" y="4363203"/>
              <a:ext cx="9002530" cy="21952"/>
              <a:chOff x="79447" y="4353157"/>
              <a:chExt cx="9002530" cy="21952"/>
            </a:xfrm>
          </p:grpSpPr>
          <p:sp>
            <p:nvSpPr>
              <p:cNvPr id="36026" name="Google Shape;36026;p27"/>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27"/>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27"/>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27"/>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27"/>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27"/>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27"/>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27"/>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27"/>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27"/>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27"/>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27"/>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27"/>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27"/>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27"/>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27"/>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27"/>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27"/>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27"/>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27"/>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27"/>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27"/>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27"/>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27"/>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27"/>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27"/>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27"/>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27"/>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27"/>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27"/>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27"/>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27"/>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27"/>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27"/>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27"/>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27"/>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27"/>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27"/>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27"/>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27"/>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27"/>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27"/>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27"/>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27"/>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27"/>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27"/>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27"/>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27"/>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27"/>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27"/>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76" name="Google Shape;36076;p27"/>
            <p:cNvGrpSpPr/>
            <p:nvPr/>
          </p:nvGrpSpPr>
          <p:grpSpPr>
            <a:xfrm>
              <a:off x="70735" y="4534570"/>
              <a:ext cx="9002530" cy="22993"/>
              <a:chOff x="79447" y="4522716"/>
              <a:chExt cx="9002530" cy="22993"/>
            </a:xfrm>
          </p:grpSpPr>
          <p:sp>
            <p:nvSpPr>
              <p:cNvPr id="36077" name="Google Shape;36077;p27"/>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27"/>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27"/>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27"/>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27"/>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27"/>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27"/>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27"/>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27"/>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27"/>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27"/>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27"/>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27"/>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27"/>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27"/>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27"/>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27"/>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27"/>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27"/>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27"/>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27"/>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27"/>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27"/>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27"/>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27"/>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27"/>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27"/>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27"/>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27"/>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27"/>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27"/>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27"/>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27"/>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27"/>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27"/>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27"/>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27"/>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27"/>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27"/>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27"/>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27"/>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27"/>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27"/>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27"/>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27"/>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27"/>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27"/>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27"/>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27"/>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27"/>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7" name="Google Shape;36127;p27"/>
            <p:cNvGrpSpPr/>
            <p:nvPr/>
          </p:nvGrpSpPr>
          <p:grpSpPr>
            <a:xfrm>
              <a:off x="70735" y="4706978"/>
              <a:ext cx="9002530" cy="21952"/>
              <a:chOff x="79447" y="4693410"/>
              <a:chExt cx="9002530" cy="21952"/>
            </a:xfrm>
          </p:grpSpPr>
          <p:sp>
            <p:nvSpPr>
              <p:cNvPr id="36128" name="Google Shape;36128;p27"/>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27"/>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27"/>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27"/>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27"/>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27"/>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27"/>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27"/>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27"/>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27"/>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27"/>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27"/>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27"/>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27"/>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27"/>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27"/>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27"/>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27"/>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27"/>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27"/>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27"/>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27"/>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27"/>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27"/>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27"/>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27"/>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27"/>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27"/>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27"/>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27"/>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27"/>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27"/>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27"/>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27"/>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27"/>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27"/>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27"/>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27"/>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6" name="Google Shape;36166;p27"/>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7" name="Google Shape;36167;p27"/>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27"/>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9" name="Google Shape;36169;p27"/>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0" name="Google Shape;36170;p27"/>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1" name="Google Shape;36171;p27"/>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2" name="Google Shape;36172;p27"/>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27"/>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4" name="Google Shape;36174;p27"/>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5" name="Google Shape;36175;p27"/>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27"/>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7" name="Google Shape;36177;p27"/>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8" name="Google Shape;36178;p27"/>
            <p:cNvGrpSpPr/>
            <p:nvPr/>
          </p:nvGrpSpPr>
          <p:grpSpPr>
            <a:xfrm>
              <a:off x="70735" y="4878345"/>
              <a:ext cx="9002530" cy="21952"/>
              <a:chOff x="79447" y="4864010"/>
              <a:chExt cx="9002530" cy="21952"/>
            </a:xfrm>
          </p:grpSpPr>
          <p:sp>
            <p:nvSpPr>
              <p:cNvPr id="36179" name="Google Shape;36179;p27"/>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27"/>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27"/>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27"/>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27"/>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4" name="Google Shape;36184;p27"/>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5" name="Google Shape;36185;p27"/>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27"/>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7" name="Google Shape;36187;p27"/>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8" name="Google Shape;36188;p27"/>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27"/>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27"/>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27"/>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27"/>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27"/>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27"/>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27"/>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27"/>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27"/>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27"/>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27"/>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27"/>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27"/>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27"/>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27"/>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27"/>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27"/>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27"/>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27"/>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27"/>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27"/>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27"/>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27"/>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27"/>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27"/>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27"/>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27"/>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27"/>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27"/>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27"/>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27"/>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27"/>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27"/>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27"/>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27"/>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27"/>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27"/>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27"/>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27"/>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27"/>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9" name="Google Shape;36229;p27"/>
            <p:cNvGrpSpPr/>
            <p:nvPr/>
          </p:nvGrpSpPr>
          <p:grpSpPr>
            <a:xfrm>
              <a:off x="70735" y="5049712"/>
              <a:ext cx="9002530" cy="22993"/>
              <a:chOff x="79447" y="5033664"/>
              <a:chExt cx="9002530" cy="22993"/>
            </a:xfrm>
          </p:grpSpPr>
          <p:sp>
            <p:nvSpPr>
              <p:cNvPr id="36230" name="Google Shape;36230;p27"/>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27"/>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27"/>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27"/>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27"/>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27"/>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27"/>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27"/>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27"/>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27"/>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27"/>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27"/>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27"/>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27"/>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27"/>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27"/>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27"/>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27"/>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27"/>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27"/>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27"/>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27"/>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27"/>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27"/>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27"/>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27"/>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27"/>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27"/>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27"/>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27"/>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27"/>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27"/>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27"/>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27"/>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27"/>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27"/>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27"/>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27"/>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27"/>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27"/>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27"/>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27"/>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27"/>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27"/>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27"/>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27"/>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27"/>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27"/>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27"/>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27"/>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280" name="Google Shape;36280;p27"/>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36281" name="Google Shape;36281;p27"/>
          <p:cNvSpPr txBox="1">
            <a:spLocks noGrp="1"/>
          </p:cNvSpPr>
          <p:nvPr>
            <p:ph type="subTitle" idx="1"/>
          </p:nvPr>
        </p:nvSpPr>
        <p:spPr>
          <a:xfrm>
            <a:off x="1106875" y="1668100"/>
            <a:ext cx="3267300" cy="255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282" name="Google Shape;36282;p27"/>
          <p:cNvSpPr txBox="1">
            <a:spLocks noGrp="1"/>
          </p:cNvSpPr>
          <p:nvPr>
            <p:ph type="subTitle" idx="2"/>
          </p:nvPr>
        </p:nvSpPr>
        <p:spPr>
          <a:xfrm>
            <a:off x="4914791" y="1668100"/>
            <a:ext cx="3267300" cy="255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36283" name="Google Shape;36283;p27"/>
          <p:cNvPicPr preferRelativeResize="0"/>
          <p:nvPr/>
        </p:nvPicPr>
        <p:blipFill rotWithShape="1">
          <a:blip r:embed="rId2">
            <a:alphaModFix/>
          </a:blip>
          <a:srcRect l="29012" r="50491" b="53142"/>
          <a:stretch/>
        </p:blipFill>
        <p:spPr>
          <a:xfrm rot="320185">
            <a:off x="8460816" y="-121763"/>
            <a:ext cx="892944" cy="2210936"/>
          </a:xfrm>
          <a:prstGeom prst="rect">
            <a:avLst/>
          </a:prstGeom>
          <a:noFill/>
          <a:ln>
            <a:noFill/>
          </a:ln>
        </p:spPr>
      </p:pic>
      <p:grpSp>
        <p:nvGrpSpPr>
          <p:cNvPr id="36284" name="Google Shape;36284;p27"/>
          <p:cNvGrpSpPr/>
          <p:nvPr/>
        </p:nvGrpSpPr>
        <p:grpSpPr>
          <a:xfrm rot="-5400000" flipH="1">
            <a:off x="-2107570" y="4708617"/>
            <a:ext cx="4810263" cy="537379"/>
            <a:chOff x="2765878" y="4436723"/>
            <a:chExt cx="7690269" cy="1225772"/>
          </a:xfrm>
        </p:grpSpPr>
        <p:grpSp>
          <p:nvGrpSpPr>
            <p:cNvPr id="36285" name="Google Shape;36285;p27"/>
            <p:cNvGrpSpPr/>
            <p:nvPr/>
          </p:nvGrpSpPr>
          <p:grpSpPr>
            <a:xfrm flipH="1">
              <a:off x="2765878" y="4436723"/>
              <a:ext cx="7690269" cy="1225772"/>
              <a:chOff x="2763020" y="4436723"/>
              <a:chExt cx="7690269" cy="1225772"/>
            </a:xfrm>
          </p:grpSpPr>
          <p:sp>
            <p:nvSpPr>
              <p:cNvPr id="36286" name="Google Shape;36286;p27"/>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27"/>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27"/>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27"/>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90" name="Google Shape;36290;p27"/>
            <p:cNvGrpSpPr/>
            <p:nvPr/>
          </p:nvGrpSpPr>
          <p:grpSpPr>
            <a:xfrm flipH="1">
              <a:off x="2765878" y="4436723"/>
              <a:ext cx="7690269" cy="1225772"/>
              <a:chOff x="2763020" y="4436723"/>
              <a:chExt cx="7690269" cy="1225772"/>
            </a:xfrm>
          </p:grpSpPr>
          <p:sp>
            <p:nvSpPr>
              <p:cNvPr id="36291" name="Google Shape;36291;p27"/>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27"/>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27"/>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27"/>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295" name="Google Shape;36295;p27"/>
          <p:cNvGrpSpPr/>
          <p:nvPr/>
        </p:nvGrpSpPr>
        <p:grpSpPr>
          <a:xfrm rot="10800000">
            <a:off x="6690260" y="4015081"/>
            <a:ext cx="5681843" cy="3181016"/>
            <a:chOff x="-2793134" y="-1946851"/>
            <a:chExt cx="5681843" cy="3181016"/>
          </a:xfrm>
        </p:grpSpPr>
        <p:grpSp>
          <p:nvGrpSpPr>
            <p:cNvPr id="36296" name="Google Shape;36296;p27"/>
            <p:cNvGrpSpPr/>
            <p:nvPr/>
          </p:nvGrpSpPr>
          <p:grpSpPr>
            <a:xfrm rot="10800000">
              <a:off x="-2793134" y="-1946851"/>
              <a:ext cx="5681843" cy="3181016"/>
              <a:chOff x="3406125" y="2174000"/>
              <a:chExt cx="2581600" cy="1445325"/>
            </a:xfrm>
          </p:grpSpPr>
          <p:sp>
            <p:nvSpPr>
              <p:cNvPr id="36297" name="Google Shape;36297;p27"/>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27"/>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27"/>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27"/>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27"/>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27"/>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27"/>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27"/>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27"/>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27"/>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27"/>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27"/>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27"/>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27"/>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27"/>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27"/>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27"/>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27"/>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27"/>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27"/>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27"/>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27"/>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9" name="Google Shape;36319;p27"/>
            <p:cNvGrpSpPr/>
            <p:nvPr/>
          </p:nvGrpSpPr>
          <p:grpSpPr>
            <a:xfrm rot="10800000">
              <a:off x="-2793134" y="-1946851"/>
              <a:ext cx="5681843" cy="3181016"/>
              <a:chOff x="3406125" y="2174000"/>
              <a:chExt cx="2581600" cy="1445325"/>
            </a:xfrm>
          </p:grpSpPr>
          <p:sp>
            <p:nvSpPr>
              <p:cNvPr id="36320" name="Google Shape;36320;p27"/>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27"/>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27"/>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27"/>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27"/>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27"/>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27"/>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27"/>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27"/>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27"/>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27"/>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27"/>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2" name="Google Shape;36332;p27"/>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3" name="Google Shape;36333;p27"/>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27"/>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27"/>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27"/>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27"/>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27"/>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27"/>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27"/>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27"/>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342" name="Google Shape;36342;p27"/>
          <p:cNvGrpSpPr/>
          <p:nvPr/>
        </p:nvGrpSpPr>
        <p:grpSpPr>
          <a:xfrm rot="10800000">
            <a:off x="96084" y="-51045"/>
            <a:ext cx="617132" cy="1066189"/>
            <a:chOff x="11712647" y="-2511258"/>
            <a:chExt cx="294602" cy="508994"/>
          </a:xfrm>
        </p:grpSpPr>
        <p:sp>
          <p:nvSpPr>
            <p:cNvPr id="36343" name="Google Shape;36343;p27"/>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27"/>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27"/>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27"/>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27"/>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27"/>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27"/>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27"/>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27"/>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27"/>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27"/>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27"/>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27"/>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27"/>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27"/>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27"/>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27"/>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27"/>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27"/>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27"/>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27"/>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27"/>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27"/>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27"/>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27"/>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27"/>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27"/>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36370"/>
        <p:cNvGrpSpPr/>
        <p:nvPr/>
      </p:nvGrpSpPr>
      <p:grpSpPr>
        <a:xfrm>
          <a:off x="0" y="0"/>
          <a:ext cx="0" cy="0"/>
          <a:chOff x="0" y="0"/>
          <a:chExt cx="0" cy="0"/>
        </a:xfrm>
      </p:grpSpPr>
      <p:grpSp>
        <p:nvGrpSpPr>
          <p:cNvPr id="36371" name="Google Shape;36371;p28"/>
          <p:cNvGrpSpPr/>
          <p:nvPr/>
        </p:nvGrpSpPr>
        <p:grpSpPr>
          <a:xfrm>
            <a:off x="70735" y="70796"/>
            <a:ext cx="9002530" cy="5001909"/>
            <a:chOff x="70735" y="70796"/>
            <a:chExt cx="9002530" cy="5001909"/>
          </a:xfrm>
        </p:grpSpPr>
        <p:grpSp>
          <p:nvGrpSpPr>
            <p:cNvPr id="36372" name="Google Shape;36372;p28"/>
            <p:cNvGrpSpPr/>
            <p:nvPr/>
          </p:nvGrpSpPr>
          <p:grpSpPr>
            <a:xfrm>
              <a:off x="70735" y="70796"/>
              <a:ext cx="9002530" cy="22993"/>
              <a:chOff x="79447" y="96297"/>
              <a:chExt cx="9002530" cy="22993"/>
            </a:xfrm>
          </p:grpSpPr>
          <p:sp>
            <p:nvSpPr>
              <p:cNvPr id="36373" name="Google Shape;36373;p28"/>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28"/>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28"/>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28"/>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28"/>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28"/>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28"/>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28"/>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28"/>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28"/>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28"/>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28"/>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28"/>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28"/>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28"/>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28"/>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28"/>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28"/>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28"/>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28"/>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28"/>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28"/>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28"/>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28"/>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28"/>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28"/>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28"/>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28"/>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28"/>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28"/>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28"/>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28"/>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28"/>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28"/>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28"/>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28"/>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28"/>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28"/>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28"/>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28"/>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28"/>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28"/>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28"/>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28"/>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28"/>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28"/>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28"/>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28"/>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28"/>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28"/>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23" name="Google Shape;36423;p28"/>
            <p:cNvGrpSpPr/>
            <p:nvPr/>
          </p:nvGrpSpPr>
          <p:grpSpPr>
            <a:xfrm>
              <a:off x="70735" y="243203"/>
              <a:ext cx="9002530" cy="21952"/>
              <a:chOff x="79447" y="266897"/>
              <a:chExt cx="9002530" cy="21952"/>
            </a:xfrm>
          </p:grpSpPr>
          <p:sp>
            <p:nvSpPr>
              <p:cNvPr id="36424" name="Google Shape;36424;p28"/>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28"/>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28"/>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28"/>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28"/>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28"/>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28"/>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28"/>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28"/>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28"/>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28"/>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28"/>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28"/>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28"/>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28"/>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28"/>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28"/>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28"/>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28"/>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28"/>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28"/>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28"/>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28"/>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28"/>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28"/>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28"/>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28"/>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28"/>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28"/>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28"/>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28"/>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28"/>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28"/>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28"/>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28"/>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28"/>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28"/>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28"/>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28"/>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28"/>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28"/>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28"/>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28"/>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28"/>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28"/>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28"/>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28"/>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28"/>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28"/>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28"/>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74" name="Google Shape;36474;p28"/>
            <p:cNvGrpSpPr/>
            <p:nvPr/>
          </p:nvGrpSpPr>
          <p:grpSpPr>
            <a:xfrm>
              <a:off x="70735" y="414570"/>
              <a:ext cx="9002530" cy="21952"/>
              <a:chOff x="79447" y="437592"/>
              <a:chExt cx="9002530" cy="21952"/>
            </a:xfrm>
          </p:grpSpPr>
          <p:sp>
            <p:nvSpPr>
              <p:cNvPr id="36475" name="Google Shape;36475;p28"/>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28"/>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28"/>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28"/>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28"/>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28"/>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28"/>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28"/>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28"/>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28"/>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28"/>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28"/>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28"/>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28"/>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28"/>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28"/>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28"/>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28"/>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28"/>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28"/>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28"/>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28"/>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28"/>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28"/>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28"/>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28"/>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28"/>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28"/>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28"/>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28"/>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28"/>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28"/>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28"/>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28"/>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28"/>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28"/>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28"/>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28"/>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28"/>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28"/>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28"/>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28"/>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28"/>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28"/>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28"/>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28"/>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28"/>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28"/>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28"/>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28"/>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25" name="Google Shape;36525;p28"/>
            <p:cNvGrpSpPr/>
            <p:nvPr/>
          </p:nvGrpSpPr>
          <p:grpSpPr>
            <a:xfrm>
              <a:off x="70735" y="585937"/>
              <a:ext cx="9002530" cy="22993"/>
              <a:chOff x="79447" y="607151"/>
              <a:chExt cx="9002530" cy="22993"/>
            </a:xfrm>
          </p:grpSpPr>
          <p:sp>
            <p:nvSpPr>
              <p:cNvPr id="36526" name="Google Shape;36526;p28"/>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28"/>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28"/>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28"/>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28"/>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28"/>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28"/>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28"/>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28"/>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28"/>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28"/>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28"/>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28"/>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28"/>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28"/>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28"/>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28"/>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28"/>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28"/>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28"/>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28"/>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28"/>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28"/>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28"/>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28"/>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28"/>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28"/>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28"/>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28"/>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28"/>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28"/>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28"/>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28"/>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28"/>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28"/>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28"/>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28"/>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28"/>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28"/>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28"/>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28"/>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28"/>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28"/>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28"/>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28"/>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28"/>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28"/>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28"/>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28"/>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28"/>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76" name="Google Shape;36576;p28"/>
            <p:cNvGrpSpPr/>
            <p:nvPr/>
          </p:nvGrpSpPr>
          <p:grpSpPr>
            <a:xfrm>
              <a:off x="70735" y="758345"/>
              <a:ext cx="9002530" cy="21952"/>
              <a:chOff x="79447" y="777845"/>
              <a:chExt cx="9002530" cy="21952"/>
            </a:xfrm>
          </p:grpSpPr>
          <p:sp>
            <p:nvSpPr>
              <p:cNvPr id="36577" name="Google Shape;36577;p28"/>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28"/>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28"/>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28"/>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28"/>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28"/>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28"/>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28"/>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28"/>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28"/>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28"/>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28"/>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28"/>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28"/>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28"/>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28"/>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28"/>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28"/>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28"/>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28"/>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28"/>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28"/>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28"/>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28"/>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28"/>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28"/>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28"/>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28"/>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28"/>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28"/>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28"/>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28"/>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28"/>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28"/>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28"/>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28"/>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28"/>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28"/>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28"/>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28"/>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28"/>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28"/>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28"/>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28"/>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28"/>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28"/>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28"/>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28"/>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28"/>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28"/>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27" name="Google Shape;36627;p28"/>
            <p:cNvGrpSpPr/>
            <p:nvPr/>
          </p:nvGrpSpPr>
          <p:grpSpPr>
            <a:xfrm>
              <a:off x="70735" y="929712"/>
              <a:ext cx="9002530" cy="21952"/>
              <a:chOff x="79447" y="948445"/>
              <a:chExt cx="9002530" cy="21952"/>
            </a:xfrm>
          </p:grpSpPr>
          <p:sp>
            <p:nvSpPr>
              <p:cNvPr id="36628" name="Google Shape;36628;p28"/>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28"/>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28"/>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28"/>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28"/>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28"/>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28"/>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28"/>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28"/>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28"/>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28"/>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28"/>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28"/>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28"/>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28"/>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28"/>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28"/>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28"/>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28"/>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28"/>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28"/>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28"/>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28"/>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28"/>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28"/>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28"/>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28"/>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28"/>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28"/>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28"/>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28"/>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28"/>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28"/>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28"/>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28"/>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28"/>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28"/>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28"/>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28"/>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28"/>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28"/>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28"/>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28"/>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28"/>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28"/>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28"/>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28"/>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28"/>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28"/>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28"/>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78" name="Google Shape;36678;p28"/>
            <p:cNvGrpSpPr/>
            <p:nvPr/>
          </p:nvGrpSpPr>
          <p:grpSpPr>
            <a:xfrm>
              <a:off x="70735" y="1101079"/>
              <a:ext cx="9002530" cy="22993"/>
              <a:chOff x="79447" y="1118099"/>
              <a:chExt cx="9002530" cy="22993"/>
            </a:xfrm>
          </p:grpSpPr>
          <p:sp>
            <p:nvSpPr>
              <p:cNvPr id="36679" name="Google Shape;36679;p28"/>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28"/>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28"/>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28"/>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28"/>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28"/>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28"/>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28"/>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28"/>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28"/>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28"/>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28"/>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28"/>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28"/>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28"/>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28"/>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28"/>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28"/>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28"/>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28"/>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28"/>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28"/>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28"/>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28"/>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28"/>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28"/>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28"/>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28"/>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28"/>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28"/>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28"/>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28"/>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28"/>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28"/>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28"/>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28"/>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28"/>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28"/>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28"/>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28"/>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28"/>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28"/>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28"/>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28"/>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28"/>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28"/>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28"/>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28"/>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28"/>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28"/>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29" name="Google Shape;36729;p28"/>
            <p:cNvGrpSpPr/>
            <p:nvPr/>
          </p:nvGrpSpPr>
          <p:grpSpPr>
            <a:xfrm>
              <a:off x="70735" y="1273487"/>
              <a:ext cx="9002530" cy="21952"/>
              <a:chOff x="79447" y="1287658"/>
              <a:chExt cx="9002530" cy="21952"/>
            </a:xfrm>
          </p:grpSpPr>
          <p:sp>
            <p:nvSpPr>
              <p:cNvPr id="36730" name="Google Shape;36730;p28"/>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28"/>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28"/>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28"/>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28"/>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28"/>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28"/>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28"/>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28"/>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28"/>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28"/>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28"/>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28"/>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28"/>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28"/>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28"/>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28"/>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28"/>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28"/>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28"/>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28"/>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28"/>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28"/>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28"/>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28"/>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28"/>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28"/>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28"/>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28"/>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28"/>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28"/>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28"/>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28"/>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28"/>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28"/>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28"/>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28"/>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28"/>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28"/>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28"/>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28"/>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28"/>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28"/>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28"/>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28"/>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28"/>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28"/>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28"/>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28"/>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28"/>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80" name="Google Shape;36780;p28"/>
            <p:cNvGrpSpPr/>
            <p:nvPr/>
          </p:nvGrpSpPr>
          <p:grpSpPr>
            <a:xfrm>
              <a:off x="70735" y="1444854"/>
              <a:ext cx="9002530" cy="21952"/>
              <a:chOff x="79447" y="1458352"/>
              <a:chExt cx="9002530" cy="21952"/>
            </a:xfrm>
          </p:grpSpPr>
          <p:sp>
            <p:nvSpPr>
              <p:cNvPr id="36781" name="Google Shape;36781;p28"/>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28"/>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28"/>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28"/>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28"/>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28"/>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28"/>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28"/>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28"/>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28"/>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28"/>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28"/>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28"/>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28"/>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28"/>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28"/>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28"/>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28"/>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28"/>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28"/>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28"/>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28"/>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28"/>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28"/>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28"/>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28"/>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28"/>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28"/>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28"/>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28"/>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28"/>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28"/>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28"/>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4" name="Google Shape;36814;p28"/>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5" name="Google Shape;36815;p28"/>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28"/>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28"/>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28"/>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28"/>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28"/>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28"/>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28"/>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28"/>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28"/>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28"/>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28"/>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28"/>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28"/>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28"/>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28"/>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1" name="Google Shape;36831;p28"/>
            <p:cNvGrpSpPr/>
            <p:nvPr/>
          </p:nvGrpSpPr>
          <p:grpSpPr>
            <a:xfrm>
              <a:off x="70735" y="1616221"/>
              <a:ext cx="9002530" cy="22993"/>
              <a:chOff x="79447" y="1627911"/>
              <a:chExt cx="9002530" cy="22993"/>
            </a:xfrm>
          </p:grpSpPr>
          <p:sp>
            <p:nvSpPr>
              <p:cNvPr id="36832" name="Google Shape;36832;p28"/>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28"/>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28"/>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28"/>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28"/>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28"/>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28"/>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28"/>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28"/>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28"/>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28"/>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28"/>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28"/>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28"/>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28"/>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28"/>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28"/>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28"/>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28"/>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28"/>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28"/>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28"/>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28"/>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28"/>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28"/>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28"/>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28"/>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28"/>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28"/>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28"/>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28"/>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28"/>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28"/>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28"/>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28"/>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28"/>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28"/>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28"/>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28"/>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28"/>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28"/>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28"/>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28"/>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28"/>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28"/>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28"/>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28"/>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28"/>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28"/>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28"/>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82" name="Google Shape;36882;p28"/>
            <p:cNvGrpSpPr/>
            <p:nvPr/>
          </p:nvGrpSpPr>
          <p:grpSpPr>
            <a:xfrm>
              <a:off x="70735" y="1788629"/>
              <a:ext cx="9002530" cy="21952"/>
              <a:chOff x="79447" y="1798606"/>
              <a:chExt cx="9002530" cy="21952"/>
            </a:xfrm>
          </p:grpSpPr>
          <p:sp>
            <p:nvSpPr>
              <p:cNvPr id="36883" name="Google Shape;36883;p28"/>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28"/>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28"/>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28"/>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28"/>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28"/>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28"/>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28"/>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28"/>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28"/>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28"/>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28"/>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28"/>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28"/>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28"/>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28"/>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28"/>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28"/>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28"/>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28"/>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28"/>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28"/>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28"/>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28"/>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28"/>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28"/>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28"/>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28"/>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28"/>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28"/>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28"/>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28"/>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28"/>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28"/>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28"/>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28"/>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28"/>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28"/>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28"/>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28"/>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28"/>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28"/>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28"/>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28"/>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28"/>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28"/>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28"/>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28"/>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28"/>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28"/>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33" name="Google Shape;36933;p28"/>
            <p:cNvGrpSpPr/>
            <p:nvPr/>
          </p:nvGrpSpPr>
          <p:grpSpPr>
            <a:xfrm>
              <a:off x="70735" y="1959996"/>
              <a:ext cx="9002530" cy="21952"/>
              <a:chOff x="79447" y="1969206"/>
              <a:chExt cx="9002530" cy="21952"/>
            </a:xfrm>
          </p:grpSpPr>
          <p:sp>
            <p:nvSpPr>
              <p:cNvPr id="36934" name="Google Shape;36934;p28"/>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28"/>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28"/>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28"/>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28"/>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28"/>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28"/>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28"/>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28"/>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28"/>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28"/>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28"/>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28"/>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28"/>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28"/>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28"/>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28"/>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28"/>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28"/>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28"/>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28"/>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28"/>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28"/>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28"/>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28"/>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28"/>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28"/>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28"/>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28"/>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28"/>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28"/>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28"/>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28"/>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28"/>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28"/>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28"/>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28"/>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28"/>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28"/>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28"/>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28"/>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28"/>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28"/>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28"/>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28"/>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28"/>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28"/>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28"/>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28"/>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28"/>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84" name="Google Shape;36984;p28"/>
            <p:cNvGrpSpPr/>
            <p:nvPr/>
          </p:nvGrpSpPr>
          <p:grpSpPr>
            <a:xfrm>
              <a:off x="70735" y="2131363"/>
              <a:ext cx="9002530" cy="22993"/>
              <a:chOff x="79447" y="2138859"/>
              <a:chExt cx="9002530" cy="22993"/>
            </a:xfrm>
          </p:grpSpPr>
          <p:sp>
            <p:nvSpPr>
              <p:cNvPr id="36985" name="Google Shape;36985;p28"/>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28"/>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28"/>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28"/>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28"/>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28"/>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28"/>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28"/>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28"/>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28"/>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28"/>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28"/>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28"/>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28"/>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28"/>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28"/>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28"/>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28"/>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28"/>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28"/>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28"/>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28"/>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28"/>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28"/>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28"/>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28"/>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28"/>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28"/>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28"/>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28"/>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28"/>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28"/>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28"/>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28"/>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28"/>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28"/>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28"/>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28"/>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28"/>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28"/>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28"/>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28"/>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28"/>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28"/>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28"/>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28"/>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28"/>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28"/>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28"/>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28"/>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35" name="Google Shape;37035;p28"/>
            <p:cNvGrpSpPr/>
            <p:nvPr/>
          </p:nvGrpSpPr>
          <p:grpSpPr>
            <a:xfrm>
              <a:off x="70735" y="2303771"/>
              <a:ext cx="9002530" cy="21952"/>
              <a:chOff x="79447" y="2309459"/>
              <a:chExt cx="9002530" cy="21952"/>
            </a:xfrm>
          </p:grpSpPr>
          <p:sp>
            <p:nvSpPr>
              <p:cNvPr id="37036" name="Google Shape;37036;p28"/>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28"/>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28"/>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28"/>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28"/>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28"/>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28"/>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28"/>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28"/>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28"/>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28"/>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28"/>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28"/>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28"/>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28"/>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28"/>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28"/>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28"/>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28"/>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28"/>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28"/>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28"/>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28"/>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28"/>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28"/>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28"/>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28"/>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28"/>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28"/>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28"/>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28"/>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28"/>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28"/>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28"/>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28"/>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28"/>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28"/>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28"/>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28"/>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28"/>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28"/>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28"/>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28"/>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28"/>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28"/>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28"/>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28"/>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28"/>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28"/>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28"/>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6" name="Google Shape;37086;p28"/>
            <p:cNvGrpSpPr/>
            <p:nvPr/>
          </p:nvGrpSpPr>
          <p:grpSpPr>
            <a:xfrm>
              <a:off x="70735" y="2475138"/>
              <a:ext cx="9002530" cy="21952"/>
              <a:chOff x="79447" y="2480154"/>
              <a:chExt cx="9002530" cy="21952"/>
            </a:xfrm>
          </p:grpSpPr>
          <p:sp>
            <p:nvSpPr>
              <p:cNvPr id="37087" name="Google Shape;37087;p28"/>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28"/>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28"/>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28"/>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28"/>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28"/>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28"/>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28"/>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28"/>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28"/>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28"/>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28"/>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28"/>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28"/>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28"/>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28"/>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28"/>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28"/>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28"/>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28"/>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28"/>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28"/>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28"/>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28"/>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28"/>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28"/>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28"/>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28"/>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28"/>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28"/>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28"/>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28"/>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28"/>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28"/>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28"/>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28"/>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28"/>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28"/>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28"/>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28"/>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28"/>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28"/>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28"/>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28"/>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28"/>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28"/>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28"/>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28"/>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28"/>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28"/>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37" name="Google Shape;37137;p28"/>
            <p:cNvGrpSpPr/>
            <p:nvPr/>
          </p:nvGrpSpPr>
          <p:grpSpPr>
            <a:xfrm>
              <a:off x="70735" y="2646505"/>
              <a:ext cx="9002530" cy="21952"/>
              <a:chOff x="79447" y="2650753"/>
              <a:chExt cx="9002530" cy="21952"/>
            </a:xfrm>
          </p:grpSpPr>
          <p:sp>
            <p:nvSpPr>
              <p:cNvPr id="37138" name="Google Shape;37138;p28"/>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28"/>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28"/>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28"/>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28"/>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28"/>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28"/>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28"/>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28"/>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28"/>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28"/>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28"/>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28"/>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28"/>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28"/>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28"/>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28"/>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28"/>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28"/>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28"/>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28"/>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28"/>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28"/>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28"/>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28"/>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28"/>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28"/>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28"/>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28"/>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28"/>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28"/>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28"/>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28"/>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28"/>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28"/>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28"/>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28"/>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28"/>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28"/>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28"/>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28"/>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28"/>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28"/>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28"/>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28"/>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28"/>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28"/>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28"/>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28"/>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28"/>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88" name="Google Shape;37188;p28"/>
            <p:cNvGrpSpPr/>
            <p:nvPr/>
          </p:nvGrpSpPr>
          <p:grpSpPr>
            <a:xfrm>
              <a:off x="70735" y="2817872"/>
              <a:ext cx="9002530" cy="21952"/>
              <a:chOff x="79447" y="2821448"/>
              <a:chExt cx="9002530" cy="21952"/>
            </a:xfrm>
          </p:grpSpPr>
          <p:sp>
            <p:nvSpPr>
              <p:cNvPr id="37189" name="Google Shape;37189;p28"/>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28"/>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28"/>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28"/>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28"/>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28"/>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28"/>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28"/>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28"/>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28"/>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28"/>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28"/>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28"/>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28"/>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28"/>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28"/>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28"/>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28"/>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28"/>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28"/>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28"/>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28"/>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28"/>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28"/>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28"/>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28"/>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28"/>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28"/>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28"/>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28"/>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28"/>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28"/>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28"/>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28"/>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28"/>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28"/>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28"/>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28"/>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28"/>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28"/>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28"/>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28"/>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28"/>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28"/>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28"/>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28"/>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28"/>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28"/>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28"/>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28"/>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39" name="Google Shape;37239;p28"/>
            <p:cNvGrpSpPr/>
            <p:nvPr/>
          </p:nvGrpSpPr>
          <p:grpSpPr>
            <a:xfrm>
              <a:off x="70735" y="2989239"/>
              <a:ext cx="9002530" cy="22898"/>
              <a:chOff x="79447" y="2991102"/>
              <a:chExt cx="9002530" cy="22898"/>
            </a:xfrm>
          </p:grpSpPr>
          <p:sp>
            <p:nvSpPr>
              <p:cNvPr id="37240" name="Google Shape;37240;p28"/>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28"/>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28"/>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28"/>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28"/>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28"/>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28"/>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28"/>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28"/>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28"/>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28"/>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28"/>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28"/>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28"/>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28"/>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28"/>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28"/>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28"/>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28"/>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28"/>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28"/>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28"/>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28"/>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28"/>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28"/>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28"/>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28"/>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28"/>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28"/>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28"/>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28"/>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28"/>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28"/>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28"/>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28"/>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28"/>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28"/>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28"/>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28"/>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28"/>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28"/>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28"/>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28"/>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28"/>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28"/>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28"/>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28"/>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28"/>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28"/>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28"/>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90" name="Google Shape;37290;p28"/>
            <p:cNvGrpSpPr/>
            <p:nvPr/>
          </p:nvGrpSpPr>
          <p:grpSpPr>
            <a:xfrm>
              <a:off x="70735" y="3161552"/>
              <a:ext cx="9002530" cy="21952"/>
              <a:chOff x="79447" y="3161701"/>
              <a:chExt cx="9002530" cy="21952"/>
            </a:xfrm>
          </p:grpSpPr>
          <p:sp>
            <p:nvSpPr>
              <p:cNvPr id="37291" name="Google Shape;37291;p28"/>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28"/>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28"/>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28"/>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28"/>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6" name="Google Shape;37296;p28"/>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7" name="Google Shape;37297;p28"/>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8" name="Google Shape;37298;p28"/>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9" name="Google Shape;37299;p28"/>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0" name="Google Shape;37300;p28"/>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1" name="Google Shape;37301;p28"/>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2" name="Google Shape;37302;p28"/>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3" name="Google Shape;37303;p28"/>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4" name="Google Shape;37304;p28"/>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5" name="Google Shape;37305;p28"/>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6" name="Google Shape;37306;p28"/>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7" name="Google Shape;37307;p28"/>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8" name="Google Shape;37308;p28"/>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9" name="Google Shape;37309;p28"/>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0" name="Google Shape;37310;p28"/>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1" name="Google Shape;37311;p28"/>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2" name="Google Shape;37312;p28"/>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3" name="Google Shape;37313;p28"/>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4" name="Google Shape;37314;p28"/>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5" name="Google Shape;37315;p28"/>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6" name="Google Shape;37316;p28"/>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7" name="Google Shape;37317;p28"/>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8" name="Google Shape;37318;p28"/>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9" name="Google Shape;37319;p28"/>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0" name="Google Shape;37320;p28"/>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1" name="Google Shape;37321;p28"/>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2" name="Google Shape;37322;p28"/>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3" name="Google Shape;37323;p28"/>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4" name="Google Shape;37324;p28"/>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5" name="Google Shape;37325;p28"/>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6" name="Google Shape;37326;p28"/>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7" name="Google Shape;37327;p28"/>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8" name="Google Shape;37328;p28"/>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9" name="Google Shape;37329;p28"/>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0" name="Google Shape;37330;p28"/>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1" name="Google Shape;37331;p28"/>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2" name="Google Shape;37332;p28"/>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3" name="Google Shape;37333;p28"/>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4" name="Google Shape;37334;p28"/>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5" name="Google Shape;37335;p28"/>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6" name="Google Shape;37336;p28"/>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7" name="Google Shape;37337;p28"/>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8" name="Google Shape;37338;p28"/>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9" name="Google Shape;37339;p28"/>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0" name="Google Shape;37340;p28"/>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41" name="Google Shape;37341;p28"/>
            <p:cNvGrpSpPr/>
            <p:nvPr/>
          </p:nvGrpSpPr>
          <p:grpSpPr>
            <a:xfrm>
              <a:off x="70735" y="3332919"/>
              <a:ext cx="9002530" cy="21952"/>
              <a:chOff x="79447" y="3332396"/>
              <a:chExt cx="9002530" cy="21952"/>
            </a:xfrm>
          </p:grpSpPr>
          <p:sp>
            <p:nvSpPr>
              <p:cNvPr id="37342" name="Google Shape;37342;p28"/>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3" name="Google Shape;37343;p28"/>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4" name="Google Shape;37344;p28"/>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5" name="Google Shape;37345;p28"/>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6" name="Google Shape;37346;p28"/>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7" name="Google Shape;37347;p28"/>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8" name="Google Shape;37348;p28"/>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9" name="Google Shape;37349;p28"/>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0" name="Google Shape;37350;p28"/>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1" name="Google Shape;37351;p28"/>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2" name="Google Shape;37352;p28"/>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3" name="Google Shape;37353;p28"/>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4" name="Google Shape;37354;p28"/>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5" name="Google Shape;37355;p28"/>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6" name="Google Shape;37356;p28"/>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7" name="Google Shape;37357;p28"/>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8" name="Google Shape;37358;p28"/>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9" name="Google Shape;37359;p28"/>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0" name="Google Shape;37360;p28"/>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1" name="Google Shape;37361;p28"/>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2" name="Google Shape;37362;p28"/>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3" name="Google Shape;37363;p28"/>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4" name="Google Shape;37364;p28"/>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5" name="Google Shape;37365;p28"/>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6" name="Google Shape;37366;p28"/>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7" name="Google Shape;37367;p28"/>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8" name="Google Shape;37368;p28"/>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9" name="Google Shape;37369;p28"/>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0" name="Google Shape;37370;p28"/>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1" name="Google Shape;37371;p28"/>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2" name="Google Shape;37372;p28"/>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3" name="Google Shape;37373;p28"/>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4" name="Google Shape;37374;p28"/>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5" name="Google Shape;37375;p28"/>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6" name="Google Shape;37376;p28"/>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7" name="Google Shape;37377;p28"/>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8" name="Google Shape;37378;p28"/>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9" name="Google Shape;37379;p28"/>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0" name="Google Shape;37380;p28"/>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1" name="Google Shape;37381;p28"/>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2" name="Google Shape;37382;p28"/>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3" name="Google Shape;37383;p28"/>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4" name="Google Shape;37384;p28"/>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5" name="Google Shape;37385;p28"/>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6" name="Google Shape;37386;p28"/>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7" name="Google Shape;37387;p28"/>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8" name="Google Shape;37388;p28"/>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9" name="Google Shape;37389;p28"/>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0" name="Google Shape;37390;p28"/>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1" name="Google Shape;37391;p28"/>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92" name="Google Shape;37392;p28"/>
            <p:cNvGrpSpPr/>
            <p:nvPr/>
          </p:nvGrpSpPr>
          <p:grpSpPr>
            <a:xfrm>
              <a:off x="70735" y="3504286"/>
              <a:ext cx="9002530" cy="22993"/>
              <a:chOff x="79447" y="3501955"/>
              <a:chExt cx="9002530" cy="22993"/>
            </a:xfrm>
          </p:grpSpPr>
          <p:sp>
            <p:nvSpPr>
              <p:cNvPr id="37393" name="Google Shape;37393;p28"/>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4" name="Google Shape;37394;p28"/>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5" name="Google Shape;37395;p28"/>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6" name="Google Shape;37396;p28"/>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7" name="Google Shape;37397;p28"/>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8" name="Google Shape;37398;p28"/>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9" name="Google Shape;37399;p28"/>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0" name="Google Shape;37400;p28"/>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1" name="Google Shape;37401;p28"/>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2" name="Google Shape;37402;p28"/>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3" name="Google Shape;37403;p28"/>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4" name="Google Shape;37404;p28"/>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5" name="Google Shape;37405;p28"/>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6" name="Google Shape;37406;p28"/>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7" name="Google Shape;37407;p28"/>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8" name="Google Shape;37408;p28"/>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9" name="Google Shape;37409;p28"/>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0" name="Google Shape;37410;p28"/>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1" name="Google Shape;37411;p28"/>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2" name="Google Shape;37412;p28"/>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3" name="Google Shape;37413;p28"/>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4" name="Google Shape;37414;p28"/>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5" name="Google Shape;37415;p28"/>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6" name="Google Shape;37416;p28"/>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7" name="Google Shape;37417;p28"/>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8" name="Google Shape;37418;p28"/>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9" name="Google Shape;37419;p28"/>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0" name="Google Shape;37420;p28"/>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1" name="Google Shape;37421;p28"/>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2" name="Google Shape;37422;p28"/>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3" name="Google Shape;37423;p28"/>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4" name="Google Shape;37424;p28"/>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5" name="Google Shape;37425;p28"/>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6" name="Google Shape;37426;p28"/>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7" name="Google Shape;37427;p28"/>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8" name="Google Shape;37428;p28"/>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9" name="Google Shape;37429;p28"/>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0" name="Google Shape;37430;p28"/>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1" name="Google Shape;37431;p28"/>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2" name="Google Shape;37432;p28"/>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3" name="Google Shape;37433;p28"/>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4" name="Google Shape;37434;p28"/>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5" name="Google Shape;37435;p28"/>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6" name="Google Shape;37436;p28"/>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7" name="Google Shape;37437;p28"/>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8" name="Google Shape;37438;p28"/>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9" name="Google Shape;37439;p28"/>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0" name="Google Shape;37440;p28"/>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1" name="Google Shape;37441;p28"/>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2" name="Google Shape;37442;p28"/>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43" name="Google Shape;37443;p28"/>
            <p:cNvGrpSpPr/>
            <p:nvPr/>
          </p:nvGrpSpPr>
          <p:grpSpPr>
            <a:xfrm>
              <a:off x="70735" y="3676694"/>
              <a:ext cx="9002530" cy="21952"/>
              <a:chOff x="79447" y="3672649"/>
              <a:chExt cx="9002530" cy="21952"/>
            </a:xfrm>
          </p:grpSpPr>
          <p:sp>
            <p:nvSpPr>
              <p:cNvPr id="37444" name="Google Shape;37444;p28"/>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5" name="Google Shape;37445;p28"/>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6" name="Google Shape;37446;p28"/>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7" name="Google Shape;37447;p28"/>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8" name="Google Shape;37448;p28"/>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9" name="Google Shape;37449;p28"/>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0" name="Google Shape;37450;p28"/>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1" name="Google Shape;37451;p28"/>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2" name="Google Shape;37452;p28"/>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3" name="Google Shape;37453;p28"/>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4" name="Google Shape;37454;p28"/>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5" name="Google Shape;37455;p28"/>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6" name="Google Shape;37456;p28"/>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7" name="Google Shape;37457;p28"/>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8" name="Google Shape;37458;p28"/>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9" name="Google Shape;37459;p28"/>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0" name="Google Shape;37460;p28"/>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1" name="Google Shape;37461;p28"/>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2" name="Google Shape;37462;p28"/>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3" name="Google Shape;37463;p28"/>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4" name="Google Shape;37464;p28"/>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5" name="Google Shape;37465;p28"/>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6" name="Google Shape;37466;p28"/>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7" name="Google Shape;37467;p28"/>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8" name="Google Shape;37468;p28"/>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9" name="Google Shape;37469;p28"/>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0" name="Google Shape;37470;p28"/>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1" name="Google Shape;37471;p28"/>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2" name="Google Shape;37472;p28"/>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3" name="Google Shape;37473;p28"/>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4" name="Google Shape;37474;p28"/>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5" name="Google Shape;37475;p28"/>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6" name="Google Shape;37476;p28"/>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7" name="Google Shape;37477;p28"/>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8" name="Google Shape;37478;p28"/>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9" name="Google Shape;37479;p28"/>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0" name="Google Shape;37480;p28"/>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1" name="Google Shape;37481;p28"/>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2" name="Google Shape;37482;p28"/>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3" name="Google Shape;37483;p28"/>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4" name="Google Shape;37484;p28"/>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5" name="Google Shape;37485;p28"/>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6" name="Google Shape;37486;p28"/>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7" name="Google Shape;37487;p28"/>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8" name="Google Shape;37488;p28"/>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9" name="Google Shape;37489;p28"/>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0" name="Google Shape;37490;p28"/>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1" name="Google Shape;37491;p28"/>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2" name="Google Shape;37492;p28"/>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3" name="Google Shape;37493;p28"/>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94" name="Google Shape;37494;p28"/>
            <p:cNvGrpSpPr/>
            <p:nvPr/>
          </p:nvGrpSpPr>
          <p:grpSpPr>
            <a:xfrm>
              <a:off x="70735" y="3848061"/>
              <a:ext cx="9002530" cy="21952"/>
              <a:chOff x="79447" y="3843249"/>
              <a:chExt cx="9002530" cy="21952"/>
            </a:xfrm>
          </p:grpSpPr>
          <p:sp>
            <p:nvSpPr>
              <p:cNvPr id="37495" name="Google Shape;37495;p28"/>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6" name="Google Shape;37496;p28"/>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7" name="Google Shape;37497;p28"/>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8" name="Google Shape;37498;p28"/>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9" name="Google Shape;37499;p28"/>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0" name="Google Shape;37500;p28"/>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1" name="Google Shape;37501;p28"/>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2" name="Google Shape;37502;p28"/>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3" name="Google Shape;37503;p28"/>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4" name="Google Shape;37504;p28"/>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5" name="Google Shape;37505;p28"/>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6" name="Google Shape;37506;p28"/>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7" name="Google Shape;37507;p28"/>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8" name="Google Shape;37508;p28"/>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9" name="Google Shape;37509;p28"/>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0" name="Google Shape;37510;p28"/>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1" name="Google Shape;37511;p28"/>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2" name="Google Shape;37512;p28"/>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3" name="Google Shape;37513;p28"/>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4" name="Google Shape;37514;p28"/>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5" name="Google Shape;37515;p28"/>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6" name="Google Shape;37516;p28"/>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7" name="Google Shape;37517;p28"/>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8" name="Google Shape;37518;p28"/>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9" name="Google Shape;37519;p28"/>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0" name="Google Shape;37520;p28"/>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1" name="Google Shape;37521;p28"/>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2" name="Google Shape;37522;p28"/>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3" name="Google Shape;37523;p28"/>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4" name="Google Shape;37524;p28"/>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5" name="Google Shape;37525;p28"/>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6" name="Google Shape;37526;p28"/>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7" name="Google Shape;37527;p28"/>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8" name="Google Shape;37528;p28"/>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9" name="Google Shape;37529;p28"/>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0" name="Google Shape;37530;p28"/>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1" name="Google Shape;37531;p28"/>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2" name="Google Shape;37532;p28"/>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3" name="Google Shape;37533;p28"/>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4" name="Google Shape;37534;p28"/>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5" name="Google Shape;37535;p28"/>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6" name="Google Shape;37536;p28"/>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7" name="Google Shape;37537;p28"/>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8" name="Google Shape;37538;p28"/>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9" name="Google Shape;37539;p28"/>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0" name="Google Shape;37540;p28"/>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1" name="Google Shape;37541;p28"/>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2" name="Google Shape;37542;p28"/>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3" name="Google Shape;37543;p28"/>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4" name="Google Shape;37544;p28"/>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5" name="Google Shape;37545;p28"/>
            <p:cNvGrpSpPr/>
            <p:nvPr/>
          </p:nvGrpSpPr>
          <p:grpSpPr>
            <a:xfrm>
              <a:off x="70735" y="4019428"/>
              <a:ext cx="9002530" cy="22993"/>
              <a:chOff x="79447" y="4012903"/>
              <a:chExt cx="9002530" cy="22993"/>
            </a:xfrm>
          </p:grpSpPr>
          <p:sp>
            <p:nvSpPr>
              <p:cNvPr id="37546" name="Google Shape;37546;p28"/>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7" name="Google Shape;37547;p28"/>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8" name="Google Shape;37548;p28"/>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9" name="Google Shape;37549;p28"/>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0" name="Google Shape;37550;p28"/>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1" name="Google Shape;37551;p28"/>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2" name="Google Shape;37552;p28"/>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3" name="Google Shape;37553;p28"/>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4" name="Google Shape;37554;p28"/>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5" name="Google Shape;37555;p28"/>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6" name="Google Shape;37556;p28"/>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7" name="Google Shape;37557;p28"/>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8" name="Google Shape;37558;p28"/>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9" name="Google Shape;37559;p28"/>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0" name="Google Shape;37560;p28"/>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1" name="Google Shape;37561;p28"/>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2" name="Google Shape;37562;p28"/>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3" name="Google Shape;37563;p28"/>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4" name="Google Shape;37564;p28"/>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5" name="Google Shape;37565;p28"/>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6" name="Google Shape;37566;p28"/>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7" name="Google Shape;37567;p28"/>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8" name="Google Shape;37568;p28"/>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9" name="Google Shape;37569;p28"/>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0" name="Google Shape;37570;p28"/>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1" name="Google Shape;37571;p28"/>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2" name="Google Shape;37572;p28"/>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3" name="Google Shape;37573;p28"/>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4" name="Google Shape;37574;p28"/>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5" name="Google Shape;37575;p28"/>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6" name="Google Shape;37576;p28"/>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7" name="Google Shape;37577;p28"/>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8" name="Google Shape;37578;p28"/>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9" name="Google Shape;37579;p28"/>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0" name="Google Shape;37580;p28"/>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1" name="Google Shape;37581;p28"/>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2" name="Google Shape;37582;p28"/>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3" name="Google Shape;37583;p28"/>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4" name="Google Shape;37584;p28"/>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5" name="Google Shape;37585;p28"/>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6" name="Google Shape;37586;p28"/>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7" name="Google Shape;37587;p28"/>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8" name="Google Shape;37588;p28"/>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9" name="Google Shape;37589;p28"/>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0" name="Google Shape;37590;p28"/>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1" name="Google Shape;37591;p28"/>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2" name="Google Shape;37592;p28"/>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3" name="Google Shape;37593;p28"/>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4" name="Google Shape;37594;p28"/>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5" name="Google Shape;37595;p28"/>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6" name="Google Shape;37596;p28"/>
            <p:cNvGrpSpPr/>
            <p:nvPr/>
          </p:nvGrpSpPr>
          <p:grpSpPr>
            <a:xfrm>
              <a:off x="70735" y="4191836"/>
              <a:ext cx="9002530" cy="21952"/>
              <a:chOff x="79447" y="4182462"/>
              <a:chExt cx="9002530" cy="21952"/>
            </a:xfrm>
          </p:grpSpPr>
          <p:sp>
            <p:nvSpPr>
              <p:cNvPr id="37597" name="Google Shape;37597;p28"/>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8" name="Google Shape;37598;p28"/>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9" name="Google Shape;37599;p28"/>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0" name="Google Shape;37600;p28"/>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1" name="Google Shape;37601;p28"/>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2" name="Google Shape;37602;p28"/>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3" name="Google Shape;37603;p28"/>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4" name="Google Shape;37604;p28"/>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5" name="Google Shape;37605;p28"/>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6" name="Google Shape;37606;p28"/>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7" name="Google Shape;37607;p28"/>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8" name="Google Shape;37608;p28"/>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9" name="Google Shape;37609;p28"/>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0" name="Google Shape;37610;p28"/>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1" name="Google Shape;37611;p28"/>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2" name="Google Shape;37612;p28"/>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3" name="Google Shape;37613;p28"/>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4" name="Google Shape;37614;p28"/>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5" name="Google Shape;37615;p28"/>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6" name="Google Shape;37616;p28"/>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7" name="Google Shape;37617;p28"/>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8" name="Google Shape;37618;p28"/>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9" name="Google Shape;37619;p28"/>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0" name="Google Shape;37620;p28"/>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1" name="Google Shape;37621;p28"/>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2" name="Google Shape;37622;p28"/>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3" name="Google Shape;37623;p28"/>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4" name="Google Shape;37624;p28"/>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5" name="Google Shape;37625;p28"/>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6" name="Google Shape;37626;p28"/>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7" name="Google Shape;37627;p28"/>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8" name="Google Shape;37628;p28"/>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9" name="Google Shape;37629;p28"/>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0" name="Google Shape;37630;p28"/>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1" name="Google Shape;37631;p28"/>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2" name="Google Shape;37632;p28"/>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3" name="Google Shape;37633;p28"/>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4" name="Google Shape;37634;p28"/>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5" name="Google Shape;37635;p28"/>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6" name="Google Shape;37636;p28"/>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7" name="Google Shape;37637;p28"/>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8" name="Google Shape;37638;p28"/>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9" name="Google Shape;37639;p28"/>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0" name="Google Shape;37640;p28"/>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1" name="Google Shape;37641;p28"/>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2" name="Google Shape;37642;p28"/>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3" name="Google Shape;37643;p28"/>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4" name="Google Shape;37644;p28"/>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5" name="Google Shape;37645;p28"/>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6" name="Google Shape;37646;p28"/>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47" name="Google Shape;37647;p28"/>
            <p:cNvGrpSpPr/>
            <p:nvPr/>
          </p:nvGrpSpPr>
          <p:grpSpPr>
            <a:xfrm>
              <a:off x="70735" y="4363203"/>
              <a:ext cx="9002530" cy="21952"/>
              <a:chOff x="79447" y="4353157"/>
              <a:chExt cx="9002530" cy="21952"/>
            </a:xfrm>
          </p:grpSpPr>
          <p:sp>
            <p:nvSpPr>
              <p:cNvPr id="37648" name="Google Shape;37648;p28"/>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9" name="Google Shape;37649;p28"/>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0" name="Google Shape;37650;p28"/>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1" name="Google Shape;37651;p28"/>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2" name="Google Shape;37652;p28"/>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3" name="Google Shape;37653;p28"/>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4" name="Google Shape;37654;p28"/>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5" name="Google Shape;37655;p28"/>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6" name="Google Shape;37656;p28"/>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7" name="Google Shape;37657;p28"/>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8" name="Google Shape;37658;p28"/>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9" name="Google Shape;37659;p28"/>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0" name="Google Shape;37660;p28"/>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1" name="Google Shape;37661;p28"/>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2" name="Google Shape;37662;p28"/>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3" name="Google Shape;37663;p28"/>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4" name="Google Shape;37664;p28"/>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5" name="Google Shape;37665;p28"/>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6" name="Google Shape;37666;p28"/>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7" name="Google Shape;37667;p28"/>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8" name="Google Shape;37668;p28"/>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9" name="Google Shape;37669;p28"/>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0" name="Google Shape;37670;p28"/>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1" name="Google Shape;37671;p28"/>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2" name="Google Shape;37672;p28"/>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3" name="Google Shape;37673;p28"/>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4" name="Google Shape;37674;p28"/>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5" name="Google Shape;37675;p28"/>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6" name="Google Shape;37676;p28"/>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7" name="Google Shape;37677;p28"/>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8" name="Google Shape;37678;p28"/>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9" name="Google Shape;37679;p28"/>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0" name="Google Shape;37680;p28"/>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1" name="Google Shape;37681;p28"/>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2" name="Google Shape;37682;p28"/>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3" name="Google Shape;37683;p28"/>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4" name="Google Shape;37684;p28"/>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5" name="Google Shape;37685;p28"/>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6" name="Google Shape;37686;p28"/>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7" name="Google Shape;37687;p28"/>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8" name="Google Shape;37688;p28"/>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9" name="Google Shape;37689;p28"/>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0" name="Google Shape;37690;p28"/>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1" name="Google Shape;37691;p28"/>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2" name="Google Shape;37692;p28"/>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3" name="Google Shape;37693;p28"/>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4" name="Google Shape;37694;p28"/>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5" name="Google Shape;37695;p28"/>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6" name="Google Shape;37696;p28"/>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7" name="Google Shape;37697;p28"/>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98" name="Google Shape;37698;p28"/>
            <p:cNvGrpSpPr/>
            <p:nvPr/>
          </p:nvGrpSpPr>
          <p:grpSpPr>
            <a:xfrm>
              <a:off x="70735" y="4534570"/>
              <a:ext cx="9002530" cy="22993"/>
              <a:chOff x="79447" y="4522716"/>
              <a:chExt cx="9002530" cy="22993"/>
            </a:xfrm>
          </p:grpSpPr>
          <p:sp>
            <p:nvSpPr>
              <p:cNvPr id="37699" name="Google Shape;37699;p28"/>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0" name="Google Shape;37700;p28"/>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1" name="Google Shape;37701;p28"/>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2" name="Google Shape;37702;p28"/>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3" name="Google Shape;37703;p28"/>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4" name="Google Shape;37704;p28"/>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5" name="Google Shape;37705;p28"/>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6" name="Google Shape;37706;p28"/>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7" name="Google Shape;37707;p28"/>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8" name="Google Shape;37708;p28"/>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9" name="Google Shape;37709;p28"/>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0" name="Google Shape;37710;p28"/>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1" name="Google Shape;37711;p28"/>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2" name="Google Shape;37712;p28"/>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3" name="Google Shape;37713;p28"/>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4" name="Google Shape;37714;p28"/>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5" name="Google Shape;37715;p28"/>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6" name="Google Shape;37716;p28"/>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7" name="Google Shape;37717;p28"/>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8" name="Google Shape;37718;p28"/>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9" name="Google Shape;37719;p28"/>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0" name="Google Shape;37720;p28"/>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1" name="Google Shape;37721;p28"/>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2" name="Google Shape;37722;p28"/>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3" name="Google Shape;37723;p28"/>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4" name="Google Shape;37724;p28"/>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5" name="Google Shape;37725;p28"/>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6" name="Google Shape;37726;p28"/>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7" name="Google Shape;37727;p28"/>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8" name="Google Shape;37728;p28"/>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9" name="Google Shape;37729;p28"/>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0" name="Google Shape;37730;p28"/>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1" name="Google Shape;37731;p28"/>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2" name="Google Shape;37732;p28"/>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3" name="Google Shape;37733;p28"/>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4" name="Google Shape;37734;p28"/>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5" name="Google Shape;37735;p28"/>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6" name="Google Shape;37736;p28"/>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7" name="Google Shape;37737;p28"/>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8" name="Google Shape;37738;p28"/>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9" name="Google Shape;37739;p28"/>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0" name="Google Shape;37740;p28"/>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1" name="Google Shape;37741;p28"/>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2" name="Google Shape;37742;p28"/>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3" name="Google Shape;37743;p28"/>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4" name="Google Shape;37744;p28"/>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5" name="Google Shape;37745;p28"/>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6" name="Google Shape;37746;p28"/>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7" name="Google Shape;37747;p28"/>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8" name="Google Shape;37748;p28"/>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49" name="Google Shape;37749;p28"/>
            <p:cNvGrpSpPr/>
            <p:nvPr/>
          </p:nvGrpSpPr>
          <p:grpSpPr>
            <a:xfrm>
              <a:off x="70735" y="4706978"/>
              <a:ext cx="9002530" cy="21952"/>
              <a:chOff x="79447" y="4693410"/>
              <a:chExt cx="9002530" cy="21952"/>
            </a:xfrm>
          </p:grpSpPr>
          <p:sp>
            <p:nvSpPr>
              <p:cNvPr id="37750" name="Google Shape;37750;p28"/>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1" name="Google Shape;37751;p28"/>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2" name="Google Shape;37752;p28"/>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3" name="Google Shape;37753;p28"/>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4" name="Google Shape;37754;p28"/>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5" name="Google Shape;37755;p28"/>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6" name="Google Shape;37756;p28"/>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7" name="Google Shape;37757;p28"/>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8" name="Google Shape;37758;p28"/>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9" name="Google Shape;37759;p28"/>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0" name="Google Shape;37760;p28"/>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1" name="Google Shape;37761;p28"/>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2" name="Google Shape;37762;p28"/>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3" name="Google Shape;37763;p28"/>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4" name="Google Shape;37764;p28"/>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5" name="Google Shape;37765;p28"/>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6" name="Google Shape;37766;p28"/>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7" name="Google Shape;37767;p28"/>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8" name="Google Shape;37768;p28"/>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9" name="Google Shape;37769;p28"/>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0" name="Google Shape;37770;p28"/>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1" name="Google Shape;37771;p28"/>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2" name="Google Shape;37772;p28"/>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3" name="Google Shape;37773;p28"/>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4" name="Google Shape;37774;p28"/>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5" name="Google Shape;37775;p28"/>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6" name="Google Shape;37776;p28"/>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7" name="Google Shape;37777;p28"/>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8" name="Google Shape;37778;p28"/>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9" name="Google Shape;37779;p28"/>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0" name="Google Shape;37780;p28"/>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1" name="Google Shape;37781;p28"/>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2" name="Google Shape;37782;p28"/>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3" name="Google Shape;37783;p28"/>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4" name="Google Shape;37784;p28"/>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5" name="Google Shape;37785;p28"/>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6" name="Google Shape;37786;p28"/>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7" name="Google Shape;37787;p28"/>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8" name="Google Shape;37788;p28"/>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9" name="Google Shape;37789;p28"/>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0" name="Google Shape;37790;p28"/>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1" name="Google Shape;37791;p28"/>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2" name="Google Shape;37792;p28"/>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3" name="Google Shape;37793;p28"/>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4" name="Google Shape;37794;p28"/>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5" name="Google Shape;37795;p28"/>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6" name="Google Shape;37796;p28"/>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7" name="Google Shape;37797;p28"/>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8" name="Google Shape;37798;p28"/>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9" name="Google Shape;37799;p28"/>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00" name="Google Shape;37800;p28"/>
            <p:cNvGrpSpPr/>
            <p:nvPr/>
          </p:nvGrpSpPr>
          <p:grpSpPr>
            <a:xfrm>
              <a:off x="70735" y="4878345"/>
              <a:ext cx="9002530" cy="21952"/>
              <a:chOff x="79447" y="4864010"/>
              <a:chExt cx="9002530" cy="21952"/>
            </a:xfrm>
          </p:grpSpPr>
          <p:sp>
            <p:nvSpPr>
              <p:cNvPr id="37801" name="Google Shape;37801;p28"/>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2" name="Google Shape;37802;p28"/>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3" name="Google Shape;37803;p28"/>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4" name="Google Shape;37804;p28"/>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5" name="Google Shape;37805;p28"/>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6" name="Google Shape;37806;p28"/>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7" name="Google Shape;37807;p28"/>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8" name="Google Shape;37808;p28"/>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9" name="Google Shape;37809;p28"/>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0" name="Google Shape;37810;p28"/>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1" name="Google Shape;37811;p28"/>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2" name="Google Shape;37812;p28"/>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3" name="Google Shape;37813;p28"/>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4" name="Google Shape;37814;p28"/>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5" name="Google Shape;37815;p28"/>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6" name="Google Shape;37816;p28"/>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7" name="Google Shape;37817;p28"/>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8" name="Google Shape;37818;p28"/>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9" name="Google Shape;37819;p28"/>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0" name="Google Shape;37820;p28"/>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1" name="Google Shape;37821;p28"/>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2" name="Google Shape;37822;p28"/>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3" name="Google Shape;37823;p28"/>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4" name="Google Shape;37824;p28"/>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5" name="Google Shape;37825;p28"/>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6" name="Google Shape;37826;p28"/>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7" name="Google Shape;37827;p28"/>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8" name="Google Shape;37828;p28"/>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9" name="Google Shape;37829;p28"/>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0" name="Google Shape;37830;p28"/>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1" name="Google Shape;37831;p28"/>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2" name="Google Shape;37832;p28"/>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3" name="Google Shape;37833;p28"/>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4" name="Google Shape;37834;p28"/>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5" name="Google Shape;37835;p28"/>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6" name="Google Shape;37836;p28"/>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7" name="Google Shape;37837;p28"/>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8" name="Google Shape;37838;p28"/>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9" name="Google Shape;37839;p28"/>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0" name="Google Shape;37840;p28"/>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1" name="Google Shape;37841;p28"/>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2" name="Google Shape;37842;p28"/>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3" name="Google Shape;37843;p28"/>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4" name="Google Shape;37844;p28"/>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5" name="Google Shape;37845;p28"/>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6" name="Google Shape;37846;p28"/>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7" name="Google Shape;37847;p28"/>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8" name="Google Shape;37848;p28"/>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9" name="Google Shape;37849;p28"/>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0" name="Google Shape;37850;p28"/>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51" name="Google Shape;37851;p28"/>
            <p:cNvGrpSpPr/>
            <p:nvPr/>
          </p:nvGrpSpPr>
          <p:grpSpPr>
            <a:xfrm>
              <a:off x="70735" y="5049712"/>
              <a:ext cx="9002530" cy="22993"/>
              <a:chOff x="79447" y="5033664"/>
              <a:chExt cx="9002530" cy="22993"/>
            </a:xfrm>
          </p:grpSpPr>
          <p:sp>
            <p:nvSpPr>
              <p:cNvPr id="37852" name="Google Shape;37852;p28"/>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3" name="Google Shape;37853;p28"/>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4" name="Google Shape;37854;p28"/>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5" name="Google Shape;37855;p28"/>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6" name="Google Shape;37856;p28"/>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7" name="Google Shape;37857;p28"/>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8" name="Google Shape;37858;p28"/>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9" name="Google Shape;37859;p28"/>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0" name="Google Shape;37860;p28"/>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1" name="Google Shape;37861;p28"/>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2" name="Google Shape;37862;p28"/>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3" name="Google Shape;37863;p28"/>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4" name="Google Shape;37864;p28"/>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5" name="Google Shape;37865;p28"/>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6" name="Google Shape;37866;p28"/>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7" name="Google Shape;37867;p28"/>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8" name="Google Shape;37868;p28"/>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9" name="Google Shape;37869;p28"/>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0" name="Google Shape;37870;p28"/>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1" name="Google Shape;37871;p28"/>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2" name="Google Shape;37872;p28"/>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3" name="Google Shape;37873;p28"/>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4" name="Google Shape;37874;p28"/>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5" name="Google Shape;37875;p28"/>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6" name="Google Shape;37876;p28"/>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7" name="Google Shape;37877;p28"/>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8" name="Google Shape;37878;p28"/>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9" name="Google Shape;37879;p28"/>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0" name="Google Shape;37880;p28"/>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1" name="Google Shape;37881;p28"/>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2" name="Google Shape;37882;p28"/>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3" name="Google Shape;37883;p28"/>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4" name="Google Shape;37884;p28"/>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5" name="Google Shape;37885;p28"/>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6" name="Google Shape;37886;p28"/>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7" name="Google Shape;37887;p28"/>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8" name="Google Shape;37888;p28"/>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9" name="Google Shape;37889;p28"/>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0" name="Google Shape;37890;p28"/>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1" name="Google Shape;37891;p28"/>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2" name="Google Shape;37892;p28"/>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3" name="Google Shape;37893;p28"/>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4" name="Google Shape;37894;p28"/>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5" name="Google Shape;37895;p28"/>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6" name="Google Shape;37896;p28"/>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7" name="Google Shape;37897;p28"/>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8" name="Google Shape;37898;p28"/>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9" name="Google Shape;37899;p28"/>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0" name="Google Shape;37900;p28"/>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1" name="Google Shape;37901;p28"/>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7902" name="Google Shape;37902;p28"/>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a:endParaRPr/>
          </a:p>
        </p:txBody>
      </p:sp>
      <p:sp>
        <p:nvSpPr>
          <p:cNvPr id="37903" name="Google Shape;37903;p28"/>
          <p:cNvSpPr txBox="1">
            <a:spLocks noGrp="1"/>
          </p:cNvSpPr>
          <p:nvPr>
            <p:ph type="subTitle" idx="1"/>
          </p:nvPr>
        </p:nvSpPr>
        <p:spPr>
          <a:xfrm>
            <a:off x="870001" y="3250226"/>
            <a:ext cx="2302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904" name="Google Shape;37904;p28"/>
          <p:cNvSpPr txBox="1">
            <a:spLocks noGrp="1"/>
          </p:cNvSpPr>
          <p:nvPr>
            <p:ph type="subTitle" idx="2"/>
          </p:nvPr>
        </p:nvSpPr>
        <p:spPr>
          <a:xfrm>
            <a:off x="870001" y="2740525"/>
            <a:ext cx="23028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37905" name="Google Shape;37905;p28"/>
          <p:cNvSpPr txBox="1">
            <a:spLocks noGrp="1"/>
          </p:cNvSpPr>
          <p:nvPr>
            <p:ph type="subTitle" idx="3"/>
          </p:nvPr>
        </p:nvSpPr>
        <p:spPr>
          <a:xfrm>
            <a:off x="5971199" y="3250226"/>
            <a:ext cx="2302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906" name="Google Shape;37906;p28"/>
          <p:cNvSpPr txBox="1">
            <a:spLocks noGrp="1"/>
          </p:cNvSpPr>
          <p:nvPr>
            <p:ph type="subTitle" idx="4"/>
          </p:nvPr>
        </p:nvSpPr>
        <p:spPr>
          <a:xfrm>
            <a:off x="5971199" y="2740525"/>
            <a:ext cx="23028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37907" name="Google Shape;37907;p28"/>
          <p:cNvSpPr txBox="1">
            <a:spLocks noGrp="1"/>
          </p:cNvSpPr>
          <p:nvPr>
            <p:ph type="subTitle" idx="5"/>
          </p:nvPr>
        </p:nvSpPr>
        <p:spPr>
          <a:xfrm>
            <a:off x="3420600" y="3250226"/>
            <a:ext cx="2302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908" name="Google Shape;37908;p28"/>
          <p:cNvSpPr txBox="1">
            <a:spLocks noGrp="1"/>
          </p:cNvSpPr>
          <p:nvPr>
            <p:ph type="subTitle" idx="6"/>
          </p:nvPr>
        </p:nvSpPr>
        <p:spPr>
          <a:xfrm>
            <a:off x="3420600" y="2740525"/>
            <a:ext cx="23028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pic>
        <p:nvPicPr>
          <p:cNvPr id="37909" name="Google Shape;37909;p28"/>
          <p:cNvPicPr preferRelativeResize="0"/>
          <p:nvPr/>
        </p:nvPicPr>
        <p:blipFill rotWithShape="1">
          <a:blip r:embed="rId2">
            <a:alphaModFix/>
          </a:blip>
          <a:srcRect l="29012" r="50491" b="53142"/>
          <a:stretch/>
        </p:blipFill>
        <p:spPr>
          <a:xfrm rot="-320185" flipH="1">
            <a:off x="-250160" y="-121763"/>
            <a:ext cx="892944" cy="2210936"/>
          </a:xfrm>
          <a:prstGeom prst="rect">
            <a:avLst/>
          </a:prstGeom>
          <a:noFill/>
          <a:ln>
            <a:noFill/>
          </a:ln>
        </p:spPr>
      </p:pic>
      <p:grpSp>
        <p:nvGrpSpPr>
          <p:cNvPr id="37910" name="Google Shape;37910;p28"/>
          <p:cNvGrpSpPr/>
          <p:nvPr/>
        </p:nvGrpSpPr>
        <p:grpSpPr>
          <a:xfrm rot="10800000" flipH="1">
            <a:off x="-3268503" y="4015081"/>
            <a:ext cx="5681843" cy="3181016"/>
            <a:chOff x="-2793134" y="-1946851"/>
            <a:chExt cx="5681843" cy="3181016"/>
          </a:xfrm>
        </p:grpSpPr>
        <p:grpSp>
          <p:nvGrpSpPr>
            <p:cNvPr id="37911" name="Google Shape;37911;p28"/>
            <p:cNvGrpSpPr/>
            <p:nvPr/>
          </p:nvGrpSpPr>
          <p:grpSpPr>
            <a:xfrm rot="10800000">
              <a:off x="-2793134" y="-1946851"/>
              <a:ext cx="5681843" cy="3181016"/>
              <a:chOff x="3406125" y="2174000"/>
              <a:chExt cx="2581600" cy="1445325"/>
            </a:xfrm>
          </p:grpSpPr>
          <p:sp>
            <p:nvSpPr>
              <p:cNvPr id="37912" name="Google Shape;37912;p28"/>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3" name="Google Shape;37913;p28"/>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4" name="Google Shape;37914;p28"/>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5" name="Google Shape;37915;p28"/>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6" name="Google Shape;37916;p28"/>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7" name="Google Shape;37917;p28"/>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8" name="Google Shape;37918;p28"/>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9" name="Google Shape;37919;p28"/>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0" name="Google Shape;37920;p28"/>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1" name="Google Shape;37921;p28"/>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2" name="Google Shape;37922;p28"/>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3" name="Google Shape;37923;p28"/>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4" name="Google Shape;37924;p28"/>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5" name="Google Shape;37925;p28"/>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6" name="Google Shape;37926;p28"/>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7" name="Google Shape;37927;p28"/>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8" name="Google Shape;37928;p28"/>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9" name="Google Shape;37929;p28"/>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0" name="Google Shape;37930;p28"/>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1" name="Google Shape;37931;p28"/>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2" name="Google Shape;37932;p28"/>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3" name="Google Shape;37933;p28"/>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34" name="Google Shape;37934;p28"/>
            <p:cNvGrpSpPr/>
            <p:nvPr/>
          </p:nvGrpSpPr>
          <p:grpSpPr>
            <a:xfrm rot="10800000">
              <a:off x="-2793134" y="-1946851"/>
              <a:ext cx="5681843" cy="3181016"/>
              <a:chOff x="3406125" y="2174000"/>
              <a:chExt cx="2581600" cy="1445325"/>
            </a:xfrm>
          </p:grpSpPr>
          <p:sp>
            <p:nvSpPr>
              <p:cNvPr id="37935" name="Google Shape;37935;p28"/>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6" name="Google Shape;37936;p28"/>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7" name="Google Shape;37937;p28"/>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8" name="Google Shape;37938;p28"/>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9" name="Google Shape;37939;p28"/>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0" name="Google Shape;37940;p28"/>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1" name="Google Shape;37941;p28"/>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2" name="Google Shape;37942;p28"/>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3" name="Google Shape;37943;p28"/>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4" name="Google Shape;37944;p28"/>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5" name="Google Shape;37945;p28"/>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6" name="Google Shape;37946;p28"/>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7" name="Google Shape;37947;p28"/>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8" name="Google Shape;37948;p28"/>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9" name="Google Shape;37949;p28"/>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0" name="Google Shape;37950;p28"/>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1" name="Google Shape;37951;p28"/>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2" name="Google Shape;37952;p28"/>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3" name="Google Shape;37953;p28"/>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4" name="Google Shape;37954;p28"/>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5" name="Google Shape;37955;p28"/>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6" name="Google Shape;37956;p28"/>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957" name="Google Shape;37957;p28"/>
          <p:cNvGrpSpPr/>
          <p:nvPr/>
        </p:nvGrpSpPr>
        <p:grpSpPr>
          <a:xfrm rot="10800000" flipH="1">
            <a:off x="8421709" y="-55511"/>
            <a:ext cx="619724" cy="1070668"/>
            <a:chOff x="11712647" y="-2511258"/>
            <a:chExt cx="294602" cy="508994"/>
          </a:xfrm>
        </p:grpSpPr>
        <p:sp>
          <p:nvSpPr>
            <p:cNvPr id="37958" name="Google Shape;37958;p28"/>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9" name="Google Shape;37959;p28"/>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0" name="Google Shape;37960;p28"/>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1" name="Google Shape;37961;p28"/>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2" name="Google Shape;37962;p28"/>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3" name="Google Shape;37963;p28"/>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4" name="Google Shape;37964;p28"/>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5" name="Google Shape;37965;p28"/>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6" name="Google Shape;37966;p28"/>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7" name="Google Shape;37967;p28"/>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8" name="Google Shape;37968;p28"/>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9" name="Google Shape;37969;p28"/>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0" name="Google Shape;37970;p28"/>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1" name="Google Shape;37971;p28"/>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2" name="Google Shape;37972;p28"/>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3" name="Google Shape;37973;p28"/>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4" name="Google Shape;37974;p28"/>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5" name="Google Shape;37975;p28"/>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6" name="Google Shape;37976;p28"/>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7" name="Google Shape;37977;p28"/>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8" name="Google Shape;37978;p28"/>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9" name="Google Shape;37979;p28"/>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0" name="Google Shape;37980;p28"/>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1" name="Google Shape;37981;p28"/>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2" name="Google Shape;37982;p28"/>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3" name="Google Shape;37983;p28"/>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4" name="Google Shape;37984;p28"/>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four columns">
  <p:cSld name="CUSTOM_6">
    <p:spTree>
      <p:nvGrpSpPr>
        <p:cNvPr id="1" name="Shape 39594"/>
        <p:cNvGrpSpPr/>
        <p:nvPr/>
      </p:nvGrpSpPr>
      <p:grpSpPr>
        <a:xfrm>
          <a:off x="0" y="0"/>
          <a:ext cx="0" cy="0"/>
          <a:chOff x="0" y="0"/>
          <a:chExt cx="0" cy="0"/>
        </a:xfrm>
      </p:grpSpPr>
      <p:grpSp>
        <p:nvGrpSpPr>
          <p:cNvPr id="39595" name="Google Shape;39595;p30"/>
          <p:cNvGrpSpPr/>
          <p:nvPr/>
        </p:nvGrpSpPr>
        <p:grpSpPr>
          <a:xfrm>
            <a:off x="70735" y="70796"/>
            <a:ext cx="9002530" cy="5001909"/>
            <a:chOff x="70735" y="70796"/>
            <a:chExt cx="9002530" cy="5001909"/>
          </a:xfrm>
        </p:grpSpPr>
        <p:grpSp>
          <p:nvGrpSpPr>
            <p:cNvPr id="39596" name="Google Shape;39596;p30"/>
            <p:cNvGrpSpPr/>
            <p:nvPr/>
          </p:nvGrpSpPr>
          <p:grpSpPr>
            <a:xfrm>
              <a:off x="70735" y="70796"/>
              <a:ext cx="9002530" cy="22993"/>
              <a:chOff x="79447" y="96297"/>
              <a:chExt cx="9002530" cy="22993"/>
            </a:xfrm>
          </p:grpSpPr>
          <p:sp>
            <p:nvSpPr>
              <p:cNvPr id="39597" name="Google Shape;39597;p30"/>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8" name="Google Shape;39598;p30"/>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9" name="Google Shape;39599;p30"/>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0" name="Google Shape;39600;p30"/>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1" name="Google Shape;39601;p30"/>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2" name="Google Shape;39602;p30"/>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3" name="Google Shape;39603;p30"/>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4" name="Google Shape;39604;p30"/>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5" name="Google Shape;39605;p30"/>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6" name="Google Shape;39606;p30"/>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7" name="Google Shape;39607;p30"/>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8" name="Google Shape;39608;p30"/>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9" name="Google Shape;39609;p30"/>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0" name="Google Shape;39610;p30"/>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1" name="Google Shape;39611;p30"/>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2" name="Google Shape;39612;p30"/>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3" name="Google Shape;39613;p30"/>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4" name="Google Shape;39614;p30"/>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5" name="Google Shape;39615;p30"/>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6" name="Google Shape;39616;p30"/>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7" name="Google Shape;39617;p30"/>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8" name="Google Shape;39618;p30"/>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9" name="Google Shape;39619;p30"/>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0" name="Google Shape;39620;p30"/>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1" name="Google Shape;39621;p30"/>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2" name="Google Shape;39622;p30"/>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3" name="Google Shape;39623;p30"/>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4" name="Google Shape;39624;p30"/>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5" name="Google Shape;39625;p30"/>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6" name="Google Shape;39626;p30"/>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7" name="Google Shape;39627;p30"/>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8" name="Google Shape;39628;p30"/>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9" name="Google Shape;39629;p30"/>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0" name="Google Shape;39630;p30"/>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1" name="Google Shape;39631;p30"/>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2" name="Google Shape;39632;p30"/>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3" name="Google Shape;39633;p30"/>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4" name="Google Shape;39634;p30"/>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5" name="Google Shape;39635;p30"/>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6" name="Google Shape;39636;p30"/>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7" name="Google Shape;39637;p30"/>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8" name="Google Shape;39638;p30"/>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9" name="Google Shape;39639;p30"/>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0" name="Google Shape;39640;p30"/>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1" name="Google Shape;39641;p30"/>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2" name="Google Shape;39642;p30"/>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3" name="Google Shape;39643;p30"/>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4" name="Google Shape;39644;p30"/>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5" name="Google Shape;39645;p30"/>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6" name="Google Shape;39646;p30"/>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47" name="Google Shape;39647;p30"/>
            <p:cNvGrpSpPr/>
            <p:nvPr/>
          </p:nvGrpSpPr>
          <p:grpSpPr>
            <a:xfrm>
              <a:off x="70735" y="243203"/>
              <a:ext cx="9002530" cy="21952"/>
              <a:chOff x="79447" y="266897"/>
              <a:chExt cx="9002530" cy="21952"/>
            </a:xfrm>
          </p:grpSpPr>
          <p:sp>
            <p:nvSpPr>
              <p:cNvPr id="39648" name="Google Shape;39648;p30"/>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9" name="Google Shape;39649;p30"/>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0" name="Google Shape;39650;p30"/>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1" name="Google Shape;39651;p30"/>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2" name="Google Shape;39652;p30"/>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3" name="Google Shape;39653;p30"/>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4" name="Google Shape;39654;p30"/>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5" name="Google Shape;39655;p30"/>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6" name="Google Shape;39656;p30"/>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7" name="Google Shape;39657;p30"/>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8" name="Google Shape;39658;p30"/>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9" name="Google Shape;39659;p30"/>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0" name="Google Shape;39660;p30"/>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1" name="Google Shape;39661;p30"/>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2" name="Google Shape;39662;p30"/>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3" name="Google Shape;39663;p30"/>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4" name="Google Shape;39664;p30"/>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5" name="Google Shape;39665;p30"/>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6" name="Google Shape;39666;p30"/>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7" name="Google Shape;39667;p30"/>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8" name="Google Shape;39668;p30"/>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9" name="Google Shape;39669;p30"/>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0" name="Google Shape;39670;p30"/>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1" name="Google Shape;39671;p30"/>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2" name="Google Shape;39672;p30"/>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3" name="Google Shape;39673;p30"/>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4" name="Google Shape;39674;p30"/>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5" name="Google Shape;39675;p30"/>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6" name="Google Shape;39676;p30"/>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7" name="Google Shape;39677;p30"/>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8" name="Google Shape;39678;p30"/>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9" name="Google Shape;39679;p30"/>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0" name="Google Shape;39680;p30"/>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1" name="Google Shape;39681;p30"/>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2" name="Google Shape;39682;p30"/>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3" name="Google Shape;39683;p30"/>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4" name="Google Shape;39684;p30"/>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5" name="Google Shape;39685;p30"/>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6" name="Google Shape;39686;p30"/>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7" name="Google Shape;39687;p30"/>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8" name="Google Shape;39688;p30"/>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9" name="Google Shape;39689;p30"/>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0" name="Google Shape;39690;p30"/>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1" name="Google Shape;39691;p30"/>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2" name="Google Shape;39692;p30"/>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3" name="Google Shape;39693;p30"/>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4" name="Google Shape;39694;p30"/>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5" name="Google Shape;39695;p30"/>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6" name="Google Shape;39696;p30"/>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7" name="Google Shape;39697;p30"/>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98" name="Google Shape;39698;p30"/>
            <p:cNvGrpSpPr/>
            <p:nvPr/>
          </p:nvGrpSpPr>
          <p:grpSpPr>
            <a:xfrm>
              <a:off x="70735" y="414570"/>
              <a:ext cx="9002530" cy="21952"/>
              <a:chOff x="79447" y="437592"/>
              <a:chExt cx="9002530" cy="21952"/>
            </a:xfrm>
          </p:grpSpPr>
          <p:sp>
            <p:nvSpPr>
              <p:cNvPr id="39699" name="Google Shape;39699;p30"/>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0" name="Google Shape;39700;p30"/>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1" name="Google Shape;39701;p30"/>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2" name="Google Shape;39702;p30"/>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3" name="Google Shape;39703;p30"/>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4" name="Google Shape;39704;p30"/>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5" name="Google Shape;39705;p30"/>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6" name="Google Shape;39706;p30"/>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7" name="Google Shape;39707;p30"/>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8" name="Google Shape;39708;p30"/>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9" name="Google Shape;39709;p30"/>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0" name="Google Shape;39710;p30"/>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1" name="Google Shape;39711;p30"/>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2" name="Google Shape;39712;p30"/>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3" name="Google Shape;39713;p30"/>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4" name="Google Shape;39714;p30"/>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5" name="Google Shape;39715;p30"/>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6" name="Google Shape;39716;p30"/>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7" name="Google Shape;39717;p30"/>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8" name="Google Shape;39718;p30"/>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9" name="Google Shape;39719;p30"/>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0" name="Google Shape;39720;p30"/>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1" name="Google Shape;39721;p30"/>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2" name="Google Shape;39722;p30"/>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3" name="Google Shape;39723;p30"/>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4" name="Google Shape;39724;p30"/>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5" name="Google Shape;39725;p30"/>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6" name="Google Shape;39726;p30"/>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7" name="Google Shape;39727;p30"/>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8" name="Google Shape;39728;p30"/>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9" name="Google Shape;39729;p30"/>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0" name="Google Shape;39730;p30"/>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1" name="Google Shape;39731;p30"/>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2" name="Google Shape;39732;p30"/>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3" name="Google Shape;39733;p30"/>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4" name="Google Shape;39734;p30"/>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5" name="Google Shape;39735;p30"/>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6" name="Google Shape;39736;p30"/>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7" name="Google Shape;39737;p30"/>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8" name="Google Shape;39738;p30"/>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9" name="Google Shape;39739;p30"/>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0" name="Google Shape;39740;p30"/>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1" name="Google Shape;39741;p30"/>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2" name="Google Shape;39742;p30"/>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3" name="Google Shape;39743;p30"/>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4" name="Google Shape;39744;p30"/>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5" name="Google Shape;39745;p30"/>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6" name="Google Shape;39746;p30"/>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7" name="Google Shape;39747;p30"/>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8" name="Google Shape;39748;p30"/>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49" name="Google Shape;39749;p30"/>
            <p:cNvGrpSpPr/>
            <p:nvPr/>
          </p:nvGrpSpPr>
          <p:grpSpPr>
            <a:xfrm>
              <a:off x="70735" y="585937"/>
              <a:ext cx="9002530" cy="22993"/>
              <a:chOff x="79447" y="607151"/>
              <a:chExt cx="9002530" cy="22993"/>
            </a:xfrm>
          </p:grpSpPr>
          <p:sp>
            <p:nvSpPr>
              <p:cNvPr id="39750" name="Google Shape;39750;p30"/>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1" name="Google Shape;39751;p30"/>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2" name="Google Shape;39752;p30"/>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3" name="Google Shape;39753;p30"/>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4" name="Google Shape;39754;p30"/>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5" name="Google Shape;39755;p30"/>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6" name="Google Shape;39756;p30"/>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7" name="Google Shape;39757;p30"/>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8" name="Google Shape;39758;p30"/>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9" name="Google Shape;39759;p30"/>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0" name="Google Shape;39760;p30"/>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1" name="Google Shape;39761;p30"/>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2" name="Google Shape;39762;p30"/>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3" name="Google Shape;39763;p30"/>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4" name="Google Shape;39764;p30"/>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5" name="Google Shape;39765;p30"/>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6" name="Google Shape;39766;p30"/>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7" name="Google Shape;39767;p30"/>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8" name="Google Shape;39768;p30"/>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9" name="Google Shape;39769;p30"/>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0" name="Google Shape;39770;p30"/>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1" name="Google Shape;39771;p30"/>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2" name="Google Shape;39772;p30"/>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3" name="Google Shape;39773;p30"/>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4" name="Google Shape;39774;p30"/>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5" name="Google Shape;39775;p30"/>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6" name="Google Shape;39776;p30"/>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7" name="Google Shape;39777;p30"/>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8" name="Google Shape;39778;p30"/>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9" name="Google Shape;39779;p30"/>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0" name="Google Shape;39780;p30"/>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1" name="Google Shape;39781;p30"/>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2" name="Google Shape;39782;p30"/>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3" name="Google Shape;39783;p30"/>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4" name="Google Shape;39784;p30"/>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5" name="Google Shape;39785;p30"/>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6" name="Google Shape;39786;p30"/>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7" name="Google Shape;39787;p30"/>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8" name="Google Shape;39788;p30"/>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9" name="Google Shape;39789;p30"/>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0" name="Google Shape;39790;p30"/>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1" name="Google Shape;39791;p30"/>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2" name="Google Shape;39792;p30"/>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3" name="Google Shape;39793;p30"/>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4" name="Google Shape;39794;p30"/>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5" name="Google Shape;39795;p30"/>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6" name="Google Shape;39796;p30"/>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7" name="Google Shape;39797;p30"/>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8" name="Google Shape;39798;p30"/>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9" name="Google Shape;39799;p30"/>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00" name="Google Shape;39800;p30"/>
            <p:cNvGrpSpPr/>
            <p:nvPr/>
          </p:nvGrpSpPr>
          <p:grpSpPr>
            <a:xfrm>
              <a:off x="70735" y="758345"/>
              <a:ext cx="9002530" cy="21952"/>
              <a:chOff x="79447" y="777845"/>
              <a:chExt cx="9002530" cy="21952"/>
            </a:xfrm>
          </p:grpSpPr>
          <p:sp>
            <p:nvSpPr>
              <p:cNvPr id="39801" name="Google Shape;39801;p30"/>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2" name="Google Shape;39802;p30"/>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3" name="Google Shape;39803;p30"/>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4" name="Google Shape;39804;p30"/>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5" name="Google Shape;39805;p30"/>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6" name="Google Shape;39806;p30"/>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7" name="Google Shape;39807;p30"/>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8" name="Google Shape;39808;p30"/>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9" name="Google Shape;39809;p30"/>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0" name="Google Shape;39810;p30"/>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1" name="Google Shape;39811;p30"/>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2" name="Google Shape;39812;p30"/>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3" name="Google Shape;39813;p30"/>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4" name="Google Shape;39814;p30"/>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5" name="Google Shape;39815;p30"/>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6" name="Google Shape;39816;p30"/>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7" name="Google Shape;39817;p30"/>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8" name="Google Shape;39818;p30"/>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9" name="Google Shape;39819;p30"/>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0" name="Google Shape;39820;p30"/>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1" name="Google Shape;39821;p30"/>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2" name="Google Shape;39822;p30"/>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3" name="Google Shape;39823;p30"/>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4" name="Google Shape;39824;p30"/>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5" name="Google Shape;39825;p30"/>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6" name="Google Shape;39826;p30"/>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7" name="Google Shape;39827;p30"/>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8" name="Google Shape;39828;p30"/>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9" name="Google Shape;39829;p30"/>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0" name="Google Shape;39830;p30"/>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1" name="Google Shape;39831;p30"/>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2" name="Google Shape;39832;p30"/>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3" name="Google Shape;39833;p30"/>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4" name="Google Shape;39834;p30"/>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5" name="Google Shape;39835;p30"/>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6" name="Google Shape;39836;p30"/>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7" name="Google Shape;39837;p30"/>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8" name="Google Shape;39838;p30"/>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9" name="Google Shape;39839;p30"/>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0" name="Google Shape;39840;p30"/>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1" name="Google Shape;39841;p30"/>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2" name="Google Shape;39842;p30"/>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3" name="Google Shape;39843;p30"/>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4" name="Google Shape;39844;p30"/>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5" name="Google Shape;39845;p30"/>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6" name="Google Shape;39846;p30"/>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7" name="Google Shape;39847;p30"/>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8" name="Google Shape;39848;p30"/>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9" name="Google Shape;39849;p30"/>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0" name="Google Shape;39850;p30"/>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51" name="Google Shape;39851;p30"/>
            <p:cNvGrpSpPr/>
            <p:nvPr/>
          </p:nvGrpSpPr>
          <p:grpSpPr>
            <a:xfrm>
              <a:off x="70735" y="929712"/>
              <a:ext cx="9002530" cy="21952"/>
              <a:chOff x="79447" y="948445"/>
              <a:chExt cx="9002530" cy="21952"/>
            </a:xfrm>
          </p:grpSpPr>
          <p:sp>
            <p:nvSpPr>
              <p:cNvPr id="39852" name="Google Shape;39852;p30"/>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3" name="Google Shape;39853;p30"/>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4" name="Google Shape;39854;p30"/>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5" name="Google Shape;39855;p30"/>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6" name="Google Shape;39856;p30"/>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7" name="Google Shape;39857;p30"/>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8" name="Google Shape;39858;p30"/>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9" name="Google Shape;39859;p30"/>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0" name="Google Shape;39860;p30"/>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1" name="Google Shape;39861;p30"/>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2" name="Google Shape;39862;p30"/>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3" name="Google Shape;39863;p30"/>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4" name="Google Shape;39864;p30"/>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5" name="Google Shape;39865;p30"/>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6" name="Google Shape;39866;p30"/>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7" name="Google Shape;39867;p30"/>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8" name="Google Shape;39868;p30"/>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9" name="Google Shape;39869;p30"/>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0" name="Google Shape;39870;p30"/>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1" name="Google Shape;39871;p30"/>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2" name="Google Shape;39872;p30"/>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3" name="Google Shape;39873;p30"/>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4" name="Google Shape;39874;p30"/>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5" name="Google Shape;39875;p30"/>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6" name="Google Shape;39876;p30"/>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7" name="Google Shape;39877;p30"/>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8" name="Google Shape;39878;p30"/>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9" name="Google Shape;39879;p30"/>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0" name="Google Shape;39880;p30"/>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1" name="Google Shape;39881;p30"/>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2" name="Google Shape;39882;p30"/>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3" name="Google Shape;39883;p30"/>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4" name="Google Shape;39884;p30"/>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5" name="Google Shape;39885;p30"/>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6" name="Google Shape;39886;p30"/>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7" name="Google Shape;39887;p30"/>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8" name="Google Shape;39888;p30"/>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9" name="Google Shape;39889;p30"/>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0" name="Google Shape;39890;p30"/>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1" name="Google Shape;39891;p30"/>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2" name="Google Shape;39892;p30"/>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3" name="Google Shape;39893;p30"/>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4" name="Google Shape;39894;p30"/>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5" name="Google Shape;39895;p30"/>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6" name="Google Shape;39896;p30"/>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7" name="Google Shape;39897;p30"/>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8" name="Google Shape;39898;p30"/>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9" name="Google Shape;39899;p30"/>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0" name="Google Shape;39900;p30"/>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1" name="Google Shape;39901;p30"/>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2" name="Google Shape;39902;p30"/>
            <p:cNvGrpSpPr/>
            <p:nvPr/>
          </p:nvGrpSpPr>
          <p:grpSpPr>
            <a:xfrm>
              <a:off x="70735" y="1101079"/>
              <a:ext cx="9002530" cy="22993"/>
              <a:chOff x="79447" y="1118099"/>
              <a:chExt cx="9002530" cy="22993"/>
            </a:xfrm>
          </p:grpSpPr>
          <p:sp>
            <p:nvSpPr>
              <p:cNvPr id="39903" name="Google Shape;39903;p30"/>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4" name="Google Shape;39904;p30"/>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5" name="Google Shape;39905;p30"/>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6" name="Google Shape;39906;p30"/>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7" name="Google Shape;39907;p30"/>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8" name="Google Shape;39908;p30"/>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9" name="Google Shape;39909;p30"/>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0" name="Google Shape;39910;p30"/>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1" name="Google Shape;39911;p30"/>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2" name="Google Shape;39912;p30"/>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3" name="Google Shape;39913;p30"/>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4" name="Google Shape;39914;p30"/>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5" name="Google Shape;39915;p30"/>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6" name="Google Shape;39916;p30"/>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7" name="Google Shape;39917;p30"/>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8" name="Google Shape;39918;p30"/>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9" name="Google Shape;39919;p30"/>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0" name="Google Shape;39920;p30"/>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1" name="Google Shape;39921;p30"/>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2" name="Google Shape;39922;p30"/>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3" name="Google Shape;39923;p30"/>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4" name="Google Shape;39924;p30"/>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5" name="Google Shape;39925;p30"/>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6" name="Google Shape;39926;p30"/>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7" name="Google Shape;39927;p30"/>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8" name="Google Shape;39928;p30"/>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9" name="Google Shape;39929;p30"/>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0" name="Google Shape;39930;p30"/>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1" name="Google Shape;39931;p30"/>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2" name="Google Shape;39932;p30"/>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3" name="Google Shape;39933;p30"/>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4" name="Google Shape;39934;p30"/>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5" name="Google Shape;39935;p30"/>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6" name="Google Shape;39936;p30"/>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7" name="Google Shape;39937;p30"/>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8" name="Google Shape;39938;p30"/>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9" name="Google Shape;39939;p30"/>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0" name="Google Shape;39940;p30"/>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1" name="Google Shape;39941;p30"/>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2" name="Google Shape;39942;p30"/>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3" name="Google Shape;39943;p30"/>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4" name="Google Shape;39944;p30"/>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5" name="Google Shape;39945;p30"/>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6" name="Google Shape;39946;p30"/>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7" name="Google Shape;39947;p30"/>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8" name="Google Shape;39948;p30"/>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9" name="Google Shape;39949;p30"/>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0" name="Google Shape;39950;p30"/>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1" name="Google Shape;39951;p30"/>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2" name="Google Shape;39952;p30"/>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53" name="Google Shape;39953;p30"/>
            <p:cNvGrpSpPr/>
            <p:nvPr/>
          </p:nvGrpSpPr>
          <p:grpSpPr>
            <a:xfrm>
              <a:off x="70735" y="1273487"/>
              <a:ext cx="9002530" cy="21952"/>
              <a:chOff x="79447" y="1287658"/>
              <a:chExt cx="9002530" cy="21952"/>
            </a:xfrm>
          </p:grpSpPr>
          <p:sp>
            <p:nvSpPr>
              <p:cNvPr id="39954" name="Google Shape;39954;p30"/>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5" name="Google Shape;39955;p30"/>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6" name="Google Shape;39956;p30"/>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7" name="Google Shape;39957;p30"/>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8" name="Google Shape;39958;p30"/>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9" name="Google Shape;39959;p30"/>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0" name="Google Shape;39960;p30"/>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1" name="Google Shape;39961;p30"/>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2" name="Google Shape;39962;p30"/>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3" name="Google Shape;39963;p30"/>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4" name="Google Shape;39964;p30"/>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5" name="Google Shape;39965;p30"/>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6" name="Google Shape;39966;p30"/>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7" name="Google Shape;39967;p30"/>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8" name="Google Shape;39968;p30"/>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9" name="Google Shape;39969;p30"/>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0" name="Google Shape;39970;p30"/>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1" name="Google Shape;39971;p30"/>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2" name="Google Shape;39972;p30"/>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3" name="Google Shape;39973;p30"/>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4" name="Google Shape;39974;p30"/>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5" name="Google Shape;39975;p30"/>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6" name="Google Shape;39976;p30"/>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7" name="Google Shape;39977;p30"/>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8" name="Google Shape;39978;p30"/>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9" name="Google Shape;39979;p30"/>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0" name="Google Shape;39980;p30"/>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1" name="Google Shape;39981;p30"/>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2" name="Google Shape;39982;p30"/>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3" name="Google Shape;39983;p30"/>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4" name="Google Shape;39984;p30"/>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5" name="Google Shape;39985;p30"/>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6" name="Google Shape;39986;p30"/>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7" name="Google Shape;39987;p30"/>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8" name="Google Shape;39988;p30"/>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9" name="Google Shape;39989;p30"/>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0" name="Google Shape;39990;p30"/>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1" name="Google Shape;39991;p30"/>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2" name="Google Shape;39992;p30"/>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3" name="Google Shape;39993;p30"/>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4" name="Google Shape;39994;p30"/>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5" name="Google Shape;39995;p30"/>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6" name="Google Shape;39996;p30"/>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7" name="Google Shape;39997;p30"/>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8" name="Google Shape;39998;p30"/>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9" name="Google Shape;39999;p30"/>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0" name="Google Shape;40000;p30"/>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1" name="Google Shape;40001;p30"/>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2" name="Google Shape;40002;p30"/>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3" name="Google Shape;40003;p30"/>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04" name="Google Shape;40004;p30"/>
            <p:cNvGrpSpPr/>
            <p:nvPr/>
          </p:nvGrpSpPr>
          <p:grpSpPr>
            <a:xfrm>
              <a:off x="70735" y="1444854"/>
              <a:ext cx="9002530" cy="21952"/>
              <a:chOff x="79447" y="1458352"/>
              <a:chExt cx="9002530" cy="21952"/>
            </a:xfrm>
          </p:grpSpPr>
          <p:sp>
            <p:nvSpPr>
              <p:cNvPr id="40005" name="Google Shape;40005;p30"/>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6" name="Google Shape;40006;p30"/>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7" name="Google Shape;40007;p30"/>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8" name="Google Shape;40008;p30"/>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9" name="Google Shape;40009;p30"/>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0" name="Google Shape;40010;p30"/>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1" name="Google Shape;40011;p30"/>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2" name="Google Shape;40012;p30"/>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3" name="Google Shape;40013;p30"/>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4" name="Google Shape;40014;p30"/>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5" name="Google Shape;40015;p30"/>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6" name="Google Shape;40016;p30"/>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7" name="Google Shape;40017;p30"/>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8" name="Google Shape;40018;p30"/>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9" name="Google Shape;40019;p30"/>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0" name="Google Shape;40020;p30"/>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1" name="Google Shape;40021;p30"/>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2" name="Google Shape;40022;p30"/>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3" name="Google Shape;40023;p30"/>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4" name="Google Shape;40024;p30"/>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5" name="Google Shape;40025;p30"/>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6" name="Google Shape;40026;p30"/>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7" name="Google Shape;40027;p30"/>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8" name="Google Shape;40028;p30"/>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9" name="Google Shape;40029;p30"/>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0" name="Google Shape;40030;p30"/>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1" name="Google Shape;40031;p30"/>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2" name="Google Shape;40032;p30"/>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3" name="Google Shape;40033;p30"/>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4" name="Google Shape;40034;p30"/>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5" name="Google Shape;40035;p30"/>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6" name="Google Shape;40036;p30"/>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7" name="Google Shape;40037;p30"/>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8" name="Google Shape;40038;p30"/>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9" name="Google Shape;40039;p30"/>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0" name="Google Shape;40040;p30"/>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1" name="Google Shape;40041;p30"/>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2" name="Google Shape;40042;p30"/>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3" name="Google Shape;40043;p30"/>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4" name="Google Shape;40044;p30"/>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5" name="Google Shape;40045;p30"/>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6" name="Google Shape;40046;p30"/>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7" name="Google Shape;40047;p30"/>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8" name="Google Shape;40048;p30"/>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9" name="Google Shape;40049;p30"/>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0" name="Google Shape;40050;p30"/>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1" name="Google Shape;40051;p30"/>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2" name="Google Shape;40052;p30"/>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3" name="Google Shape;40053;p30"/>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4" name="Google Shape;40054;p30"/>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55" name="Google Shape;40055;p30"/>
            <p:cNvGrpSpPr/>
            <p:nvPr/>
          </p:nvGrpSpPr>
          <p:grpSpPr>
            <a:xfrm>
              <a:off x="70735" y="1616221"/>
              <a:ext cx="9002530" cy="22993"/>
              <a:chOff x="79447" y="1627911"/>
              <a:chExt cx="9002530" cy="22993"/>
            </a:xfrm>
          </p:grpSpPr>
          <p:sp>
            <p:nvSpPr>
              <p:cNvPr id="40056" name="Google Shape;40056;p30"/>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7" name="Google Shape;40057;p30"/>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8" name="Google Shape;40058;p30"/>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9" name="Google Shape;40059;p30"/>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0" name="Google Shape;40060;p30"/>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1" name="Google Shape;40061;p30"/>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2" name="Google Shape;40062;p30"/>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3" name="Google Shape;40063;p30"/>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4" name="Google Shape;40064;p30"/>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5" name="Google Shape;40065;p30"/>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6" name="Google Shape;40066;p30"/>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7" name="Google Shape;40067;p30"/>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8" name="Google Shape;40068;p30"/>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9" name="Google Shape;40069;p30"/>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0" name="Google Shape;40070;p30"/>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1" name="Google Shape;40071;p30"/>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2" name="Google Shape;40072;p30"/>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3" name="Google Shape;40073;p30"/>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4" name="Google Shape;40074;p30"/>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5" name="Google Shape;40075;p30"/>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6" name="Google Shape;40076;p30"/>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7" name="Google Shape;40077;p30"/>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8" name="Google Shape;40078;p30"/>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9" name="Google Shape;40079;p30"/>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0" name="Google Shape;40080;p30"/>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1" name="Google Shape;40081;p30"/>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2" name="Google Shape;40082;p30"/>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3" name="Google Shape;40083;p30"/>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4" name="Google Shape;40084;p30"/>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5" name="Google Shape;40085;p30"/>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6" name="Google Shape;40086;p30"/>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7" name="Google Shape;40087;p30"/>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8" name="Google Shape;40088;p30"/>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9" name="Google Shape;40089;p30"/>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0" name="Google Shape;40090;p30"/>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1" name="Google Shape;40091;p30"/>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2" name="Google Shape;40092;p30"/>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3" name="Google Shape;40093;p30"/>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4" name="Google Shape;40094;p30"/>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5" name="Google Shape;40095;p30"/>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6" name="Google Shape;40096;p30"/>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7" name="Google Shape;40097;p30"/>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8" name="Google Shape;40098;p30"/>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9" name="Google Shape;40099;p30"/>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0" name="Google Shape;40100;p30"/>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1" name="Google Shape;40101;p30"/>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2" name="Google Shape;40102;p30"/>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3" name="Google Shape;40103;p30"/>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4" name="Google Shape;40104;p30"/>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5" name="Google Shape;40105;p30"/>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06" name="Google Shape;40106;p30"/>
            <p:cNvGrpSpPr/>
            <p:nvPr/>
          </p:nvGrpSpPr>
          <p:grpSpPr>
            <a:xfrm>
              <a:off x="70735" y="1788629"/>
              <a:ext cx="9002530" cy="21952"/>
              <a:chOff x="79447" y="1798606"/>
              <a:chExt cx="9002530" cy="21952"/>
            </a:xfrm>
          </p:grpSpPr>
          <p:sp>
            <p:nvSpPr>
              <p:cNvPr id="40107" name="Google Shape;40107;p30"/>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8" name="Google Shape;40108;p30"/>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9" name="Google Shape;40109;p30"/>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0" name="Google Shape;40110;p30"/>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1" name="Google Shape;40111;p30"/>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2" name="Google Shape;40112;p30"/>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3" name="Google Shape;40113;p30"/>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4" name="Google Shape;40114;p30"/>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5" name="Google Shape;40115;p30"/>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6" name="Google Shape;40116;p30"/>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7" name="Google Shape;40117;p30"/>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8" name="Google Shape;40118;p30"/>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9" name="Google Shape;40119;p30"/>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0" name="Google Shape;40120;p30"/>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1" name="Google Shape;40121;p30"/>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2" name="Google Shape;40122;p30"/>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3" name="Google Shape;40123;p30"/>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4" name="Google Shape;40124;p30"/>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5" name="Google Shape;40125;p30"/>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6" name="Google Shape;40126;p30"/>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7" name="Google Shape;40127;p30"/>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8" name="Google Shape;40128;p30"/>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9" name="Google Shape;40129;p30"/>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0" name="Google Shape;40130;p30"/>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1" name="Google Shape;40131;p30"/>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2" name="Google Shape;40132;p30"/>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3" name="Google Shape;40133;p30"/>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4" name="Google Shape;40134;p30"/>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5" name="Google Shape;40135;p30"/>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6" name="Google Shape;40136;p30"/>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7" name="Google Shape;40137;p30"/>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8" name="Google Shape;40138;p30"/>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9" name="Google Shape;40139;p30"/>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0" name="Google Shape;40140;p30"/>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1" name="Google Shape;40141;p30"/>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2" name="Google Shape;40142;p30"/>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3" name="Google Shape;40143;p30"/>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4" name="Google Shape;40144;p30"/>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5" name="Google Shape;40145;p30"/>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6" name="Google Shape;40146;p30"/>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7" name="Google Shape;40147;p30"/>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8" name="Google Shape;40148;p30"/>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9" name="Google Shape;40149;p30"/>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0" name="Google Shape;40150;p30"/>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1" name="Google Shape;40151;p30"/>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2" name="Google Shape;40152;p30"/>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3" name="Google Shape;40153;p30"/>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4" name="Google Shape;40154;p30"/>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5" name="Google Shape;40155;p30"/>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6" name="Google Shape;40156;p30"/>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57" name="Google Shape;40157;p30"/>
            <p:cNvGrpSpPr/>
            <p:nvPr/>
          </p:nvGrpSpPr>
          <p:grpSpPr>
            <a:xfrm>
              <a:off x="70735" y="1959996"/>
              <a:ext cx="9002530" cy="21952"/>
              <a:chOff x="79447" y="1969206"/>
              <a:chExt cx="9002530" cy="21952"/>
            </a:xfrm>
          </p:grpSpPr>
          <p:sp>
            <p:nvSpPr>
              <p:cNvPr id="40158" name="Google Shape;40158;p30"/>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9" name="Google Shape;40159;p30"/>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0" name="Google Shape;40160;p30"/>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1" name="Google Shape;40161;p30"/>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2" name="Google Shape;40162;p30"/>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3" name="Google Shape;40163;p30"/>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4" name="Google Shape;40164;p30"/>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5" name="Google Shape;40165;p30"/>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6" name="Google Shape;40166;p30"/>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7" name="Google Shape;40167;p30"/>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8" name="Google Shape;40168;p30"/>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9" name="Google Shape;40169;p30"/>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0" name="Google Shape;40170;p30"/>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1" name="Google Shape;40171;p30"/>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2" name="Google Shape;40172;p30"/>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3" name="Google Shape;40173;p30"/>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4" name="Google Shape;40174;p30"/>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5" name="Google Shape;40175;p30"/>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6" name="Google Shape;40176;p30"/>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7" name="Google Shape;40177;p30"/>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8" name="Google Shape;40178;p30"/>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9" name="Google Shape;40179;p30"/>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0" name="Google Shape;40180;p30"/>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1" name="Google Shape;40181;p30"/>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2" name="Google Shape;40182;p30"/>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3" name="Google Shape;40183;p30"/>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4" name="Google Shape;40184;p30"/>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5" name="Google Shape;40185;p30"/>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6" name="Google Shape;40186;p30"/>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7" name="Google Shape;40187;p30"/>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8" name="Google Shape;40188;p30"/>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9" name="Google Shape;40189;p30"/>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0" name="Google Shape;40190;p30"/>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1" name="Google Shape;40191;p30"/>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2" name="Google Shape;40192;p30"/>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3" name="Google Shape;40193;p30"/>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4" name="Google Shape;40194;p30"/>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5" name="Google Shape;40195;p30"/>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6" name="Google Shape;40196;p30"/>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7" name="Google Shape;40197;p30"/>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8" name="Google Shape;40198;p30"/>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9" name="Google Shape;40199;p30"/>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0" name="Google Shape;40200;p30"/>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1" name="Google Shape;40201;p30"/>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2" name="Google Shape;40202;p30"/>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3" name="Google Shape;40203;p30"/>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4" name="Google Shape;40204;p30"/>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5" name="Google Shape;40205;p30"/>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6" name="Google Shape;40206;p30"/>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7" name="Google Shape;40207;p30"/>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08" name="Google Shape;40208;p30"/>
            <p:cNvGrpSpPr/>
            <p:nvPr/>
          </p:nvGrpSpPr>
          <p:grpSpPr>
            <a:xfrm>
              <a:off x="70735" y="2131363"/>
              <a:ext cx="9002530" cy="22993"/>
              <a:chOff x="79447" y="2138859"/>
              <a:chExt cx="9002530" cy="22993"/>
            </a:xfrm>
          </p:grpSpPr>
          <p:sp>
            <p:nvSpPr>
              <p:cNvPr id="40209" name="Google Shape;40209;p30"/>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0" name="Google Shape;40210;p30"/>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1" name="Google Shape;40211;p30"/>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2" name="Google Shape;40212;p30"/>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3" name="Google Shape;40213;p30"/>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4" name="Google Shape;40214;p30"/>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5" name="Google Shape;40215;p30"/>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6" name="Google Shape;40216;p30"/>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7" name="Google Shape;40217;p30"/>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8" name="Google Shape;40218;p30"/>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9" name="Google Shape;40219;p30"/>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0" name="Google Shape;40220;p30"/>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1" name="Google Shape;40221;p30"/>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2" name="Google Shape;40222;p30"/>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3" name="Google Shape;40223;p30"/>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4" name="Google Shape;40224;p30"/>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5" name="Google Shape;40225;p30"/>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6" name="Google Shape;40226;p30"/>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7" name="Google Shape;40227;p30"/>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8" name="Google Shape;40228;p30"/>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9" name="Google Shape;40229;p30"/>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0" name="Google Shape;40230;p30"/>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1" name="Google Shape;40231;p30"/>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2" name="Google Shape;40232;p30"/>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3" name="Google Shape;40233;p30"/>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4" name="Google Shape;40234;p30"/>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5" name="Google Shape;40235;p30"/>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6" name="Google Shape;40236;p30"/>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7" name="Google Shape;40237;p30"/>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8" name="Google Shape;40238;p30"/>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9" name="Google Shape;40239;p30"/>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0" name="Google Shape;40240;p30"/>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1" name="Google Shape;40241;p30"/>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2" name="Google Shape;40242;p30"/>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3" name="Google Shape;40243;p30"/>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4" name="Google Shape;40244;p30"/>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5" name="Google Shape;40245;p30"/>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6" name="Google Shape;40246;p30"/>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7" name="Google Shape;40247;p30"/>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8" name="Google Shape;40248;p30"/>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9" name="Google Shape;40249;p30"/>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0" name="Google Shape;40250;p30"/>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1" name="Google Shape;40251;p30"/>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2" name="Google Shape;40252;p30"/>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3" name="Google Shape;40253;p30"/>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4" name="Google Shape;40254;p30"/>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5" name="Google Shape;40255;p30"/>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6" name="Google Shape;40256;p30"/>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7" name="Google Shape;40257;p30"/>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8" name="Google Shape;40258;p30"/>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59" name="Google Shape;40259;p30"/>
            <p:cNvGrpSpPr/>
            <p:nvPr/>
          </p:nvGrpSpPr>
          <p:grpSpPr>
            <a:xfrm>
              <a:off x="70735" y="2303771"/>
              <a:ext cx="9002530" cy="21952"/>
              <a:chOff x="79447" y="2309459"/>
              <a:chExt cx="9002530" cy="21952"/>
            </a:xfrm>
          </p:grpSpPr>
          <p:sp>
            <p:nvSpPr>
              <p:cNvPr id="40260" name="Google Shape;40260;p30"/>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1" name="Google Shape;40261;p30"/>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2" name="Google Shape;40262;p30"/>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3" name="Google Shape;40263;p30"/>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4" name="Google Shape;40264;p30"/>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5" name="Google Shape;40265;p30"/>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6" name="Google Shape;40266;p30"/>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7" name="Google Shape;40267;p30"/>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8" name="Google Shape;40268;p30"/>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9" name="Google Shape;40269;p30"/>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0" name="Google Shape;40270;p30"/>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1" name="Google Shape;40271;p30"/>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2" name="Google Shape;40272;p30"/>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3" name="Google Shape;40273;p30"/>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4" name="Google Shape;40274;p30"/>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5" name="Google Shape;40275;p30"/>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6" name="Google Shape;40276;p30"/>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7" name="Google Shape;40277;p30"/>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8" name="Google Shape;40278;p30"/>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9" name="Google Shape;40279;p30"/>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0" name="Google Shape;40280;p30"/>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1" name="Google Shape;40281;p30"/>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2" name="Google Shape;40282;p30"/>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3" name="Google Shape;40283;p30"/>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4" name="Google Shape;40284;p30"/>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5" name="Google Shape;40285;p30"/>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6" name="Google Shape;40286;p30"/>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7" name="Google Shape;40287;p30"/>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8" name="Google Shape;40288;p30"/>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9" name="Google Shape;40289;p30"/>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0" name="Google Shape;40290;p30"/>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1" name="Google Shape;40291;p30"/>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2" name="Google Shape;40292;p30"/>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3" name="Google Shape;40293;p30"/>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4" name="Google Shape;40294;p30"/>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5" name="Google Shape;40295;p30"/>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6" name="Google Shape;40296;p30"/>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7" name="Google Shape;40297;p30"/>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8" name="Google Shape;40298;p30"/>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9" name="Google Shape;40299;p30"/>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0" name="Google Shape;40300;p30"/>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1" name="Google Shape;40301;p30"/>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2" name="Google Shape;40302;p30"/>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3" name="Google Shape;40303;p30"/>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4" name="Google Shape;40304;p30"/>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5" name="Google Shape;40305;p30"/>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6" name="Google Shape;40306;p30"/>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7" name="Google Shape;40307;p30"/>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8" name="Google Shape;40308;p30"/>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9" name="Google Shape;40309;p30"/>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10" name="Google Shape;40310;p30"/>
            <p:cNvGrpSpPr/>
            <p:nvPr/>
          </p:nvGrpSpPr>
          <p:grpSpPr>
            <a:xfrm>
              <a:off x="70735" y="2475138"/>
              <a:ext cx="9002530" cy="21952"/>
              <a:chOff x="79447" y="2480154"/>
              <a:chExt cx="9002530" cy="21952"/>
            </a:xfrm>
          </p:grpSpPr>
          <p:sp>
            <p:nvSpPr>
              <p:cNvPr id="40311" name="Google Shape;40311;p30"/>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2" name="Google Shape;40312;p30"/>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3" name="Google Shape;40313;p30"/>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4" name="Google Shape;40314;p30"/>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5" name="Google Shape;40315;p30"/>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6" name="Google Shape;40316;p30"/>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7" name="Google Shape;40317;p30"/>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8" name="Google Shape;40318;p30"/>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9" name="Google Shape;40319;p30"/>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0" name="Google Shape;40320;p30"/>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1" name="Google Shape;40321;p30"/>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2" name="Google Shape;40322;p30"/>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3" name="Google Shape;40323;p30"/>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4" name="Google Shape;40324;p30"/>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5" name="Google Shape;40325;p30"/>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6" name="Google Shape;40326;p30"/>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7" name="Google Shape;40327;p30"/>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8" name="Google Shape;40328;p30"/>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9" name="Google Shape;40329;p30"/>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0" name="Google Shape;40330;p30"/>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1" name="Google Shape;40331;p30"/>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2" name="Google Shape;40332;p30"/>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3" name="Google Shape;40333;p30"/>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4" name="Google Shape;40334;p30"/>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5" name="Google Shape;40335;p30"/>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6" name="Google Shape;40336;p30"/>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7" name="Google Shape;40337;p30"/>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8" name="Google Shape;40338;p30"/>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9" name="Google Shape;40339;p30"/>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0" name="Google Shape;40340;p30"/>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1" name="Google Shape;40341;p30"/>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2" name="Google Shape;40342;p30"/>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3" name="Google Shape;40343;p30"/>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4" name="Google Shape;40344;p30"/>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5" name="Google Shape;40345;p30"/>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6" name="Google Shape;40346;p30"/>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7" name="Google Shape;40347;p30"/>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8" name="Google Shape;40348;p30"/>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9" name="Google Shape;40349;p30"/>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0" name="Google Shape;40350;p30"/>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1" name="Google Shape;40351;p30"/>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2" name="Google Shape;40352;p30"/>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3" name="Google Shape;40353;p30"/>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4" name="Google Shape;40354;p30"/>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5" name="Google Shape;40355;p30"/>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6" name="Google Shape;40356;p30"/>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7" name="Google Shape;40357;p30"/>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8" name="Google Shape;40358;p30"/>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9" name="Google Shape;40359;p30"/>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0" name="Google Shape;40360;p30"/>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61" name="Google Shape;40361;p30"/>
            <p:cNvGrpSpPr/>
            <p:nvPr/>
          </p:nvGrpSpPr>
          <p:grpSpPr>
            <a:xfrm>
              <a:off x="70735" y="2646505"/>
              <a:ext cx="9002530" cy="21952"/>
              <a:chOff x="79447" y="2650753"/>
              <a:chExt cx="9002530" cy="21952"/>
            </a:xfrm>
          </p:grpSpPr>
          <p:sp>
            <p:nvSpPr>
              <p:cNvPr id="40362" name="Google Shape;40362;p30"/>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3" name="Google Shape;40363;p30"/>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4" name="Google Shape;40364;p30"/>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5" name="Google Shape;40365;p30"/>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6" name="Google Shape;40366;p30"/>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7" name="Google Shape;40367;p30"/>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8" name="Google Shape;40368;p30"/>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9" name="Google Shape;40369;p30"/>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0" name="Google Shape;40370;p30"/>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1" name="Google Shape;40371;p30"/>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2" name="Google Shape;40372;p30"/>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3" name="Google Shape;40373;p30"/>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4" name="Google Shape;40374;p30"/>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5" name="Google Shape;40375;p30"/>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6" name="Google Shape;40376;p30"/>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7" name="Google Shape;40377;p30"/>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8" name="Google Shape;40378;p30"/>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9" name="Google Shape;40379;p30"/>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0" name="Google Shape;40380;p30"/>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1" name="Google Shape;40381;p30"/>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2" name="Google Shape;40382;p30"/>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3" name="Google Shape;40383;p30"/>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4" name="Google Shape;40384;p30"/>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5" name="Google Shape;40385;p30"/>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6" name="Google Shape;40386;p30"/>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7" name="Google Shape;40387;p30"/>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8" name="Google Shape;40388;p30"/>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9" name="Google Shape;40389;p30"/>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0" name="Google Shape;40390;p30"/>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1" name="Google Shape;40391;p30"/>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2" name="Google Shape;40392;p30"/>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3" name="Google Shape;40393;p30"/>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4" name="Google Shape;40394;p30"/>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5" name="Google Shape;40395;p30"/>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6" name="Google Shape;40396;p30"/>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7" name="Google Shape;40397;p30"/>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8" name="Google Shape;40398;p30"/>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9" name="Google Shape;40399;p30"/>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0" name="Google Shape;40400;p30"/>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1" name="Google Shape;40401;p30"/>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2" name="Google Shape;40402;p30"/>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3" name="Google Shape;40403;p30"/>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4" name="Google Shape;40404;p30"/>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5" name="Google Shape;40405;p30"/>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6" name="Google Shape;40406;p30"/>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7" name="Google Shape;40407;p30"/>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8" name="Google Shape;40408;p30"/>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9" name="Google Shape;40409;p30"/>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0" name="Google Shape;40410;p30"/>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1" name="Google Shape;40411;p30"/>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12" name="Google Shape;40412;p30"/>
            <p:cNvGrpSpPr/>
            <p:nvPr/>
          </p:nvGrpSpPr>
          <p:grpSpPr>
            <a:xfrm>
              <a:off x="70735" y="2817872"/>
              <a:ext cx="9002530" cy="21952"/>
              <a:chOff x="79447" y="2821448"/>
              <a:chExt cx="9002530" cy="21952"/>
            </a:xfrm>
          </p:grpSpPr>
          <p:sp>
            <p:nvSpPr>
              <p:cNvPr id="40413" name="Google Shape;40413;p30"/>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4" name="Google Shape;40414;p30"/>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5" name="Google Shape;40415;p30"/>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6" name="Google Shape;40416;p30"/>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7" name="Google Shape;40417;p30"/>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8" name="Google Shape;40418;p30"/>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9" name="Google Shape;40419;p30"/>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0" name="Google Shape;40420;p30"/>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1" name="Google Shape;40421;p30"/>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2" name="Google Shape;40422;p30"/>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3" name="Google Shape;40423;p30"/>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4" name="Google Shape;40424;p30"/>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5" name="Google Shape;40425;p30"/>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6" name="Google Shape;40426;p30"/>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7" name="Google Shape;40427;p30"/>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8" name="Google Shape;40428;p30"/>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9" name="Google Shape;40429;p30"/>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0" name="Google Shape;40430;p30"/>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1" name="Google Shape;40431;p30"/>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2" name="Google Shape;40432;p30"/>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3" name="Google Shape;40433;p30"/>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4" name="Google Shape;40434;p30"/>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5" name="Google Shape;40435;p30"/>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6" name="Google Shape;40436;p30"/>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7" name="Google Shape;40437;p30"/>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8" name="Google Shape;40438;p30"/>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9" name="Google Shape;40439;p30"/>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0" name="Google Shape;40440;p30"/>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1" name="Google Shape;40441;p30"/>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2" name="Google Shape;40442;p30"/>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3" name="Google Shape;40443;p30"/>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4" name="Google Shape;40444;p30"/>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5" name="Google Shape;40445;p30"/>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6" name="Google Shape;40446;p30"/>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7" name="Google Shape;40447;p30"/>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8" name="Google Shape;40448;p30"/>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9" name="Google Shape;40449;p30"/>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0" name="Google Shape;40450;p30"/>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1" name="Google Shape;40451;p30"/>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2" name="Google Shape;40452;p30"/>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3" name="Google Shape;40453;p30"/>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4" name="Google Shape;40454;p30"/>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5" name="Google Shape;40455;p30"/>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6" name="Google Shape;40456;p30"/>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7" name="Google Shape;40457;p30"/>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8" name="Google Shape;40458;p30"/>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9" name="Google Shape;40459;p30"/>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0" name="Google Shape;40460;p30"/>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1" name="Google Shape;40461;p30"/>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2" name="Google Shape;40462;p30"/>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63" name="Google Shape;40463;p30"/>
            <p:cNvGrpSpPr/>
            <p:nvPr/>
          </p:nvGrpSpPr>
          <p:grpSpPr>
            <a:xfrm>
              <a:off x="70735" y="2989239"/>
              <a:ext cx="9002530" cy="22898"/>
              <a:chOff x="79447" y="2991102"/>
              <a:chExt cx="9002530" cy="22898"/>
            </a:xfrm>
          </p:grpSpPr>
          <p:sp>
            <p:nvSpPr>
              <p:cNvPr id="40464" name="Google Shape;40464;p30"/>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5" name="Google Shape;40465;p30"/>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6" name="Google Shape;40466;p30"/>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7" name="Google Shape;40467;p30"/>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8" name="Google Shape;40468;p30"/>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9" name="Google Shape;40469;p30"/>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0" name="Google Shape;40470;p30"/>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1" name="Google Shape;40471;p30"/>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2" name="Google Shape;40472;p30"/>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3" name="Google Shape;40473;p30"/>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4" name="Google Shape;40474;p30"/>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5" name="Google Shape;40475;p30"/>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6" name="Google Shape;40476;p30"/>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7" name="Google Shape;40477;p30"/>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8" name="Google Shape;40478;p30"/>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9" name="Google Shape;40479;p30"/>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0" name="Google Shape;40480;p30"/>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1" name="Google Shape;40481;p30"/>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2" name="Google Shape;40482;p30"/>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3" name="Google Shape;40483;p30"/>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4" name="Google Shape;40484;p30"/>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5" name="Google Shape;40485;p30"/>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6" name="Google Shape;40486;p30"/>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7" name="Google Shape;40487;p30"/>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8" name="Google Shape;40488;p30"/>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9" name="Google Shape;40489;p30"/>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0" name="Google Shape;40490;p30"/>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1" name="Google Shape;40491;p30"/>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2" name="Google Shape;40492;p30"/>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3" name="Google Shape;40493;p30"/>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4" name="Google Shape;40494;p30"/>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5" name="Google Shape;40495;p30"/>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6" name="Google Shape;40496;p30"/>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7" name="Google Shape;40497;p30"/>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8" name="Google Shape;40498;p30"/>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9" name="Google Shape;40499;p30"/>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0" name="Google Shape;40500;p30"/>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1" name="Google Shape;40501;p30"/>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2" name="Google Shape;40502;p30"/>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3" name="Google Shape;40503;p30"/>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4" name="Google Shape;40504;p30"/>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5" name="Google Shape;40505;p30"/>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6" name="Google Shape;40506;p30"/>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7" name="Google Shape;40507;p30"/>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8" name="Google Shape;40508;p30"/>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9" name="Google Shape;40509;p30"/>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0" name="Google Shape;40510;p30"/>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1" name="Google Shape;40511;p30"/>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2" name="Google Shape;40512;p30"/>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3" name="Google Shape;40513;p30"/>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14" name="Google Shape;40514;p30"/>
            <p:cNvGrpSpPr/>
            <p:nvPr/>
          </p:nvGrpSpPr>
          <p:grpSpPr>
            <a:xfrm>
              <a:off x="70735" y="3161552"/>
              <a:ext cx="9002530" cy="21952"/>
              <a:chOff x="79447" y="3161701"/>
              <a:chExt cx="9002530" cy="21952"/>
            </a:xfrm>
          </p:grpSpPr>
          <p:sp>
            <p:nvSpPr>
              <p:cNvPr id="40515" name="Google Shape;40515;p30"/>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6" name="Google Shape;40516;p30"/>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7" name="Google Shape;40517;p30"/>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8" name="Google Shape;40518;p30"/>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9" name="Google Shape;40519;p30"/>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0" name="Google Shape;40520;p30"/>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1" name="Google Shape;40521;p30"/>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2" name="Google Shape;40522;p30"/>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3" name="Google Shape;40523;p30"/>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4" name="Google Shape;40524;p30"/>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5" name="Google Shape;40525;p30"/>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6" name="Google Shape;40526;p30"/>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7" name="Google Shape;40527;p30"/>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8" name="Google Shape;40528;p30"/>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9" name="Google Shape;40529;p30"/>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0" name="Google Shape;40530;p30"/>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1" name="Google Shape;40531;p30"/>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2" name="Google Shape;40532;p30"/>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3" name="Google Shape;40533;p30"/>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4" name="Google Shape;40534;p30"/>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5" name="Google Shape;40535;p30"/>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6" name="Google Shape;40536;p30"/>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7" name="Google Shape;40537;p30"/>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8" name="Google Shape;40538;p30"/>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9" name="Google Shape;40539;p30"/>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0" name="Google Shape;40540;p30"/>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1" name="Google Shape;40541;p30"/>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2" name="Google Shape;40542;p30"/>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3" name="Google Shape;40543;p30"/>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4" name="Google Shape;40544;p30"/>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5" name="Google Shape;40545;p30"/>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6" name="Google Shape;40546;p30"/>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7" name="Google Shape;40547;p30"/>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8" name="Google Shape;40548;p30"/>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9" name="Google Shape;40549;p30"/>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0" name="Google Shape;40550;p30"/>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1" name="Google Shape;40551;p30"/>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2" name="Google Shape;40552;p30"/>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3" name="Google Shape;40553;p30"/>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4" name="Google Shape;40554;p30"/>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5" name="Google Shape;40555;p30"/>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6" name="Google Shape;40556;p30"/>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7" name="Google Shape;40557;p30"/>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8" name="Google Shape;40558;p30"/>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9" name="Google Shape;40559;p30"/>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0" name="Google Shape;40560;p30"/>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1" name="Google Shape;40561;p30"/>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2" name="Google Shape;40562;p30"/>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3" name="Google Shape;40563;p30"/>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4" name="Google Shape;40564;p30"/>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5" name="Google Shape;40565;p30"/>
            <p:cNvGrpSpPr/>
            <p:nvPr/>
          </p:nvGrpSpPr>
          <p:grpSpPr>
            <a:xfrm>
              <a:off x="70735" y="3332919"/>
              <a:ext cx="9002530" cy="21952"/>
              <a:chOff x="79447" y="3332396"/>
              <a:chExt cx="9002530" cy="21952"/>
            </a:xfrm>
          </p:grpSpPr>
          <p:sp>
            <p:nvSpPr>
              <p:cNvPr id="40566" name="Google Shape;40566;p30"/>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7" name="Google Shape;40567;p30"/>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8" name="Google Shape;40568;p30"/>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9" name="Google Shape;40569;p30"/>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0" name="Google Shape;40570;p30"/>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1" name="Google Shape;40571;p30"/>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2" name="Google Shape;40572;p30"/>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3" name="Google Shape;40573;p30"/>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4" name="Google Shape;40574;p30"/>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5" name="Google Shape;40575;p30"/>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6" name="Google Shape;40576;p30"/>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7" name="Google Shape;40577;p30"/>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8" name="Google Shape;40578;p30"/>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9" name="Google Shape;40579;p30"/>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0" name="Google Shape;40580;p30"/>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1" name="Google Shape;40581;p30"/>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2" name="Google Shape;40582;p30"/>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3" name="Google Shape;40583;p30"/>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4" name="Google Shape;40584;p30"/>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5" name="Google Shape;40585;p30"/>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6" name="Google Shape;40586;p30"/>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7" name="Google Shape;40587;p30"/>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8" name="Google Shape;40588;p30"/>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9" name="Google Shape;40589;p30"/>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0" name="Google Shape;40590;p30"/>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1" name="Google Shape;40591;p30"/>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2" name="Google Shape;40592;p30"/>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3" name="Google Shape;40593;p30"/>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4" name="Google Shape;40594;p30"/>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5" name="Google Shape;40595;p30"/>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6" name="Google Shape;40596;p30"/>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7" name="Google Shape;40597;p30"/>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8" name="Google Shape;40598;p30"/>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9" name="Google Shape;40599;p30"/>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0" name="Google Shape;40600;p30"/>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1" name="Google Shape;40601;p30"/>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2" name="Google Shape;40602;p30"/>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3" name="Google Shape;40603;p30"/>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4" name="Google Shape;40604;p30"/>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5" name="Google Shape;40605;p30"/>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6" name="Google Shape;40606;p30"/>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7" name="Google Shape;40607;p30"/>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8" name="Google Shape;40608;p30"/>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9" name="Google Shape;40609;p30"/>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0" name="Google Shape;40610;p30"/>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1" name="Google Shape;40611;p30"/>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2" name="Google Shape;40612;p30"/>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3" name="Google Shape;40613;p30"/>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4" name="Google Shape;40614;p30"/>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5" name="Google Shape;40615;p30"/>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16" name="Google Shape;40616;p30"/>
            <p:cNvGrpSpPr/>
            <p:nvPr/>
          </p:nvGrpSpPr>
          <p:grpSpPr>
            <a:xfrm>
              <a:off x="70735" y="3504286"/>
              <a:ext cx="9002530" cy="22993"/>
              <a:chOff x="79447" y="3501955"/>
              <a:chExt cx="9002530" cy="22993"/>
            </a:xfrm>
          </p:grpSpPr>
          <p:sp>
            <p:nvSpPr>
              <p:cNvPr id="40617" name="Google Shape;40617;p30"/>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8" name="Google Shape;40618;p30"/>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9" name="Google Shape;40619;p30"/>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0" name="Google Shape;40620;p30"/>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1" name="Google Shape;40621;p30"/>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2" name="Google Shape;40622;p30"/>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3" name="Google Shape;40623;p30"/>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4" name="Google Shape;40624;p30"/>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5" name="Google Shape;40625;p30"/>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6" name="Google Shape;40626;p30"/>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7" name="Google Shape;40627;p30"/>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8" name="Google Shape;40628;p30"/>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9" name="Google Shape;40629;p30"/>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0" name="Google Shape;40630;p30"/>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1" name="Google Shape;40631;p30"/>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2" name="Google Shape;40632;p30"/>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3" name="Google Shape;40633;p30"/>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4" name="Google Shape;40634;p30"/>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5" name="Google Shape;40635;p30"/>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6" name="Google Shape;40636;p30"/>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7" name="Google Shape;40637;p30"/>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8" name="Google Shape;40638;p30"/>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9" name="Google Shape;40639;p30"/>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0" name="Google Shape;40640;p30"/>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1" name="Google Shape;40641;p30"/>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2" name="Google Shape;40642;p30"/>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3" name="Google Shape;40643;p30"/>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4" name="Google Shape;40644;p30"/>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5" name="Google Shape;40645;p30"/>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6" name="Google Shape;40646;p30"/>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7" name="Google Shape;40647;p30"/>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8" name="Google Shape;40648;p30"/>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9" name="Google Shape;40649;p30"/>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0" name="Google Shape;40650;p30"/>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1" name="Google Shape;40651;p30"/>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2" name="Google Shape;40652;p30"/>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3" name="Google Shape;40653;p30"/>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4" name="Google Shape;40654;p30"/>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5" name="Google Shape;40655;p30"/>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6" name="Google Shape;40656;p30"/>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7" name="Google Shape;40657;p30"/>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8" name="Google Shape;40658;p30"/>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9" name="Google Shape;40659;p30"/>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0" name="Google Shape;40660;p30"/>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1" name="Google Shape;40661;p30"/>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2" name="Google Shape;40662;p30"/>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3" name="Google Shape;40663;p30"/>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4" name="Google Shape;40664;p30"/>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5" name="Google Shape;40665;p30"/>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6" name="Google Shape;40666;p30"/>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7" name="Google Shape;40667;p30"/>
            <p:cNvGrpSpPr/>
            <p:nvPr/>
          </p:nvGrpSpPr>
          <p:grpSpPr>
            <a:xfrm>
              <a:off x="70735" y="3676694"/>
              <a:ext cx="9002530" cy="21952"/>
              <a:chOff x="79447" y="3672649"/>
              <a:chExt cx="9002530" cy="21952"/>
            </a:xfrm>
          </p:grpSpPr>
          <p:sp>
            <p:nvSpPr>
              <p:cNvPr id="40668" name="Google Shape;40668;p30"/>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9" name="Google Shape;40669;p30"/>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0" name="Google Shape;40670;p30"/>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1" name="Google Shape;40671;p30"/>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2" name="Google Shape;40672;p30"/>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3" name="Google Shape;40673;p30"/>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4" name="Google Shape;40674;p30"/>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5" name="Google Shape;40675;p30"/>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6" name="Google Shape;40676;p30"/>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7" name="Google Shape;40677;p30"/>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8" name="Google Shape;40678;p30"/>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9" name="Google Shape;40679;p30"/>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0" name="Google Shape;40680;p30"/>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1" name="Google Shape;40681;p30"/>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2" name="Google Shape;40682;p30"/>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3" name="Google Shape;40683;p30"/>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4" name="Google Shape;40684;p30"/>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5" name="Google Shape;40685;p30"/>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6" name="Google Shape;40686;p30"/>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7" name="Google Shape;40687;p30"/>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8" name="Google Shape;40688;p30"/>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9" name="Google Shape;40689;p30"/>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0" name="Google Shape;40690;p30"/>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1" name="Google Shape;40691;p30"/>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2" name="Google Shape;40692;p30"/>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3" name="Google Shape;40693;p30"/>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4" name="Google Shape;40694;p30"/>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5" name="Google Shape;40695;p30"/>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6" name="Google Shape;40696;p30"/>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7" name="Google Shape;40697;p30"/>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8" name="Google Shape;40698;p30"/>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9" name="Google Shape;40699;p30"/>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0" name="Google Shape;40700;p30"/>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1" name="Google Shape;40701;p30"/>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2" name="Google Shape;40702;p30"/>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3" name="Google Shape;40703;p30"/>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4" name="Google Shape;40704;p30"/>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5" name="Google Shape;40705;p30"/>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6" name="Google Shape;40706;p30"/>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7" name="Google Shape;40707;p30"/>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8" name="Google Shape;40708;p30"/>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9" name="Google Shape;40709;p30"/>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0" name="Google Shape;40710;p30"/>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1" name="Google Shape;40711;p30"/>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2" name="Google Shape;40712;p30"/>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3" name="Google Shape;40713;p30"/>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4" name="Google Shape;40714;p30"/>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5" name="Google Shape;40715;p30"/>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6" name="Google Shape;40716;p30"/>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7" name="Google Shape;40717;p30"/>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18" name="Google Shape;40718;p30"/>
            <p:cNvGrpSpPr/>
            <p:nvPr/>
          </p:nvGrpSpPr>
          <p:grpSpPr>
            <a:xfrm>
              <a:off x="70735" y="3848061"/>
              <a:ext cx="9002530" cy="21952"/>
              <a:chOff x="79447" y="3843249"/>
              <a:chExt cx="9002530" cy="21952"/>
            </a:xfrm>
          </p:grpSpPr>
          <p:sp>
            <p:nvSpPr>
              <p:cNvPr id="40719" name="Google Shape;40719;p30"/>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0" name="Google Shape;40720;p30"/>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1" name="Google Shape;40721;p30"/>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2" name="Google Shape;40722;p30"/>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3" name="Google Shape;40723;p30"/>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4" name="Google Shape;40724;p30"/>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5" name="Google Shape;40725;p30"/>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6" name="Google Shape;40726;p30"/>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7" name="Google Shape;40727;p30"/>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8" name="Google Shape;40728;p30"/>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9" name="Google Shape;40729;p30"/>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0" name="Google Shape;40730;p30"/>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1" name="Google Shape;40731;p30"/>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2" name="Google Shape;40732;p30"/>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3" name="Google Shape;40733;p30"/>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4" name="Google Shape;40734;p30"/>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5" name="Google Shape;40735;p30"/>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6" name="Google Shape;40736;p30"/>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7" name="Google Shape;40737;p30"/>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8" name="Google Shape;40738;p30"/>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9" name="Google Shape;40739;p30"/>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0" name="Google Shape;40740;p30"/>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1" name="Google Shape;40741;p30"/>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2" name="Google Shape;40742;p30"/>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3" name="Google Shape;40743;p30"/>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4" name="Google Shape;40744;p30"/>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5" name="Google Shape;40745;p30"/>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6" name="Google Shape;40746;p30"/>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7" name="Google Shape;40747;p30"/>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8" name="Google Shape;40748;p30"/>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9" name="Google Shape;40749;p30"/>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0" name="Google Shape;40750;p30"/>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1" name="Google Shape;40751;p30"/>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2" name="Google Shape;40752;p30"/>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3" name="Google Shape;40753;p30"/>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4" name="Google Shape;40754;p30"/>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5" name="Google Shape;40755;p30"/>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6" name="Google Shape;40756;p30"/>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7" name="Google Shape;40757;p30"/>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8" name="Google Shape;40758;p30"/>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9" name="Google Shape;40759;p30"/>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0" name="Google Shape;40760;p30"/>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1" name="Google Shape;40761;p30"/>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2" name="Google Shape;40762;p30"/>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3" name="Google Shape;40763;p30"/>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4" name="Google Shape;40764;p30"/>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5" name="Google Shape;40765;p30"/>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6" name="Google Shape;40766;p30"/>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7" name="Google Shape;40767;p30"/>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8" name="Google Shape;40768;p30"/>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69" name="Google Shape;40769;p30"/>
            <p:cNvGrpSpPr/>
            <p:nvPr/>
          </p:nvGrpSpPr>
          <p:grpSpPr>
            <a:xfrm>
              <a:off x="70735" y="4019428"/>
              <a:ext cx="9002530" cy="22993"/>
              <a:chOff x="79447" y="4012903"/>
              <a:chExt cx="9002530" cy="22993"/>
            </a:xfrm>
          </p:grpSpPr>
          <p:sp>
            <p:nvSpPr>
              <p:cNvPr id="40770" name="Google Shape;40770;p30"/>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1" name="Google Shape;40771;p30"/>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2" name="Google Shape;40772;p30"/>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3" name="Google Shape;40773;p30"/>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4" name="Google Shape;40774;p30"/>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5" name="Google Shape;40775;p30"/>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6" name="Google Shape;40776;p30"/>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7" name="Google Shape;40777;p30"/>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8" name="Google Shape;40778;p30"/>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9" name="Google Shape;40779;p30"/>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0" name="Google Shape;40780;p30"/>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1" name="Google Shape;40781;p30"/>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2" name="Google Shape;40782;p30"/>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3" name="Google Shape;40783;p30"/>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4" name="Google Shape;40784;p30"/>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5" name="Google Shape;40785;p30"/>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6" name="Google Shape;40786;p30"/>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7" name="Google Shape;40787;p30"/>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8" name="Google Shape;40788;p30"/>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9" name="Google Shape;40789;p30"/>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0" name="Google Shape;40790;p30"/>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1" name="Google Shape;40791;p30"/>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2" name="Google Shape;40792;p30"/>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3" name="Google Shape;40793;p30"/>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4" name="Google Shape;40794;p30"/>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5" name="Google Shape;40795;p30"/>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6" name="Google Shape;40796;p30"/>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7" name="Google Shape;40797;p30"/>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8" name="Google Shape;40798;p30"/>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9" name="Google Shape;40799;p30"/>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0" name="Google Shape;40800;p30"/>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1" name="Google Shape;40801;p30"/>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2" name="Google Shape;40802;p30"/>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3" name="Google Shape;40803;p30"/>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4" name="Google Shape;40804;p30"/>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5" name="Google Shape;40805;p30"/>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6" name="Google Shape;40806;p30"/>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7" name="Google Shape;40807;p30"/>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8" name="Google Shape;40808;p30"/>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9" name="Google Shape;40809;p30"/>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0" name="Google Shape;40810;p30"/>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1" name="Google Shape;40811;p30"/>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2" name="Google Shape;40812;p30"/>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3" name="Google Shape;40813;p30"/>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4" name="Google Shape;40814;p30"/>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5" name="Google Shape;40815;p30"/>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6" name="Google Shape;40816;p30"/>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7" name="Google Shape;40817;p30"/>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8" name="Google Shape;40818;p30"/>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9" name="Google Shape;40819;p30"/>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20" name="Google Shape;40820;p30"/>
            <p:cNvGrpSpPr/>
            <p:nvPr/>
          </p:nvGrpSpPr>
          <p:grpSpPr>
            <a:xfrm>
              <a:off x="70735" y="4191836"/>
              <a:ext cx="9002530" cy="21952"/>
              <a:chOff x="79447" y="4182462"/>
              <a:chExt cx="9002530" cy="21952"/>
            </a:xfrm>
          </p:grpSpPr>
          <p:sp>
            <p:nvSpPr>
              <p:cNvPr id="40821" name="Google Shape;40821;p30"/>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2" name="Google Shape;40822;p30"/>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3" name="Google Shape;40823;p30"/>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4" name="Google Shape;40824;p30"/>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5" name="Google Shape;40825;p30"/>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6" name="Google Shape;40826;p30"/>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7" name="Google Shape;40827;p30"/>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8" name="Google Shape;40828;p30"/>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9" name="Google Shape;40829;p30"/>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0" name="Google Shape;40830;p30"/>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1" name="Google Shape;40831;p30"/>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2" name="Google Shape;40832;p30"/>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3" name="Google Shape;40833;p30"/>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4" name="Google Shape;40834;p30"/>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5" name="Google Shape;40835;p30"/>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6" name="Google Shape;40836;p30"/>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7" name="Google Shape;40837;p30"/>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8" name="Google Shape;40838;p30"/>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9" name="Google Shape;40839;p30"/>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0" name="Google Shape;40840;p30"/>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1" name="Google Shape;40841;p30"/>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2" name="Google Shape;40842;p30"/>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3" name="Google Shape;40843;p30"/>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4" name="Google Shape;40844;p30"/>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5" name="Google Shape;40845;p30"/>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6" name="Google Shape;40846;p30"/>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7" name="Google Shape;40847;p30"/>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8" name="Google Shape;40848;p30"/>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9" name="Google Shape;40849;p30"/>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0" name="Google Shape;40850;p30"/>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1" name="Google Shape;40851;p30"/>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2" name="Google Shape;40852;p30"/>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3" name="Google Shape;40853;p30"/>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4" name="Google Shape;40854;p30"/>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5" name="Google Shape;40855;p30"/>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6" name="Google Shape;40856;p30"/>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7" name="Google Shape;40857;p30"/>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8" name="Google Shape;40858;p30"/>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9" name="Google Shape;40859;p30"/>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0" name="Google Shape;40860;p30"/>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1" name="Google Shape;40861;p30"/>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2" name="Google Shape;40862;p30"/>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3" name="Google Shape;40863;p30"/>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4" name="Google Shape;40864;p30"/>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5" name="Google Shape;40865;p30"/>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6" name="Google Shape;40866;p30"/>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7" name="Google Shape;40867;p30"/>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8" name="Google Shape;40868;p30"/>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9" name="Google Shape;40869;p30"/>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0" name="Google Shape;40870;p30"/>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71" name="Google Shape;40871;p30"/>
            <p:cNvGrpSpPr/>
            <p:nvPr/>
          </p:nvGrpSpPr>
          <p:grpSpPr>
            <a:xfrm>
              <a:off x="70735" y="4363203"/>
              <a:ext cx="9002530" cy="21952"/>
              <a:chOff x="79447" y="4353157"/>
              <a:chExt cx="9002530" cy="21952"/>
            </a:xfrm>
          </p:grpSpPr>
          <p:sp>
            <p:nvSpPr>
              <p:cNvPr id="40872" name="Google Shape;40872;p30"/>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3" name="Google Shape;40873;p30"/>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4" name="Google Shape;40874;p30"/>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5" name="Google Shape;40875;p30"/>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6" name="Google Shape;40876;p30"/>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7" name="Google Shape;40877;p30"/>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8" name="Google Shape;40878;p30"/>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9" name="Google Shape;40879;p30"/>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0" name="Google Shape;40880;p30"/>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1" name="Google Shape;40881;p30"/>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2" name="Google Shape;40882;p30"/>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3" name="Google Shape;40883;p30"/>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4" name="Google Shape;40884;p30"/>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5" name="Google Shape;40885;p30"/>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6" name="Google Shape;40886;p30"/>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7" name="Google Shape;40887;p30"/>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8" name="Google Shape;40888;p30"/>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9" name="Google Shape;40889;p30"/>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0" name="Google Shape;40890;p30"/>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1" name="Google Shape;40891;p30"/>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2" name="Google Shape;40892;p30"/>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3" name="Google Shape;40893;p30"/>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4" name="Google Shape;40894;p30"/>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5" name="Google Shape;40895;p30"/>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6" name="Google Shape;40896;p30"/>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7" name="Google Shape;40897;p30"/>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8" name="Google Shape;40898;p30"/>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9" name="Google Shape;40899;p30"/>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0" name="Google Shape;40900;p30"/>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1" name="Google Shape;40901;p30"/>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2" name="Google Shape;40902;p30"/>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3" name="Google Shape;40903;p30"/>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4" name="Google Shape;40904;p30"/>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5" name="Google Shape;40905;p30"/>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6" name="Google Shape;40906;p30"/>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7" name="Google Shape;40907;p30"/>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8" name="Google Shape;40908;p30"/>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9" name="Google Shape;40909;p30"/>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0" name="Google Shape;40910;p30"/>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1" name="Google Shape;40911;p30"/>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2" name="Google Shape;40912;p30"/>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3" name="Google Shape;40913;p30"/>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4" name="Google Shape;40914;p30"/>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5" name="Google Shape;40915;p30"/>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6" name="Google Shape;40916;p30"/>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7" name="Google Shape;40917;p30"/>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8" name="Google Shape;40918;p30"/>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9" name="Google Shape;40919;p30"/>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0" name="Google Shape;40920;p30"/>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1" name="Google Shape;40921;p30"/>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2" name="Google Shape;40922;p30"/>
            <p:cNvGrpSpPr/>
            <p:nvPr/>
          </p:nvGrpSpPr>
          <p:grpSpPr>
            <a:xfrm>
              <a:off x="70735" y="4534570"/>
              <a:ext cx="9002530" cy="22993"/>
              <a:chOff x="79447" y="4522716"/>
              <a:chExt cx="9002530" cy="22993"/>
            </a:xfrm>
          </p:grpSpPr>
          <p:sp>
            <p:nvSpPr>
              <p:cNvPr id="40923" name="Google Shape;40923;p30"/>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4" name="Google Shape;40924;p30"/>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5" name="Google Shape;40925;p30"/>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6" name="Google Shape;40926;p30"/>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7" name="Google Shape;40927;p30"/>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8" name="Google Shape;40928;p30"/>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9" name="Google Shape;40929;p30"/>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0" name="Google Shape;40930;p30"/>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1" name="Google Shape;40931;p30"/>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2" name="Google Shape;40932;p30"/>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3" name="Google Shape;40933;p30"/>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4" name="Google Shape;40934;p30"/>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5" name="Google Shape;40935;p30"/>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6" name="Google Shape;40936;p30"/>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7" name="Google Shape;40937;p30"/>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8" name="Google Shape;40938;p30"/>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9" name="Google Shape;40939;p30"/>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0" name="Google Shape;40940;p30"/>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1" name="Google Shape;40941;p30"/>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2" name="Google Shape;40942;p30"/>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3" name="Google Shape;40943;p30"/>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4" name="Google Shape;40944;p30"/>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5" name="Google Shape;40945;p30"/>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6" name="Google Shape;40946;p30"/>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7" name="Google Shape;40947;p30"/>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8" name="Google Shape;40948;p30"/>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9" name="Google Shape;40949;p30"/>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0" name="Google Shape;40950;p30"/>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1" name="Google Shape;40951;p30"/>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2" name="Google Shape;40952;p30"/>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3" name="Google Shape;40953;p30"/>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4" name="Google Shape;40954;p30"/>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5" name="Google Shape;40955;p30"/>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6" name="Google Shape;40956;p30"/>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7" name="Google Shape;40957;p30"/>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8" name="Google Shape;40958;p30"/>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9" name="Google Shape;40959;p30"/>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0" name="Google Shape;40960;p30"/>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1" name="Google Shape;40961;p30"/>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2" name="Google Shape;40962;p30"/>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3" name="Google Shape;40963;p30"/>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4" name="Google Shape;40964;p30"/>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5" name="Google Shape;40965;p30"/>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6" name="Google Shape;40966;p30"/>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7" name="Google Shape;40967;p30"/>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8" name="Google Shape;40968;p30"/>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9" name="Google Shape;40969;p30"/>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0" name="Google Shape;40970;p30"/>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1" name="Google Shape;40971;p30"/>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2" name="Google Shape;40972;p30"/>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73" name="Google Shape;40973;p30"/>
            <p:cNvGrpSpPr/>
            <p:nvPr/>
          </p:nvGrpSpPr>
          <p:grpSpPr>
            <a:xfrm>
              <a:off x="70735" y="4706978"/>
              <a:ext cx="9002530" cy="21952"/>
              <a:chOff x="79447" y="4693410"/>
              <a:chExt cx="9002530" cy="21952"/>
            </a:xfrm>
          </p:grpSpPr>
          <p:sp>
            <p:nvSpPr>
              <p:cNvPr id="40974" name="Google Shape;40974;p30"/>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5" name="Google Shape;40975;p30"/>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6" name="Google Shape;40976;p30"/>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7" name="Google Shape;40977;p30"/>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8" name="Google Shape;40978;p30"/>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9" name="Google Shape;40979;p30"/>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0" name="Google Shape;40980;p30"/>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1" name="Google Shape;40981;p30"/>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2" name="Google Shape;40982;p30"/>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3" name="Google Shape;40983;p30"/>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4" name="Google Shape;40984;p30"/>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5" name="Google Shape;40985;p30"/>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6" name="Google Shape;40986;p30"/>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7" name="Google Shape;40987;p30"/>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8" name="Google Shape;40988;p30"/>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9" name="Google Shape;40989;p30"/>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0" name="Google Shape;40990;p30"/>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1" name="Google Shape;40991;p30"/>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2" name="Google Shape;40992;p30"/>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3" name="Google Shape;40993;p30"/>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4" name="Google Shape;40994;p30"/>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5" name="Google Shape;40995;p30"/>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6" name="Google Shape;40996;p30"/>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7" name="Google Shape;40997;p30"/>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8" name="Google Shape;40998;p30"/>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9" name="Google Shape;40999;p30"/>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0" name="Google Shape;41000;p30"/>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1" name="Google Shape;41001;p30"/>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2" name="Google Shape;41002;p30"/>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3" name="Google Shape;41003;p30"/>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4" name="Google Shape;41004;p30"/>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5" name="Google Shape;41005;p30"/>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6" name="Google Shape;41006;p30"/>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7" name="Google Shape;41007;p30"/>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8" name="Google Shape;41008;p30"/>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9" name="Google Shape;41009;p30"/>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0" name="Google Shape;41010;p30"/>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1" name="Google Shape;41011;p30"/>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2" name="Google Shape;41012;p30"/>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3" name="Google Shape;41013;p30"/>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4" name="Google Shape;41014;p30"/>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5" name="Google Shape;41015;p30"/>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6" name="Google Shape;41016;p30"/>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7" name="Google Shape;41017;p30"/>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8" name="Google Shape;41018;p30"/>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9" name="Google Shape;41019;p30"/>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0" name="Google Shape;41020;p30"/>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1" name="Google Shape;41021;p30"/>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2" name="Google Shape;41022;p30"/>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3" name="Google Shape;41023;p30"/>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4" name="Google Shape;41024;p30"/>
            <p:cNvGrpSpPr/>
            <p:nvPr/>
          </p:nvGrpSpPr>
          <p:grpSpPr>
            <a:xfrm>
              <a:off x="70735" y="4878345"/>
              <a:ext cx="9002530" cy="21952"/>
              <a:chOff x="79447" y="4864010"/>
              <a:chExt cx="9002530" cy="21952"/>
            </a:xfrm>
          </p:grpSpPr>
          <p:sp>
            <p:nvSpPr>
              <p:cNvPr id="41025" name="Google Shape;41025;p30"/>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6" name="Google Shape;41026;p30"/>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7" name="Google Shape;41027;p30"/>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8" name="Google Shape;41028;p30"/>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9" name="Google Shape;41029;p30"/>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0" name="Google Shape;41030;p30"/>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1" name="Google Shape;41031;p30"/>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2" name="Google Shape;41032;p30"/>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3" name="Google Shape;41033;p30"/>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4" name="Google Shape;41034;p30"/>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5" name="Google Shape;41035;p30"/>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6" name="Google Shape;41036;p30"/>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7" name="Google Shape;41037;p30"/>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8" name="Google Shape;41038;p30"/>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9" name="Google Shape;41039;p30"/>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0" name="Google Shape;41040;p30"/>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1" name="Google Shape;41041;p30"/>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2" name="Google Shape;41042;p30"/>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3" name="Google Shape;41043;p30"/>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4" name="Google Shape;41044;p30"/>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5" name="Google Shape;41045;p30"/>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6" name="Google Shape;41046;p30"/>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7" name="Google Shape;41047;p30"/>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8" name="Google Shape;41048;p30"/>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9" name="Google Shape;41049;p30"/>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0" name="Google Shape;41050;p30"/>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1" name="Google Shape;41051;p30"/>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2" name="Google Shape;41052;p30"/>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3" name="Google Shape;41053;p30"/>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4" name="Google Shape;41054;p30"/>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5" name="Google Shape;41055;p30"/>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6" name="Google Shape;41056;p30"/>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7" name="Google Shape;41057;p30"/>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8" name="Google Shape;41058;p30"/>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9" name="Google Shape;41059;p30"/>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0" name="Google Shape;41060;p30"/>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1" name="Google Shape;41061;p30"/>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2" name="Google Shape;41062;p30"/>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3" name="Google Shape;41063;p30"/>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4" name="Google Shape;41064;p30"/>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5" name="Google Shape;41065;p30"/>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6" name="Google Shape;41066;p30"/>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7" name="Google Shape;41067;p30"/>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8" name="Google Shape;41068;p30"/>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9" name="Google Shape;41069;p30"/>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0" name="Google Shape;41070;p30"/>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1" name="Google Shape;41071;p30"/>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2" name="Google Shape;41072;p30"/>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3" name="Google Shape;41073;p30"/>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4" name="Google Shape;41074;p30"/>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75" name="Google Shape;41075;p30"/>
            <p:cNvGrpSpPr/>
            <p:nvPr/>
          </p:nvGrpSpPr>
          <p:grpSpPr>
            <a:xfrm>
              <a:off x="70735" y="5049712"/>
              <a:ext cx="9002530" cy="22993"/>
              <a:chOff x="79447" y="5033664"/>
              <a:chExt cx="9002530" cy="22993"/>
            </a:xfrm>
          </p:grpSpPr>
          <p:sp>
            <p:nvSpPr>
              <p:cNvPr id="41076" name="Google Shape;41076;p30"/>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7" name="Google Shape;41077;p30"/>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8" name="Google Shape;41078;p30"/>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9" name="Google Shape;41079;p30"/>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0" name="Google Shape;41080;p30"/>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1" name="Google Shape;41081;p30"/>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2" name="Google Shape;41082;p30"/>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3" name="Google Shape;41083;p30"/>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4" name="Google Shape;41084;p30"/>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5" name="Google Shape;41085;p30"/>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6" name="Google Shape;41086;p30"/>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7" name="Google Shape;41087;p30"/>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8" name="Google Shape;41088;p30"/>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9" name="Google Shape;41089;p30"/>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0" name="Google Shape;41090;p30"/>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1" name="Google Shape;41091;p30"/>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2" name="Google Shape;41092;p30"/>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3" name="Google Shape;41093;p30"/>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4" name="Google Shape;41094;p30"/>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5" name="Google Shape;41095;p30"/>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6" name="Google Shape;41096;p30"/>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7" name="Google Shape;41097;p30"/>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8" name="Google Shape;41098;p30"/>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9" name="Google Shape;41099;p30"/>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0" name="Google Shape;41100;p30"/>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1" name="Google Shape;41101;p30"/>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2" name="Google Shape;41102;p30"/>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3" name="Google Shape;41103;p30"/>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4" name="Google Shape;41104;p30"/>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5" name="Google Shape;41105;p30"/>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6" name="Google Shape;41106;p30"/>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7" name="Google Shape;41107;p30"/>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8" name="Google Shape;41108;p30"/>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9" name="Google Shape;41109;p30"/>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0" name="Google Shape;41110;p30"/>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1" name="Google Shape;41111;p30"/>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2" name="Google Shape;41112;p30"/>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3" name="Google Shape;41113;p30"/>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4" name="Google Shape;41114;p30"/>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5" name="Google Shape;41115;p30"/>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6" name="Google Shape;41116;p30"/>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7" name="Google Shape;41117;p30"/>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8" name="Google Shape;41118;p30"/>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9" name="Google Shape;41119;p30"/>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0" name="Google Shape;41120;p30"/>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1" name="Google Shape;41121;p30"/>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2" name="Google Shape;41122;p30"/>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3" name="Google Shape;41123;p30"/>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4" name="Google Shape;41124;p30"/>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5" name="Google Shape;41125;p30"/>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126" name="Google Shape;41126;p30"/>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a:endParaRPr/>
          </a:p>
        </p:txBody>
      </p:sp>
      <p:sp>
        <p:nvSpPr>
          <p:cNvPr id="41127" name="Google Shape;41127;p30"/>
          <p:cNvSpPr txBox="1">
            <a:spLocks noGrp="1"/>
          </p:cNvSpPr>
          <p:nvPr>
            <p:ph type="subTitle" idx="1"/>
          </p:nvPr>
        </p:nvSpPr>
        <p:spPr>
          <a:xfrm>
            <a:off x="2044600" y="1941052"/>
            <a:ext cx="22296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1128" name="Google Shape;41128;p30"/>
          <p:cNvSpPr txBox="1">
            <a:spLocks noGrp="1"/>
          </p:cNvSpPr>
          <p:nvPr>
            <p:ph type="subTitle" idx="2"/>
          </p:nvPr>
        </p:nvSpPr>
        <p:spPr>
          <a:xfrm>
            <a:off x="2044600" y="1466250"/>
            <a:ext cx="22296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1129" name="Google Shape;41129;p30"/>
          <p:cNvSpPr txBox="1">
            <a:spLocks noGrp="1"/>
          </p:cNvSpPr>
          <p:nvPr>
            <p:ph type="subTitle" idx="3"/>
          </p:nvPr>
        </p:nvSpPr>
        <p:spPr>
          <a:xfrm>
            <a:off x="2044600" y="3550825"/>
            <a:ext cx="22296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1130" name="Google Shape;41130;p30"/>
          <p:cNvSpPr txBox="1">
            <a:spLocks noGrp="1"/>
          </p:cNvSpPr>
          <p:nvPr>
            <p:ph type="subTitle" idx="4"/>
          </p:nvPr>
        </p:nvSpPr>
        <p:spPr>
          <a:xfrm>
            <a:off x="2044600" y="3076024"/>
            <a:ext cx="22296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1131" name="Google Shape;41131;p30"/>
          <p:cNvSpPr txBox="1">
            <a:spLocks noGrp="1"/>
          </p:cNvSpPr>
          <p:nvPr>
            <p:ph type="subTitle" idx="5"/>
          </p:nvPr>
        </p:nvSpPr>
        <p:spPr>
          <a:xfrm>
            <a:off x="6112507" y="1941051"/>
            <a:ext cx="22296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1132" name="Google Shape;41132;p30"/>
          <p:cNvSpPr txBox="1">
            <a:spLocks noGrp="1"/>
          </p:cNvSpPr>
          <p:nvPr>
            <p:ph type="subTitle" idx="6"/>
          </p:nvPr>
        </p:nvSpPr>
        <p:spPr>
          <a:xfrm>
            <a:off x="6112507" y="1466250"/>
            <a:ext cx="22296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1133" name="Google Shape;41133;p30"/>
          <p:cNvSpPr txBox="1">
            <a:spLocks noGrp="1"/>
          </p:cNvSpPr>
          <p:nvPr>
            <p:ph type="subTitle" idx="7"/>
          </p:nvPr>
        </p:nvSpPr>
        <p:spPr>
          <a:xfrm>
            <a:off x="6112500" y="3550825"/>
            <a:ext cx="22296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1134" name="Google Shape;41134;p30"/>
          <p:cNvSpPr txBox="1">
            <a:spLocks noGrp="1"/>
          </p:cNvSpPr>
          <p:nvPr>
            <p:ph type="subTitle" idx="8"/>
          </p:nvPr>
        </p:nvSpPr>
        <p:spPr>
          <a:xfrm>
            <a:off x="6112500" y="3076024"/>
            <a:ext cx="22296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grpSp>
        <p:nvGrpSpPr>
          <p:cNvPr id="41135" name="Google Shape;41135;p30"/>
          <p:cNvGrpSpPr/>
          <p:nvPr/>
        </p:nvGrpSpPr>
        <p:grpSpPr>
          <a:xfrm rot="5400000">
            <a:off x="-1850773" y="5606402"/>
            <a:ext cx="4449590" cy="497051"/>
            <a:chOff x="2765878" y="4436723"/>
            <a:chExt cx="7690269" cy="1225772"/>
          </a:xfrm>
        </p:grpSpPr>
        <p:grpSp>
          <p:nvGrpSpPr>
            <p:cNvPr id="41136" name="Google Shape;41136;p30"/>
            <p:cNvGrpSpPr/>
            <p:nvPr/>
          </p:nvGrpSpPr>
          <p:grpSpPr>
            <a:xfrm flipH="1">
              <a:off x="2765878" y="4436723"/>
              <a:ext cx="7690269" cy="1225772"/>
              <a:chOff x="2763020" y="4436723"/>
              <a:chExt cx="7690269" cy="1225772"/>
            </a:xfrm>
          </p:grpSpPr>
          <p:sp>
            <p:nvSpPr>
              <p:cNvPr id="41137" name="Google Shape;41137;p30"/>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8" name="Google Shape;41138;p30"/>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9" name="Google Shape;41139;p30"/>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0" name="Google Shape;41140;p30"/>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41" name="Google Shape;41141;p30"/>
            <p:cNvGrpSpPr/>
            <p:nvPr/>
          </p:nvGrpSpPr>
          <p:grpSpPr>
            <a:xfrm flipH="1">
              <a:off x="2765878" y="4436723"/>
              <a:ext cx="7690269" cy="1225772"/>
              <a:chOff x="2763020" y="4436723"/>
              <a:chExt cx="7690269" cy="1225772"/>
            </a:xfrm>
          </p:grpSpPr>
          <p:sp>
            <p:nvSpPr>
              <p:cNvPr id="41142" name="Google Shape;41142;p30"/>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3" name="Google Shape;41143;p30"/>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4" name="Google Shape;41144;p30"/>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5" name="Google Shape;41145;p30"/>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46" name="Google Shape;41146;p30"/>
          <p:cNvGrpSpPr/>
          <p:nvPr/>
        </p:nvGrpSpPr>
        <p:grpSpPr>
          <a:xfrm flipH="1">
            <a:off x="-706847" y="-3088155"/>
            <a:ext cx="1329399" cy="5681843"/>
            <a:chOff x="1398790" y="-5746080"/>
            <a:chExt cx="1329399" cy="5681843"/>
          </a:xfrm>
        </p:grpSpPr>
        <p:sp>
          <p:nvSpPr>
            <p:cNvPr id="41147" name="Google Shape;41147;p30"/>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8" name="Google Shape;41148;p30"/>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9" name="Google Shape;41149;p30"/>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0" name="Google Shape;41150;p30"/>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1" name="Google Shape;41151;p30"/>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2" name="Google Shape;41152;p30"/>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3" name="Google Shape;41153;p30"/>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4" name="Google Shape;41154;p30"/>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5" name="Google Shape;41155;p30"/>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6" name="Google Shape;41156;p30"/>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7" name="Google Shape;41157;p30"/>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8" name="Google Shape;41158;p30"/>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9" name="Google Shape;41159;p30"/>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0" name="Google Shape;41160;p30"/>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1161" name="Google Shape;41161;p30"/>
          <p:cNvPicPr preferRelativeResize="0"/>
          <p:nvPr/>
        </p:nvPicPr>
        <p:blipFill rotWithShape="1">
          <a:blip r:embed="rId2">
            <a:alphaModFix/>
          </a:blip>
          <a:srcRect t="59049" r="82437" b="25132"/>
          <a:stretch/>
        </p:blipFill>
        <p:spPr>
          <a:xfrm rot="-1654061" flipH="1">
            <a:off x="8197320" y="447377"/>
            <a:ext cx="754361" cy="735916"/>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ive columns">
  <p:cSld name="CUSTOM_6_1">
    <p:spTree>
      <p:nvGrpSpPr>
        <p:cNvPr id="1" name="Shape 41162"/>
        <p:cNvGrpSpPr/>
        <p:nvPr/>
      </p:nvGrpSpPr>
      <p:grpSpPr>
        <a:xfrm>
          <a:off x="0" y="0"/>
          <a:ext cx="0" cy="0"/>
          <a:chOff x="0" y="0"/>
          <a:chExt cx="0" cy="0"/>
        </a:xfrm>
      </p:grpSpPr>
      <p:grpSp>
        <p:nvGrpSpPr>
          <p:cNvPr id="41163" name="Google Shape;41163;p31"/>
          <p:cNvGrpSpPr/>
          <p:nvPr/>
        </p:nvGrpSpPr>
        <p:grpSpPr>
          <a:xfrm>
            <a:off x="70735" y="70796"/>
            <a:ext cx="9002530" cy="5001909"/>
            <a:chOff x="70735" y="70796"/>
            <a:chExt cx="9002530" cy="5001909"/>
          </a:xfrm>
        </p:grpSpPr>
        <p:grpSp>
          <p:nvGrpSpPr>
            <p:cNvPr id="41164" name="Google Shape;41164;p31"/>
            <p:cNvGrpSpPr/>
            <p:nvPr/>
          </p:nvGrpSpPr>
          <p:grpSpPr>
            <a:xfrm>
              <a:off x="70735" y="70796"/>
              <a:ext cx="9002530" cy="22993"/>
              <a:chOff x="79447" y="96297"/>
              <a:chExt cx="9002530" cy="22993"/>
            </a:xfrm>
          </p:grpSpPr>
          <p:sp>
            <p:nvSpPr>
              <p:cNvPr id="41165" name="Google Shape;41165;p31"/>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6" name="Google Shape;41166;p31"/>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7" name="Google Shape;41167;p31"/>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8" name="Google Shape;41168;p31"/>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9" name="Google Shape;41169;p31"/>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0" name="Google Shape;41170;p31"/>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1" name="Google Shape;41171;p31"/>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2" name="Google Shape;41172;p31"/>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3" name="Google Shape;41173;p31"/>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4" name="Google Shape;41174;p31"/>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5" name="Google Shape;41175;p31"/>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6" name="Google Shape;41176;p31"/>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7" name="Google Shape;41177;p31"/>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8" name="Google Shape;41178;p31"/>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9" name="Google Shape;41179;p31"/>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0" name="Google Shape;41180;p31"/>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1" name="Google Shape;41181;p31"/>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2" name="Google Shape;41182;p31"/>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3" name="Google Shape;41183;p31"/>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4" name="Google Shape;41184;p31"/>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5" name="Google Shape;41185;p31"/>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6" name="Google Shape;41186;p31"/>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7" name="Google Shape;41187;p31"/>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8" name="Google Shape;41188;p31"/>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9" name="Google Shape;41189;p31"/>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0" name="Google Shape;41190;p31"/>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1" name="Google Shape;41191;p31"/>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2" name="Google Shape;41192;p31"/>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3" name="Google Shape;41193;p31"/>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4" name="Google Shape;41194;p31"/>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5" name="Google Shape;41195;p31"/>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6" name="Google Shape;41196;p31"/>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7" name="Google Shape;41197;p31"/>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8" name="Google Shape;41198;p31"/>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9" name="Google Shape;41199;p31"/>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0" name="Google Shape;41200;p31"/>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1" name="Google Shape;41201;p31"/>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2" name="Google Shape;41202;p31"/>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3" name="Google Shape;41203;p31"/>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4" name="Google Shape;41204;p31"/>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5" name="Google Shape;41205;p31"/>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6" name="Google Shape;41206;p31"/>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7" name="Google Shape;41207;p31"/>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8" name="Google Shape;41208;p31"/>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9" name="Google Shape;41209;p31"/>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0" name="Google Shape;41210;p31"/>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1" name="Google Shape;41211;p31"/>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2" name="Google Shape;41212;p31"/>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3" name="Google Shape;41213;p31"/>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4" name="Google Shape;41214;p31"/>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15" name="Google Shape;41215;p31"/>
            <p:cNvGrpSpPr/>
            <p:nvPr/>
          </p:nvGrpSpPr>
          <p:grpSpPr>
            <a:xfrm>
              <a:off x="70735" y="243203"/>
              <a:ext cx="9002530" cy="21952"/>
              <a:chOff x="79447" y="266897"/>
              <a:chExt cx="9002530" cy="21952"/>
            </a:xfrm>
          </p:grpSpPr>
          <p:sp>
            <p:nvSpPr>
              <p:cNvPr id="41216" name="Google Shape;41216;p31"/>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7" name="Google Shape;41217;p31"/>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8" name="Google Shape;41218;p31"/>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9" name="Google Shape;41219;p31"/>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0" name="Google Shape;41220;p31"/>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1" name="Google Shape;41221;p31"/>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2" name="Google Shape;41222;p31"/>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3" name="Google Shape;41223;p31"/>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4" name="Google Shape;41224;p31"/>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5" name="Google Shape;41225;p31"/>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6" name="Google Shape;41226;p31"/>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7" name="Google Shape;41227;p31"/>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8" name="Google Shape;41228;p31"/>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9" name="Google Shape;41229;p31"/>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0" name="Google Shape;41230;p31"/>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1" name="Google Shape;41231;p31"/>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2" name="Google Shape;41232;p31"/>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3" name="Google Shape;41233;p31"/>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4" name="Google Shape;41234;p31"/>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5" name="Google Shape;41235;p31"/>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6" name="Google Shape;41236;p31"/>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7" name="Google Shape;41237;p31"/>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8" name="Google Shape;41238;p31"/>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9" name="Google Shape;41239;p31"/>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0" name="Google Shape;41240;p31"/>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1" name="Google Shape;41241;p31"/>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2" name="Google Shape;41242;p31"/>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3" name="Google Shape;41243;p31"/>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4" name="Google Shape;41244;p31"/>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5" name="Google Shape;41245;p31"/>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6" name="Google Shape;41246;p31"/>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7" name="Google Shape;41247;p31"/>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8" name="Google Shape;41248;p31"/>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9" name="Google Shape;41249;p31"/>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0" name="Google Shape;41250;p31"/>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1" name="Google Shape;41251;p31"/>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2" name="Google Shape;41252;p31"/>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3" name="Google Shape;41253;p31"/>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4" name="Google Shape;41254;p31"/>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5" name="Google Shape;41255;p31"/>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6" name="Google Shape;41256;p31"/>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7" name="Google Shape;41257;p31"/>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8" name="Google Shape;41258;p31"/>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9" name="Google Shape;41259;p31"/>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0" name="Google Shape;41260;p31"/>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1" name="Google Shape;41261;p31"/>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2" name="Google Shape;41262;p31"/>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3" name="Google Shape;41263;p31"/>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4" name="Google Shape;41264;p31"/>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5" name="Google Shape;41265;p31"/>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6" name="Google Shape;41266;p31"/>
            <p:cNvGrpSpPr/>
            <p:nvPr/>
          </p:nvGrpSpPr>
          <p:grpSpPr>
            <a:xfrm>
              <a:off x="70735" y="414570"/>
              <a:ext cx="9002530" cy="21952"/>
              <a:chOff x="79447" y="437592"/>
              <a:chExt cx="9002530" cy="21952"/>
            </a:xfrm>
          </p:grpSpPr>
          <p:sp>
            <p:nvSpPr>
              <p:cNvPr id="41267" name="Google Shape;41267;p31"/>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8" name="Google Shape;41268;p31"/>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9" name="Google Shape;41269;p31"/>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0" name="Google Shape;41270;p31"/>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1" name="Google Shape;41271;p31"/>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2" name="Google Shape;41272;p31"/>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3" name="Google Shape;41273;p31"/>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4" name="Google Shape;41274;p31"/>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5" name="Google Shape;41275;p31"/>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6" name="Google Shape;41276;p31"/>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7" name="Google Shape;41277;p31"/>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8" name="Google Shape;41278;p31"/>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9" name="Google Shape;41279;p31"/>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0" name="Google Shape;41280;p31"/>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1" name="Google Shape;41281;p31"/>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2" name="Google Shape;41282;p31"/>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3" name="Google Shape;41283;p31"/>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4" name="Google Shape;41284;p31"/>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5" name="Google Shape;41285;p31"/>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6" name="Google Shape;41286;p31"/>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7" name="Google Shape;41287;p31"/>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8" name="Google Shape;41288;p31"/>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9" name="Google Shape;41289;p31"/>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0" name="Google Shape;41290;p31"/>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1" name="Google Shape;41291;p31"/>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2" name="Google Shape;41292;p31"/>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3" name="Google Shape;41293;p31"/>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4" name="Google Shape;41294;p31"/>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5" name="Google Shape;41295;p31"/>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6" name="Google Shape;41296;p31"/>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7" name="Google Shape;41297;p31"/>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8" name="Google Shape;41298;p31"/>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9" name="Google Shape;41299;p31"/>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0" name="Google Shape;41300;p31"/>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1" name="Google Shape;41301;p31"/>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2" name="Google Shape;41302;p31"/>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3" name="Google Shape;41303;p31"/>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4" name="Google Shape;41304;p31"/>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5" name="Google Shape;41305;p31"/>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6" name="Google Shape;41306;p31"/>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7" name="Google Shape;41307;p31"/>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8" name="Google Shape;41308;p31"/>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9" name="Google Shape;41309;p31"/>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0" name="Google Shape;41310;p31"/>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1" name="Google Shape;41311;p31"/>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2" name="Google Shape;41312;p31"/>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3" name="Google Shape;41313;p31"/>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4" name="Google Shape;41314;p31"/>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5" name="Google Shape;41315;p31"/>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6" name="Google Shape;41316;p31"/>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17" name="Google Shape;41317;p31"/>
            <p:cNvGrpSpPr/>
            <p:nvPr/>
          </p:nvGrpSpPr>
          <p:grpSpPr>
            <a:xfrm>
              <a:off x="70735" y="585937"/>
              <a:ext cx="9002530" cy="22993"/>
              <a:chOff x="79447" y="607151"/>
              <a:chExt cx="9002530" cy="22993"/>
            </a:xfrm>
          </p:grpSpPr>
          <p:sp>
            <p:nvSpPr>
              <p:cNvPr id="41318" name="Google Shape;41318;p31"/>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9" name="Google Shape;41319;p31"/>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0" name="Google Shape;41320;p31"/>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1" name="Google Shape;41321;p31"/>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2" name="Google Shape;41322;p31"/>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3" name="Google Shape;41323;p31"/>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4" name="Google Shape;41324;p31"/>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5" name="Google Shape;41325;p31"/>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6" name="Google Shape;41326;p31"/>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7" name="Google Shape;41327;p31"/>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8" name="Google Shape;41328;p31"/>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9" name="Google Shape;41329;p31"/>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0" name="Google Shape;41330;p31"/>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1" name="Google Shape;41331;p31"/>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2" name="Google Shape;41332;p31"/>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3" name="Google Shape;41333;p31"/>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4" name="Google Shape;41334;p31"/>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5" name="Google Shape;41335;p31"/>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6" name="Google Shape;41336;p31"/>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7" name="Google Shape;41337;p31"/>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8" name="Google Shape;41338;p31"/>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9" name="Google Shape;41339;p31"/>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0" name="Google Shape;41340;p31"/>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1" name="Google Shape;41341;p31"/>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2" name="Google Shape;41342;p31"/>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3" name="Google Shape;41343;p31"/>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4" name="Google Shape;41344;p31"/>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5" name="Google Shape;41345;p31"/>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6" name="Google Shape;41346;p31"/>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7" name="Google Shape;41347;p31"/>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8" name="Google Shape;41348;p31"/>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9" name="Google Shape;41349;p31"/>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0" name="Google Shape;41350;p31"/>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1" name="Google Shape;41351;p31"/>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2" name="Google Shape;41352;p31"/>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3" name="Google Shape;41353;p31"/>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4" name="Google Shape;41354;p31"/>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5" name="Google Shape;41355;p31"/>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6" name="Google Shape;41356;p31"/>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7" name="Google Shape;41357;p31"/>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8" name="Google Shape;41358;p31"/>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9" name="Google Shape;41359;p31"/>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0" name="Google Shape;41360;p31"/>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1" name="Google Shape;41361;p31"/>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2" name="Google Shape;41362;p31"/>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3" name="Google Shape;41363;p31"/>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4" name="Google Shape;41364;p31"/>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5" name="Google Shape;41365;p31"/>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6" name="Google Shape;41366;p31"/>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7" name="Google Shape;41367;p31"/>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68" name="Google Shape;41368;p31"/>
            <p:cNvGrpSpPr/>
            <p:nvPr/>
          </p:nvGrpSpPr>
          <p:grpSpPr>
            <a:xfrm>
              <a:off x="70735" y="758345"/>
              <a:ext cx="9002530" cy="21952"/>
              <a:chOff x="79447" y="777845"/>
              <a:chExt cx="9002530" cy="21952"/>
            </a:xfrm>
          </p:grpSpPr>
          <p:sp>
            <p:nvSpPr>
              <p:cNvPr id="41369" name="Google Shape;41369;p31"/>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0" name="Google Shape;41370;p31"/>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1" name="Google Shape;41371;p31"/>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2" name="Google Shape;41372;p31"/>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3" name="Google Shape;41373;p31"/>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4" name="Google Shape;41374;p31"/>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5" name="Google Shape;41375;p31"/>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6" name="Google Shape;41376;p31"/>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7" name="Google Shape;41377;p31"/>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8" name="Google Shape;41378;p31"/>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9" name="Google Shape;41379;p31"/>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0" name="Google Shape;41380;p31"/>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1" name="Google Shape;41381;p31"/>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2" name="Google Shape;41382;p31"/>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3" name="Google Shape;41383;p31"/>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4" name="Google Shape;41384;p31"/>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5" name="Google Shape;41385;p31"/>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6" name="Google Shape;41386;p31"/>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7" name="Google Shape;41387;p31"/>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8" name="Google Shape;41388;p31"/>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9" name="Google Shape;41389;p31"/>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0" name="Google Shape;41390;p31"/>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1" name="Google Shape;41391;p31"/>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2" name="Google Shape;41392;p31"/>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3" name="Google Shape;41393;p31"/>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4" name="Google Shape;41394;p31"/>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5" name="Google Shape;41395;p31"/>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6" name="Google Shape;41396;p31"/>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7" name="Google Shape;41397;p31"/>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8" name="Google Shape;41398;p31"/>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9" name="Google Shape;41399;p31"/>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0" name="Google Shape;41400;p31"/>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1" name="Google Shape;41401;p31"/>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2" name="Google Shape;41402;p31"/>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3" name="Google Shape;41403;p31"/>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4" name="Google Shape;41404;p31"/>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5" name="Google Shape;41405;p31"/>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6" name="Google Shape;41406;p31"/>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7" name="Google Shape;41407;p31"/>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8" name="Google Shape;41408;p31"/>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9" name="Google Shape;41409;p31"/>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0" name="Google Shape;41410;p31"/>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1" name="Google Shape;41411;p31"/>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2" name="Google Shape;41412;p31"/>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3" name="Google Shape;41413;p31"/>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4" name="Google Shape;41414;p31"/>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5" name="Google Shape;41415;p31"/>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6" name="Google Shape;41416;p31"/>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7" name="Google Shape;41417;p31"/>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8" name="Google Shape;41418;p31"/>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19" name="Google Shape;41419;p31"/>
            <p:cNvGrpSpPr/>
            <p:nvPr/>
          </p:nvGrpSpPr>
          <p:grpSpPr>
            <a:xfrm>
              <a:off x="70735" y="929712"/>
              <a:ext cx="9002530" cy="21952"/>
              <a:chOff x="79447" y="948445"/>
              <a:chExt cx="9002530" cy="21952"/>
            </a:xfrm>
          </p:grpSpPr>
          <p:sp>
            <p:nvSpPr>
              <p:cNvPr id="41420" name="Google Shape;41420;p31"/>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1" name="Google Shape;41421;p31"/>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2" name="Google Shape;41422;p31"/>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3" name="Google Shape;41423;p31"/>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4" name="Google Shape;41424;p31"/>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5" name="Google Shape;41425;p31"/>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6" name="Google Shape;41426;p31"/>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7" name="Google Shape;41427;p31"/>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8" name="Google Shape;41428;p31"/>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9" name="Google Shape;41429;p31"/>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0" name="Google Shape;41430;p31"/>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1" name="Google Shape;41431;p31"/>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2" name="Google Shape;41432;p31"/>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3" name="Google Shape;41433;p31"/>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4" name="Google Shape;41434;p31"/>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5" name="Google Shape;41435;p31"/>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6" name="Google Shape;41436;p31"/>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7" name="Google Shape;41437;p31"/>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8" name="Google Shape;41438;p31"/>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9" name="Google Shape;41439;p31"/>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0" name="Google Shape;41440;p31"/>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1" name="Google Shape;41441;p31"/>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2" name="Google Shape;41442;p31"/>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3" name="Google Shape;41443;p31"/>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4" name="Google Shape;41444;p31"/>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5" name="Google Shape;41445;p31"/>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6" name="Google Shape;41446;p31"/>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7" name="Google Shape;41447;p31"/>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8" name="Google Shape;41448;p31"/>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9" name="Google Shape;41449;p31"/>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0" name="Google Shape;41450;p31"/>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1" name="Google Shape;41451;p31"/>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2" name="Google Shape;41452;p31"/>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3" name="Google Shape;41453;p31"/>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4" name="Google Shape;41454;p31"/>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5" name="Google Shape;41455;p31"/>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6" name="Google Shape;41456;p31"/>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7" name="Google Shape;41457;p31"/>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8" name="Google Shape;41458;p31"/>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9" name="Google Shape;41459;p31"/>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0" name="Google Shape;41460;p31"/>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1" name="Google Shape;41461;p31"/>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2" name="Google Shape;41462;p31"/>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3" name="Google Shape;41463;p31"/>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4" name="Google Shape;41464;p31"/>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5" name="Google Shape;41465;p31"/>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6" name="Google Shape;41466;p31"/>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7" name="Google Shape;41467;p31"/>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8" name="Google Shape;41468;p31"/>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9" name="Google Shape;41469;p31"/>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70" name="Google Shape;41470;p31"/>
            <p:cNvGrpSpPr/>
            <p:nvPr/>
          </p:nvGrpSpPr>
          <p:grpSpPr>
            <a:xfrm>
              <a:off x="70735" y="1101079"/>
              <a:ext cx="9002530" cy="22993"/>
              <a:chOff x="79447" y="1118099"/>
              <a:chExt cx="9002530" cy="22993"/>
            </a:xfrm>
          </p:grpSpPr>
          <p:sp>
            <p:nvSpPr>
              <p:cNvPr id="41471" name="Google Shape;41471;p31"/>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2" name="Google Shape;41472;p31"/>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3" name="Google Shape;41473;p31"/>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4" name="Google Shape;41474;p31"/>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5" name="Google Shape;41475;p31"/>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6" name="Google Shape;41476;p31"/>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7" name="Google Shape;41477;p31"/>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8" name="Google Shape;41478;p31"/>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9" name="Google Shape;41479;p31"/>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0" name="Google Shape;41480;p31"/>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1" name="Google Shape;41481;p31"/>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2" name="Google Shape;41482;p31"/>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3" name="Google Shape;41483;p31"/>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4" name="Google Shape;41484;p31"/>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5" name="Google Shape;41485;p31"/>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6" name="Google Shape;41486;p31"/>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7" name="Google Shape;41487;p31"/>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8" name="Google Shape;41488;p31"/>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9" name="Google Shape;41489;p31"/>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0" name="Google Shape;41490;p31"/>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1" name="Google Shape;41491;p31"/>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2" name="Google Shape;41492;p31"/>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3" name="Google Shape;41493;p31"/>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4" name="Google Shape;41494;p31"/>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5" name="Google Shape;41495;p31"/>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6" name="Google Shape;41496;p31"/>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7" name="Google Shape;41497;p31"/>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8" name="Google Shape;41498;p31"/>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9" name="Google Shape;41499;p31"/>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0" name="Google Shape;41500;p31"/>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1" name="Google Shape;41501;p31"/>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2" name="Google Shape;41502;p31"/>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3" name="Google Shape;41503;p31"/>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4" name="Google Shape;41504;p31"/>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5" name="Google Shape;41505;p31"/>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6" name="Google Shape;41506;p31"/>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7" name="Google Shape;41507;p31"/>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8" name="Google Shape;41508;p31"/>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9" name="Google Shape;41509;p31"/>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0" name="Google Shape;41510;p31"/>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1" name="Google Shape;41511;p31"/>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2" name="Google Shape;41512;p31"/>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3" name="Google Shape;41513;p31"/>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4" name="Google Shape;41514;p31"/>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5" name="Google Shape;41515;p31"/>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6" name="Google Shape;41516;p31"/>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7" name="Google Shape;41517;p31"/>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8" name="Google Shape;41518;p31"/>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9" name="Google Shape;41519;p31"/>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0" name="Google Shape;41520;p31"/>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21" name="Google Shape;41521;p31"/>
            <p:cNvGrpSpPr/>
            <p:nvPr/>
          </p:nvGrpSpPr>
          <p:grpSpPr>
            <a:xfrm>
              <a:off x="70735" y="1273487"/>
              <a:ext cx="9002530" cy="21952"/>
              <a:chOff x="79447" y="1287658"/>
              <a:chExt cx="9002530" cy="21952"/>
            </a:xfrm>
          </p:grpSpPr>
          <p:sp>
            <p:nvSpPr>
              <p:cNvPr id="41522" name="Google Shape;41522;p31"/>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3" name="Google Shape;41523;p31"/>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4" name="Google Shape;41524;p31"/>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5" name="Google Shape;41525;p31"/>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6" name="Google Shape;41526;p31"/>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7" name="Google Shape;41527;p31"/>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8" name="Google Shape;41528;p31"/>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9" name="Google Shape;41529;p31"/>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0" name="Google Shape;41530;p31"/>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1" name="Google Shape;41531;p31"/>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2" name="Google Shape;41532;p31"/>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3" name="Google Shape;41533;p31"/>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4" name="Google Shape;41534;p31"/>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5" name="Google Shape;41535;p31"/>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6" name="Google Shape;41536;p31"/>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7" name="Google Shape;41537;p31"/>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8" name="Google Shape;41538;p31"/>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9" name="Google Shape;41539;p31"/>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0" name="Google Shape;41540;p31"/>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1" name="Google Shape;41541;p31"/>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2" name="Google Shape;41542;p31"/>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3" name="Google Shape;41543;p31"/>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4" name="Google Shape;41544;p31"/>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5" name="Google Shape;41545;p31"/>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6" name="Google Shape;41546;p31"/>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7" name="Google Shape;41547;p31"/>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8" name="Google Shape;41548;p31"/>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9" name="Google Shape;41549;p31"/>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0" name="Google Shape;41550;p31"/>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1" name="Google Shape;41551;p31"/>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2" name="Google Shape;41552;p31"/>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3" name="Google Shape;41553;p31"/>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4" name="Google Shape;41554;p31"/>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5" name="Google Shape;41555;p31"/>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6" name="Google Shape;41556;p31"/>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7" name="Google Shape;41557;p31"/>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8" name="Google Shape;41558;p31"/>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9" name="Google Shape;41559;p31"/>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0" name="Google Shape;41560;p31"/>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1" name="Google Shape;41561;p31"/>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2" name="Google Shape;41562;p31"/>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3" name="Google Shape;41563;p31"/>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4" name="Google Shape;41564;p31"/>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5" name="Google Shape;41565;p31"/>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6" name="Google Shape;41566;p31"/>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7" name="Google Shape;41567;p31"/>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8" name="Google Shape;41568;p31"/>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9" name="Google Shape;41569;p31"/>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0" name="Google Shape;41570;p31"/>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1" name="Google Shape;41571;p31"/>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2" name="Google Shape;41572;p31"/>
            <p:cNvGrpSpPr/>
            <p:nvPr/>
          </p:nvGrpSpPr>
          <p:grpSpPr>
            <a:xfrm>
              <a:off x="70735" y="1444854"/>
              <a:ext cx="9002530" cy="21952"/>
              <a:chOff x="79447" y="1458352"/>
              <a:chExt cx="9002530" cy="21952"/>
            </a:xfrm>
          </p:grpSpPr>
          <p:sp>
            <p:nvSpPr>
              <p:cNvPr id="41573" name="Google Shape;41573;p31"/>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4" name="Google Shape;41574;p31"/>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5" name="Google Shape;41575;p31"/>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6" name="Google Shape;41576;p31"/>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7" name="Google Shape;41577;p31"/>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8" name="Google Shape;41578;p31"/>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9" name="Google Shape;41579;p31"/>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0" name="Google Shape;41580;p31"/>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1" name="Google Shape;41581;p31"/>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2" name="Google Shape;41582;p31"/>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3" name="Google Shape;41583;p31"/>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4" name="Google Shape;41584;p31"/>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5" name="Google Shape;41585;p31"/>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6" name="Google Shape;41586;p31"/>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7" name="Google Shape;41587;p31"/>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8" name="Google Shape;41588;p31"/>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9" name="Google Shape;41589;p31"/>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0" name="Google Shape;41590;p31"/>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1" name="Google Shape;41591;p31"/>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2" name="Google Shape;41592;p31"/>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3" name="Google Shape;41593;p31"/>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4" name="Google Shape;41594;p31"/>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5" name="Google Shape;41595;p31"/>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6" name="Google Shape;41596;p31"/>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7" name="Google Shape;41597;p31"/>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8" name="Google Shape;41598;p31"/>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9" name="Google Shape;41599;p31"/>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0" name="Google Shape;41600;p31"/>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1" name="Google Shape;41601;p31"/>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2" name="Google Shape;41602;p31"/>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3" name="Google Shape;41603;p31"/>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4" name="Google Shape;41604;p31"/>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5" name="Google Shape;41605;p31"/>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6" name="Google Shape;41606;p31"/>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7" name="Google Shape;41607;p31"/>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8" name="Google Shape;41608;p31"/>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9" name="Google Shape;41609;p31"/>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0" name="Google Shape;41610;p31"/>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1" name="Google Shape;41611;p31"/>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2" name="Google Shape;41612;p31"/>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3" name="Google Shape;41613;p31"/>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4" name="Google Shape;41614;p31"/>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5" name="Google Shape;41615;p31"/>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6" name="Google Shape;41616;p31"/>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7" name="Google Shape;41617;p31"/>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8" name="Google Shape;41618;p31"/>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9" name="Google Shape;41619;p31"/>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0" name="Google Shape;41620;p31"/>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1" name="Google Shape;41621;p31"/>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2" name="Google Shape;41622;p31"/>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3" name="Google Shape;41623;p31"/>
            <p:cNvGrpSpPr/>
            <p:nvPr/>
          </p:nvGrpSpPr>
          <p:grpSpPr>
            <a:xfrm>
              <a:off x="70735" y="1616221"/>
              <a:ext cx="9002530" cy="22993"/>
              <a:chOff x="79447" y="1627911"/>
              <a:chExt cx="9002530" cy="22993"/>
            </a:xfrm>
          </p:grpSpPr>
          <p:sp>
            <p:nvSpPr>
              <p:cNvPr id="41624" name="Google Shape;41624;p31"/>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5" name="Google Shape;41625;p31"/>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6" name="Google Shape;41626;p31"/>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7" name="Google Shape;41627;p31"/>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8" name="Google Shape;41628;p31"/>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9" name="Google Shape;41629;p31"/>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0" name="Google Shape;41630;p31"/>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1" name="Google Shape;41631;p31"/>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2" name="Google Shape;41632;p31"/>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3" name="Google Shape;41633;p31"/>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4" name="Google Shape;41634;p31"/>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5" name="Google Shape;41635;p31"/>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6" name="Google Shape;41636;p31"/>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7" name="Google Shape;41637;p31"/>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8" name="Google Shape;41638;p31"/>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9" name="Google Shape;41639;p31"/>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0" name="Google Shape;41640;p31"/>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1" name="Google Shape;41641;p31"/>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2" name="Google Shape;41642;p31"/>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3" name="Google Shape;41643;p31"/>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4" name="Google Shape;41644;p31"/>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5" name="Google Shape;41645;p31"/>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6" name="Google Shape;41646;p31"/>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7" name="Google Shape;41647;p31"/>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8" name="Google Shape;41648;p31"/>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9" name="Google Shape;41649;p31"/>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0" name="Google Shape;41650;p31"/>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1" name="Google Shape;41651;p31"/>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2" name="Google Shape;41652;p31"/>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3" name="Google Shape;41653;p31"/>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4" name="Google Shape;41654;p31"/>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5" name="Google Shape;41655;p31"/>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6" name="Google Shape;41656;p31"/>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7" name="Google Shape;41657;p31"/>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8" name="Google Shape;41658;p31"/>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9" name="Google Shape;41659;p31"/>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0" name="Google Shape;41660;p31"/>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1" name="Google Shape;41661;p31"/>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2" name="Google Shape;41662;p31"/>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3" name="Google Shape;41663;p31"/>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4" name="Google Shape;41664;p31"/>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5" name="Google Shape;41665;p31"/>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6" name="Google Shape;41666;p31"/>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7" name="Google Shape;41667;p31"/>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8" name="Google Shape;41668;p31"/>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9" name="Google Shape;41669;p31"/>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0" name="Google Shape;41670;p31"/>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1" name="Google Shape;41671;p31"/>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2" name="Google Shape;41672;p31"/>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3" name="Google Shape;41673;p31"/>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74" name="Google Shape;41674;p31"/>
            <p:cNvGrpSpPr/>
            <p:nvPr/>
          </p:nvGrpSpPr>
          <p:grpSpPr>
            <a:xfrm>
              <a:off x="70735" y="1788629"/>
              <a:ext cx="9002530" cy="21952"/>
              <a:chOff x="79447" y="1798606"/>
              <a:chExt cx="9002530" cy="21952"/>
            </a:xfrm>
          </p:grpSpPr>
          <p:sp>
            <p:nvSpPr>
              <p:cNvPr id="41675" name="Google Shape;41675;p31"/>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6" name="Google Shape;41676;p31"/>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7" name="Google Shape;41677;p31"/>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8" name="Google Shape;41678;p31"/>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9" name="Google Shape;41679;p31"/>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0" name="Google Shape;41680;p31"/>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1" name="Google Shape;41681;p31"/>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2" name="Google Shape;41682;p31"/>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3" name="Google Shape;41683;p31"/>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4" name="Google Shape;41684;p31"/>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5" name="Google Shape;41685;p31"/>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6" name="Google Shape;41686;p31"/>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7" name="Google Shape;41687;p31"/>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8" name="Google Shape;41688;p31"/>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9" name="Google Shape;41689;p31"/>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0" name="Google Shape;41690;p31"/>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1" name="Google Shape;41691;p31"/>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2" name="Google Shape;41692;p31"/>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3" name="Google Shape;41693;p31"/>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4" name="Google Shape;41694;p31"/>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5" name="Google Shape;41695;p31"/>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6" name="Google Shape;41696;p31"/>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7" name="Google Shape;41697;p31"/>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8" name="Google Shape;41698;p31"/>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9" name="Google Shape;41699;p31"/>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0" name="Google Shape;41700;p31"/>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1" name="Google Shape;41701;p31"/>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2" name="Google Shape;41702;p31"/>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3" name="Google Shape;41703;p31"/>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4" name="Google Shape;41704;p31"/>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5" name="Google Shape;41705;p31"/>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6" name="Google Shape;41706;p31"/>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7" name="Google Shape;41707;p31"/>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8" name="Google Shape;41708;p31"/>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9" name="Google Shape;41709;p31"/>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0" name="Google Shape;41710;p31"/>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1" name="Google Shape;41711;p31"/>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2" name="Google Shape;41712;p31"/>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3" name="Google Shape;41713;p31"/>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4" name="Google Shape;41714;p31"/>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5" name="Google Shape;41715;p31"/>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6" name="Google Shape;41716;p31"/>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7" name="Google Shape;41717;p31"/>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8" name="Google Shape;41718;p31"/>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9" name="Google Shape;41719;p31"/>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0" name="Google Shape;41720;p31"/>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1" name="Google Shape;41721;p31"/>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2" name="Google Shape;41722;p31"/>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3" name="Google Shape;41723;p31"/>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4" name="Google Shape;41724;p31"/>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25" name="Google Shape;41725;p31"/>
            <p:cNvGrpSpPr/>
            <p:nvPr/>
          </p:nvGrpSpPr>
          <p:grpSpPr>
            <a:xfrm>
              <a:off x="70735" y="1959996"/>
              <a:ext cx="9002530" cy="21952"/>
              <a:chOff x="79447" y="1969206"/>
              <a:chExt cx="9002530" cy="21952"/>
            </a:xfrm>
          </p:grpSpPr>
          <p:sp>
            <p:nvSpPr>
              <p:cNvPr id="41726" name="Google Shape;41726;p31"/>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7" name="Google Shape;41727;p31"/>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8" name="Google Shape;41728;p31"/>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9" name="Google Shape;41729;p31"/>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0" name="Google Shape;41730;p31"/>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1" name="Google Shape;41731;p31"/>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2" name="Google Shape;41732;p31"/>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3" name="Google Shape;41733;p31"/>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4" name="Google Shape;41734;p31"/>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5" name="Google Shape;41735;p31"/>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6" name="Google Shape;41736;p31"/>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7" name="Google Shape;41737;p31"/>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8" name="Google Shape;41738;p31"/>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9" name="Google Shape;41739;p31"/>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0" name="Google Shape;41740;p31"/>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1" name="Google Shape;41741;p31"/>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2" name="Google Shape;41742;p31"/>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3" name="Google Shape;41743;p31"/>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4" name="Google Shape;41744;p31"/>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5" name="Google Shape;41745;p31"/>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6" name="Google Shape;41746;p31"/>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7" name="Google Shape;41747;p31"/>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8" name="Google Shape;41748;p31"/>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9" name="Google Shape;41749;p31"/>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0" name="Google Shape;41750;p31"/>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1" name="Google Shape;41751;p31"/>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2" name="Google Shape;41752;p31"/>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3" name="Google Shape;41753;p31"/>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4" name="Google Shape;41754;p31"/>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5" name="Google Shape;41755;p31"/>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6" name="Google Shape;41756;p31"/>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7" name="Google Shape;41757;p31"/>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8" name="Google Shape;41758;p31"/>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9" name="Google Shape;41759;p31"/>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0" name="Google Shape;41760;p31"/>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1" name="Google Shape;41761;p31"/>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2" name="Google Shape;41762;p31"/>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3" name="Google Shape;41763;p31"/>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4" name="Google Shape;41764;p31"/>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5" name="Google Shape;41765;p31"/>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6" name="Google Shape;41766;p31"/>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7" name="Google Shape;41767;p31"/>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8" name="Google Shape;41768;p31"/>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9" name="Google Shape;41769;p31"/>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0" name="Google Shape;41770;p31"/>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1" name="Google Shape;41771;p31"/>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2" name="Google Shape;41772;p31"/>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3" name="Google Shape;41773;p31"/>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4" name="Google Shape;41774;p31"/>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5" name="Google Shape;41775;p31"/>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76" name="Google Shape;41776;p31"/>
            <p:cNvGrpSpPr/>
            <p:nvPr/>
          </p:nvGrpSpPr>
          <p:grpSpPr>
            <a:xfrm>
              <a:off x="70735" y="2131363"/>
              <a:ext cx="9002530" cy="22993"/>
              <a:chOff x="79447" y="2138859"/>
              <a:chExt cx="9002530" cy="22993"/>
            </a:xfrm>
          </p:grpSpPr>
          <p:sp>
            <p:nvSpPr>
              <p:cNvPr id="41777" name="Google Shape;41777;p31"/>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8" name="Google Shape;41778;p31"/>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9" name="Google Shape;41779;p31"/>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0" name="Google Shape;41780;p31"/>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1" name="Google Shape;41781;p31"/>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2" name="Google Shape;41782;p31"/>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3" name="Google Shape;41783;p31"/>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4" name="Google Shape;41784;p31"/>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5" name="Google Shape;41785;p31"/>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6" name="Google Shape;41786;p31"/>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7" name="Google Shape;41787;p31"/>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8" name="Google Shape;41788;p31"/>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9" name="Google Shape;41789;p31"/>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0" name="Google Shape;41790;p31"/>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1" name="Google Shape;41791;p31"/>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2" name="Google Shape;41792;p31"/>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3" name="Google Shape;41793;p31"/>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4" name="Google Shape;41794;p31"/>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5" name="Google Shape;41795;p31"/>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6" name="Google Shape;41796;p31"/>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7" name="Google Shape;41797;p31"/>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8" name="Google Shape;41798;p31"/>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9" name="Google Shape;41799;p31"/>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0" name="Google Shape;41800;p31"/>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1" name="Google Shape;41801;p31"/>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2" name="Google Shape;41802;p31"/>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3" name="Google Shape;41803;p31"/>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4" name="Google Shape;41804;p31"/>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5" name="Google Shape;41805;p31"/>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6" name="Google Shape;41806;p31"/>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7" name="Google Shape;41807;p31"/>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8" name="Google Shape;41808;p31"/>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9" name="Google Shape;41809;p31"/>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0" name="Google Shape;41810;p31"/>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1" name="Google Shape;41811;p31"/>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2" name="Google Shape;41812;p31"/>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3" name="Google Shape;41813;p31"/>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4" name="Google Shape;41814;p31"/>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5" name="Google Shape;41815;p31"/>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6" name="Google Shape;41816;p31"/>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7" name="Google Shape;41817;p31"/>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8" name="Google Shape;41818;p31"/>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9" name="Google Shape;41819;p31"/>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0" name="Google Shape;41820;p31"/>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1" name="Google Shape;41821;p31"/>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2" name="Google Shape;41822;p31"/>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3" name="Google Shape;41823;p31"/>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4" name="Google Shape;41824;p31"/>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5" name="Google Shape;41825;p31"/>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6" name="Google Shape;41826;p31"/>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27" name="Google Shape;41827;p31"/>
            <p:cNvGrpSpPr/>
            <p:nvPr/>
          </p:nvGrpSpPr>
          <p:grpSpPr>
            <a:xfrm>
              <a:off x="70735" y="2303771"/>
              <a:ext cx="9002530" cy="21952"/>
              <a:chOff x="79447" y="2309459"/>
              <a:chExt cx="9002530" cy="21952"/>
            </a:xfrm>
          </p:grpSpPr>
          <p:sp>
            <p:nvSpPr>
              <p:cNvPr id="41828" name="Google Shape;41828;p31"/>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9" name="Google Shape;41829;p31"/>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0" name="Google Shape;41830;p31"/>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1" name="Google Shape;41831;p31"/>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2" name="Google Shape;41832;p31"/>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3" name="Google Shape;41833;p31"/>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4" name="Google Shape;41834;p31"/>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5" name="Google Shape;41835;p31"/>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6" name="Google Shape;41836;p31"/>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7" name="Google Shape;41837;p31"/>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8" name="Google Shape;41838;p31"/>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9" name="Google Shape;41839;p31"/>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0" name="Google Shape;41840;p31"/>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1" name="Google Shape;41841;p31"/>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2" name="Google Shape;41842;p31"/>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3" name="Google Shape;41843;p31"/>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4" name="Google Shape;41844;p31"/>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5" name="Google Shape;41845;p31"/>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6" name="Google Shape;41846;p31"/>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7" name="Google Shape;41847;p31"/>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8" name="Google Shape;41848;p31"/>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9" name="Google Shape;41849;p31"/>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0" name="Google Shape;41850;p31"/>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1" name="Google Shape;41851;p31"/>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2" name="Google Shape;41852;p31"/>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3" name="Google Shape;41853;p31"/>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4" name="Google Shape;41854;p31"/>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5" name="Google Shape;41855;p31"/>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6" name="Google Shape;41856;p31"/>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7" name="Google Shape;41857;p31"/>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8" name="Google Shape;41858;p31"/>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9" name="Google Shape;41859;p31"/>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0" name="Google Shape;41860;p31"/>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1" name="Google Shape;41861;p31"/>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2" name="Google Shape;41862;p31"/>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3" name="Google Shape;41863;p31"/>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4" name="Google Shape;41864;p31"/>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5" name="Google Shape;41865;p31"/>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6" name="Google Shape;41866;p31"/>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7" name="Google Shape;41867;p31"/>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8" name="Google Shape;41868;p31"/>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9" name="Google Shape;41869;p31"/>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0" name="Google Shape;41870;p31"/>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1" name="Google Shape;41871;p31"/>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2" name="Google Shape;41872;p31"/>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3" name="Google Shape;41873;p31"/>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4" name="Google Shape;41874;p31"/>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5" name="Google Shape;41875;p31"/>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6" name="Google Shape;41876;p31"/>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7" name="Google Shape;41877;p31"/>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78" name="Google Shape;41878;p31"/>
            <p:cNvGrpSpPr/>
            <p:nvPr/>
          </p:nvGrpSpPr>
          <p:grpSpPr>
            <a:xfrm>
              <a:off x="70735" y="2475138"/>
              <a:ext cx="9002530" cy="21952"/>
              <a:chOff x="79447" y="2480154"/>
              <a:chExt cx="9002530" cy="21952"/>
            </a:xfrm>
          </p:grpSpPr>
          <p:sp>
            <p:nvSpPr>
              <p:cNvPr id="41879" name="Google Shape;41879;p31"/>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0" name="Google Shape;41880;p31"/>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1" name="Google Shape;41881;p31"/>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2" name="Google Shape;41882;p31"/>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3" name="Google Shape;41883;p31"/>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4" name="Google Shape;41884;p31"/>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5" name="Google Shape;41885;p31"/>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6" name="Google Shape;41886;p31"/>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7" name="Google Shape;41887;p31"/>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8" name="Google Shape;41888;p31"/>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9" name="Google Shape;41889;p31"/>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0" name="Google Shape;41890;p31"/>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1" name="Google Shape;41891;p31"/>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2" name="Google Shape;41892;p31"/>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3" name="Google Shape;41893;p31"/>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4" name="Google Shape;41894;p31"/>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5" name="Google Shape;41895;p31"/>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6" name="Google Shape;41896;p31"/>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7" name="Google Shape;41897;p31"/>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8" name="Google Shape;41898;p31"/>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9" name="Google Shape;41899;p31"/>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0" name="Google Shape;41900;p31"/>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1" name="Google Shape;41901;p31"/>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2" name="Google Shape;41902;p31"/>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3" name="Google Shape;41903;p31"/>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4" name="Google Shape;41904;p31"/>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5" name="Google Shape;41905;p31"/>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6" name="Google Shape;41906;p31"/>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7" name="Google Shape;41907;p31"/>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8" name="Google Shape;41908;p31"/>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9" name="Google Shape;41909;p31"/>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0" name="Google Shape;41910;p31"/>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1" name="Google Shape;41911;p31"/>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2" name="Google Shape;41912;p31"/>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3" name="Google Shape;41913;p31"/>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4" name="Google Shape;41914;p31"/>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5" name="Google Shape;41915;p31"/>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6" name="Google Shape;41916;p31"/>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7" name="Google Shape;41917;p31"/>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8" name="Google Shape;41918;p31"/>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9" name="Google Shape;41919;p31"/>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0" name="Google Shape;41920;p31"/>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1" name="Google Shape;41921;p31"/>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2" name="Google Shape;41922;p31"/>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3" name="Google Shape;41923;p31"/>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4" name="Google Shape;41924;p31"/>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5" name="Google Shape;41925;p31"/>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6" name="Google Shape;41926;p31"/>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7" name="Google Shape;41927;p31"/>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8" name="Google Shape;41928;p31"/>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29" name="Google Shape;41929;p31"/>
            <p:cNvGrpSpPr/>
            <p:nvPr/>
          </p:nvGrpSpPr>
          <p:grpSpPr>
            <a:xfrm>
              <a:off x="70735" y="2646505"/>
              <a:ext cx="9002530" cy="21952"/>
              <a:chOff x="79447" y="2650753"/>
              <a:chExt cx="9002530" cy="21952"/>
            </a:xfrm>
          </p:grpSpPr>
          <p:sp>
            <p:nvSpPr>
              <p:cNvPr id="41930" name="Google Shape;41930;p31"/>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1" name="Google Shape;41931;p31"/>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2" name="Google Shape;41932;p31"/>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3" name="Google Shape;41933;p31"/>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4" name="Google Shape;41934;p31"/>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5" name="Google Shape;41935;p31"/>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6" name="Google Shape;41936;p31"/>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7" name="Google Shape;41937;p31"/>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8" name="Google Shape;41938;p31"/>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9" name="Google Shape;41939;p31"/>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0" name="Google Shape;41940;p31"/>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1" name="Google Shape;41941;p31"/>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2" name="Google Shape;41942;p31"/>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3" name="Google Shape;41943;p31"/>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4" name="Google Shape;41944;p31"/>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5" name="Google Shape;41945;p31"/>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6" name="Google Shape;41946;p31"/>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7" name="Google Shape;41947;p31"/>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8" name="Google Shape;41948;p31"/>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9" name="Google Shape;41949;p31"/>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0" name="Google Shape;41950;p31"/>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1" name="Google Shape;41951;p31"/>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2" name="Google Shape;41952;p31"/>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3" name="Google Shape;41953;p31"/>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4" name="Google Shape;41954;p31"/>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5" name="Google Shape;41955;p31"/>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6" name="Google Shape;41956;p31"/>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7" name="Google Shape;41957;p31"/>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8" name="Google Shape;41958;p31"/>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9" name="Google Shape;41959;p31"/>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0" name="Google Shape;41960;p31"/>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1" name="Google Shape;41961;p31"/>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2" name="Google Shape;41962;p31"/>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3" name="Google Shape;41963;p31"/>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4" name="Google Shape;41964;p31"/>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5" name="Google Shape;41965;p31"/>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6" name="Google Shape;41966;p31"/>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7" name="Google Shape;41967;p31"/>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8" name="Google Shape;41968;p31"/>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9" name="Google Shape;41969;p31"/>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0" name="Google Shape;41970;p31"/>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1" name="Google Shape;41971;p31"/>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2" name="Google Shape;41972;p31"/>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3" name="Google Shape;41973;p31"/>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4" name="Google Shape;41974;p31"/>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5" name="Google Shape;41975;p31"/>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6" name="Google Shape;41976;p31"/>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7" name="Google Shape;41977;p31"/>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8" name="Google Shape;41978;p31"/>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9" name="Google Shape;41979;p31"/>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80" name="Google Shape;41980;p31"/>
            <p:cNvGrpSpPr/>
            <p:nvPr/>
          </p:nvGrpSpPr>
          <p:grpSpPr>
            <a:xfrm>
              <a:off x="70735" y="2817872"/>
              <a:ext cx="9002530" cy="21952"/>
              <a:chOff x="79447" y="2821448"/>
              <a:chExt cx="9002530" cy="21952"/>
            </a:xfrm>
          </p:grpSpPr>
          <p:sp>
            <p:nvSpPr>
              <p:cNvPr id="41981" name="Google Shape;41981;p31"/>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2" name="Google Shape;41982;p31"/>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3" name="Google Shape;41983;p31"/>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4" name="Google Shape;41984;p31"/>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5" name="Google Shape;41985;p31"/>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6" name="Google Shape;41986;p31"/>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7" name="Google Shape;41987;p31"/>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8" name="Google Shape;41988;p31"/>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9" name="Google Shape;41989;p31"/>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0" name="Google Shape;41990;p31"/>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1" name="Google Shape;41991;p31"/>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2" name="Google Shape;41992;p31"/>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3" name="Google Shape;41993;p31"/>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4" name="Google Shape;41994;p31"/>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5" name="Google Shape;41995;p31"/>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6" name="Google Shape;41996;p31"/>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7" name="Google Shape;41997;p31"/>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8" name="Google Shape;41998;p31"/>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9" name="Google Shape;41999;p31"/>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0" name="Google Shape;42000;p31"/>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1" name="Google Shape;42001;p31"/>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2" name="Google Shape;42002;p31"/>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3" name="Google Shape;42003;p31"/>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4" name="Google Shape;42004;p31"/>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5" name="Google Shape;42005;p31"/>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6" name="Google Shape;42006;p31"/>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7" name="Google Shape;42007;p31"/>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8" name="Google Shape;42008;p31"/>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9" name="Google Shape;42009;p31"/>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0" name="Google Shape;42010;p31"/>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1" name="Google Shape;42011;p31"/>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2" name="Google Shape;42012;p31"/>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3" name="Google Shape;42013;p31"/>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4" name="Google Shape;42014;p31"/>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5" name="Google Shape;42015;p31"/>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6" name="Google Shape;42016;p31"/>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7" name="Google Shape;42017;p31"/>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8" name="Google Shape;42018;p31"/>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9" name="Google Shape;42019;p31"/>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0" name="Google Shape;42020;p31"/>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1" name="Google Shape;42021;p31"/>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2" name="Google Shape;42022;p31"/>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3" name="Google Shape;42023;p31"/>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4" name="Google Shape;42024;p31"/>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5" name="Google Shape;42025;p31"/>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6" name="Google Shape;42026;p31"/>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7" name="Google Shape;42027;p31"/>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8" name="Google Shape;42028;p31"/>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9" name="Google Shape;42029;p31"/>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0" name="Google Shape;42030;p31"/>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31" name="Google Shape;42031;p31"/>
            <p:cNvGrpSpPr/>
            <p:nvPr/>
          </p:nvGrpSpPr>
          <p:grpSpPr>
            <a:xfrm>
              <a:off x="70735" y="2989239"/>
              <a:ext cx="9002530" cy="22898"/>
              <a:chOff x="79447" y="2991102"/>
              <a:chExt cx="9002530" cy="22898"/>
            </a:xfrm>
          </p:grpSpPr>
          <p:sp>
            <p:nvSpPr>
              <p:cNvPr id="42032" name="Google Shape;42032;p31"/>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3" name="Google Shape;42033;p31"/>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4" name="Google Shape;42034;p31"/>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5" name="Google Shape;42035;p31"/>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6" name="Google Shape;42036;p31"/>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7" name="Google Shape;42037;p31"/>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8" name="Google Shape;42038;p31"/>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9" name="Google Shape;42039;p31"/>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0" name="Google Shape;42040;p31"/>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1" name="Google Shape;42041;p31"/>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2" name="Google Shape;42042;p31"/>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3" name="Google Shape;42043;p31"/>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4" name="Google Shape;42044;p31"/>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5" name="Google Shape;42045;p31"/>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6" name="Google Shape;42046;p31"/>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7" name="Google Shape;42047;p31"/>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8" name="Google Shape;42048;p31"/>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9" name="Google Shape;42049;p31"/>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0" name="Google Shape;42050;p31"/>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1" name="Google Shape;42051;p31"/>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2" name="Google Shape;42052;p31"/>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3" name="Google Shape;42053;p31"/>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4" name="Google Shape;42054;p31"/>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5" name="Google Shape;42055;p31"/>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6" name="Google Shape;42056;p31"/>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7" name="Google Shape;42057;p31"/>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8" name="Google Shape;42058;p31"/>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9" name="Google Shape;42059;p31"/>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0" name="Google Shape;42060;p31"/>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1" name="Google Shape;42061;p31"/>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2" name="Google Shape;42062;p31"/>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3" name="Google Shape;42063;p31"/>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4" name="Google Shape;42064;p31"/>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5" name="Google Shape;42065;p31"/>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6" name="Google Shape;42066;p31"/>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7" name="Google Shape;42067;p31"/>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8" name="Google Shape;42068;p31"/>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9" name="Google Shape;42069;p31"/>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0" name="Google Shape;42070;p31"/>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1" name="Google Shape;42071;p31"/>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2" name="Google Shape;42072;p31"/>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3" name="Google Shape;42073;p31"/>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4" name="Google Shape;42074;p31"/>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5" name="Google Shape;42075;p31"/>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6" name="Google Shape;42076;p31"/>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7" name="Google Shape;42077;p31"/>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8" name="Google Shape;42078;p31"/>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9" name="Google Shape;42079;p31"/>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0" name="Google Shape;42080;p31"/>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1" name="Google Shape;42081;p31"/>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82" name="Google Shape;42082;p31"/>
            <p:cNvGrpSpPr/>
            <p:nvPr/>
          </p:nvGrpSpPr>
          <p:grpSpPr>
            <a:xfrm>
              <a:off x="70735" y="3161552"/>
              <a:ext cx="9002530" cy="21952"/>
              <a:chOff x="79447" y="3161701"/>
              <a:chExt cx="9002530" cy="21952"/>
            </a:xfrm>
          </p:grpSpPr>
          <p:sp>
            <p:nvSpPr>
              <p:cNvPr id="42083" name="Google Shape;42083;p31"/>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4" name="Google Shape;42084;p31"/>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5" name="Google Shape;42085;p31"/>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6" name="Google Shape;42086;p31"/>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7" name="Google Shape;42087;p31"/>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8" name="Google Shape;42088;p31"/>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9" name="Google Shape;42089;p31"/>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0" name="Google Shape;42090;p31"/>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1" name="Google Shape;42091;p31"/>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2" name="Google Shape;42092;p31"/>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3" name="Google Shape;42093;p31"/>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4" name="Google Shape;42094;p31"/>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5" name="Google Shape;42095;p31"/>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6" name="Google Shape;42096;p31"/>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7" name="Google Shape;42097;p31"/>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8" name="Google Shape;42098;p31"/>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9" name="Google Shape;42099;p31"/>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0" name="Google Shape;42100;p31"/>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1" name="Google Shape;42101;p31"/>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2" name="Google Shape;42102;p31"/>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3" name="Google Shape;42103;p31"/>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4" name="Google Shape;42104;p31"/>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5" name="Google Shape;42105;p31"/>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6" name="Google Shape;42106;p31"/>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7" name="Google Shape;42107;p31"/>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8" name="Google Shape;42108;p31"/>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9" name="Google Shape;42109;p31"/>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0" name="Google Shape;42110;p31"/>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1" name="Google Shape;42111;p31"/>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2" name="Google Shape;42112;p31"/>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3" name="Google Shape;42113;p31"/>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4" name="Google Shape;42114;p31"/>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5" name="Google Shape;42115;p31"/>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6" name="Google Shape;42116;p31"/>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7" name="Google Shape;42117;p31"/>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8" name="Google Shape;42118;p31"/>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9" name="Google Shape;42119;p31"/>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0" name="Google Shape;42120;p31"/>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1" name="Google Shape;42121;p31"/>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2" name="Google Shape;42122;p31"/>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3" name="Google Shape;42123;p31"/>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4" name="Google Shape;42124;p31"/>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5" name="Google Shape;42125;p31"/>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6" name="Google Shape;42126;p31"/>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7" name="Google Shape;42127;p31"/>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8" name="Google Shape;42128;p31"/>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9" name="Google Shape;42129;p31"/>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0" name="Google Shape;42130;p31"/>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1" name="Google Shape;42131;p31"/>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2" name="Google Shape;42132;p31"/>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33" name="Google Shape;42133;p31"/>
            <p:cNvGrpSpPr/>
            <p:nvPr/>
          </p:nvGrpSpPr>
          <p:grpSpPr>
            <a:xfrm>
              <a:off x="70735" y="3332919"/>
              <a:ext cx="9002530" cy="21952"/>
              <a:chOff x="79447" y="3332396"/>
              <a:chExt cx="9002530" cy="21952"/>
            </a:xfrm>
          </p:grpSpPr>
          <p:sp>
            <p:nvSpPr>
              <p:cNvPr id="42134" name="Google Shape;42134;p31"/>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5" name="Google Shape;42135;p31"/>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6" name="Google Shape;42136;p31"/>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7" name="Google Shape;42137;p31"/>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8" name="Google Shape;42138;p31"/>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9" name="Google Shape;42139;p31"/>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0" name="Google Shape;42140;p31"/>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1" name="Google Shape;42141;p31"/>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2" name="Google Shape;42142;p31"/>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3" name="Google Shape;42143;p31"/>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4" name="Google Shape;42144;p31"/>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5" name="Google Shape;42145;p31"/>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6" name="Google Shape;42146;p31"/>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7" name="Google Shape;42147;p31"/>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8" name="Google Shape;42148;p31"/>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9" name="Google Shape;42149;p31"/>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0" name="Google Shape;42150;p31"/>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1" name="Google Shape;42151;p31"/>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2" name="Google Shape;42152;p31"/>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3" name="Google Shape;42153;p31"/>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4" name="Google Shape;42154;p31"/>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5" name="Google Shape;42155;p31"/>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6" name="Google Shape;42156;p31"/>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7" name="Google Shape;42157;p31"/>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8" name="Google Shape;42158;p31"/>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9" name="Google Shape;42159;p31"/>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0" name="Google Shape;42160;p31"/>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1" name="Google Shape;42161;p31"/>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2" name="Google Shape;42162;p31"/>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3" name="Google Shape;42163;p31"/>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4" name="Google Shape;42164;p31"/>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5" name="Google Shape;42165;p31"/>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6" name="Google Shape;42166;p31"/>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7" name="Google Shape;42167;p31"/>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8" name="Google Shape;42168;p31"/>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9" name="Google Shape;42169;p31"/>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0" name="Google Shape;42170;p31"/>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1" name="Google Shape;42171;p31"/>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2" name="Google Shape;42172;p31"/>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3" name="Google Shape;42173;p31"/>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4" name="Google Shape;42174;p31"/>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5" name="Google Shape;42175;p31"/>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6" name="Google Shape;42176;p31"/>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7" name="Google Shape;42177;p31"/>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8" name="Google Shape;42178;p31"/>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9" name="Google Shape;42179;p31"/>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0" name="Google Shape;42180;p31"/>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1" name="Google Shape;42181;p31"/>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2" name="Google Shape;42182;p31"/>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3" name="Google Shape;42183;p31"/>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4" name="Google Shape;42184;p31"/>
            <p:cNvGrpSpPr/>
            <p:nvPr/>
          </p:nvGrpSpPr>
          <p:grpSpPr>
            <a:xfrm>
              <a:off x="70735" y="3504286"/>
              <a:ext cx="9002530" cy="22993"/>
              <a:chOff x="79447" y="3501955"/>
              <a:chExt cx="9002530" cy="22993"/>
            </a:xfrm>
          </p:grpSpPr>
          <p:sp>
            <p:nvSpPr>
              <p:cNvPr id="42185" name="Google Shape;42185;p31"/>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6" name="Google Shape;42186;p31"/>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7" name="Google Shape;42187;p31"/>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8" name="Google Shape;42188;p31"/>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9" name="Google Shape;42189;p31"/>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0" name="Google Shape;42190;p31"/>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1" name="Google Shape;42191;p31"/>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2" name="Google Shape;42192;p31"/>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3" name="Google Shape;42193;p31"/>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4" name="Google Shape;42194;p31"/>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5" name="Google Shape;42195;p31"/>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6" name="Google Shape;42196;p31"/>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7" name="Google Shape;42197;p31"/>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8" name="Google Shape;42198;p31"/>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9" name="Google Shape;42199;p31"/>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0" name="Google Shape;42200;p31"/>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1" name="Google Shape;42201;p31"/>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2" name="Google Shape;42202;p31"/>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3" name="Google Shape;42203;p31"/>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4" name="Google Shape;42204;p31"/>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5" name="Google Shape;42205;p31"/>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6" name="Google Shape;42206;p31"/>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7" name="Google Shape;42207;p31"/>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8" name="Google Shape;42208;p31"/>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9" name="Google Shape;42209;p31"/>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0" name="Google Shape;42210;p31"/>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1" name="Google Shape;42211;p31"/>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2" name="Google Shape;42212;p31"/>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3" name="Google Shape;42213;p31"/>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4" name="Google Shape;42214;p31"/>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5" name="Google Shape;42215;p31"/>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6" name="Google Shape;42216;p31"/>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7" name="Google Shape;42217;p31"/>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8" name="Google Shape;42218;p31"/>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9" name="Google Shape;42219;p31"/>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0" name="Google Shape;42220;p31"/>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1" name="Google Shape;42221;p31"/>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2" name="Google Shape;42222;p31"/>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3" name="Google Shape;42223;p31"/>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4" name="Google Shape;42224;p31"/>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5" name="Google Shape;42225;p31"/>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6" name="Google Shape;42226;p31"/>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7" name="Google Shape;42227;p31"/>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8" name="Google Shape;42228;p31"/>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9" name="Google Shape;42229;p31"/>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0" name="Google Shape;42230;p31"/>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1" name="Google Shape;42231;p31"/>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2" name="Google Shape;42232;p31"/>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3" name="Google Shape;42233;p31"/>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4" name="Google Shape;42234;p31"/>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35" name="Google Shape;42235;p31"/>
            <p:cNvGrpSpPr/>
            <p:nvPr/>
          </p:nvGrpSpPr>
          <p:grpSpPr>
            <a:xfrm>
              <a:off x="70735" y="3676694"/>
              <a:ext cx="9002530" cy="21952"/>
              <a:chOff x="79447" y="3672649"/>
              <a:chExt cx="9002530" cy="21952"/>
            </a:xfrm>
          </p:grpSpPr>
          <p:sp>
            <p:nvSpPr>
              <p:cNvPr id="42236" name="Google Shape;42236;p31"/>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7" name="Google Shape;42237;p31"/>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8" name="Google Shape;42238;p31"/>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9" name="Google Shape;42239;p31"/>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0" name="Google Shape;42240;p31"/>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1" name="Google Shape;42241;p31"/>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2" name="Google Shape;42242;p31"/>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3" name="Google Shape;42243;p31"/>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4" name="Google Shape;42244;p31"/>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5" name="Google Shape;42245;p31"/>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6" name="Google Shape;42246;p31"/>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7" name="Google Shape;42247;p31"/>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8" name="Google Shape;42248;p31"/>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9" name="Google Shape;42249;p31"/>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0" name="Google Shape;42250;p31"/>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1" name="Google Shape;42251;p31"/>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2" name="Google Shape;42252;p31"/>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3" name="Google Shape;42253;p31"/>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4" name="Google Shape;42254;p31"/>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5" name="Google Shape;42255;p31"/>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6" name="Google Shape;42256;p31"/>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7" name="Google Shape;42257;p31"/>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8" name="Google Shape;42258;p31"/>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9" name="Google Shape;42259;p31"/>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0" name="Google Shape;42260;p31"/>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1" name="Google Shape;42261;p31"/>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2" name="Google Shape;42262;p31"/>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3" name="Google Shape;42263;p31"/>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4" name="Google Shape;42264;p31"/>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5" name="Google Shape;42265;p31"/>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6" name="Google Shape;42266;p31"/>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7" name="Google Shape;42267;p31"/>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8" name="Google Shape;42268;p31"/>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9" name="Google Shape;42269;p31"/>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0" name="Google Shape;42270;p31"/>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1" name="Google Shape;42271;p31"/>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2" name="Google Shape;42272;p31"/>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3" name="Google Shape;42273;p31"/>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4" name="Google Shape;42274;p31"/>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5" name="Google Shape;42275;p31"/>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6" name="Google Shape;42276;p31"/>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7" name="Google Shape;42277;p31"/>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8" name="Google Shape;42278;p31"/>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9" name="Google Shape;42279;p31"/>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0" name="Google Shape;42280;p31"/>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1" name="Google Shape;42281;p31"/>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2" name="Google Shape;42282;p31"/>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3" name="Google Shape;42283;p31"/>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4" name="Google Shape;42284;p31"/>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5" name="Google Shape;42285;p31"/>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86" name="Google Shape;42286;p31"/>
            <p:cNvGrpSpPr/>
            <p:nvPr/>
          </p:nvGrpSpPr>
          <p:grpSpPr>
            <a:xfrm>
              <a:off x="70735" y="3848061"/>
              <a:ext cx="9002530" cy="21952"/>
              <a:chOff x="79447" y="3843249"/>
              <a:chExt cx="9002530" cy="21952"/>
            </a:xfrm>
          </p:grpSpPr>
          <p:sp>
            <p:nvSpPr>
              <p:cNvPr id="42287" name="Google Shape;42287;p31"/>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8" name="Google Shape;42288;p31"/>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9" name="Google Shape;42289;p31"/>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0" name="Google Shape;42290;p31"/>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1" name="Google Shape;42291;p31"/>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2" name="Google Shape;42292;p31"/>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3" name="Google Shape;42293;p31"/>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4" name="Google Shape;42294;p31"/>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5" name="Google Shape;42295;p31"/>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6" name="Google Shape;42296;p31"/>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7" name="Google Shape;42297;p31"/>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8" name="Google Shape;42298;p31"/>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9" name="Google Shape;42299;p31"/>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0" name="Google Shape;42300;p31"/>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1" name="Google Shape;42301;p31"/>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2" name="Google Shape;42302;p31"/>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3" name="Google Shape;42303;p31"/>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4" name="Google Shape;42304;p31"/>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5" name="Google Shape;42305;p31"/>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6" name="Google Shape;42306;p31"/>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7" name="Google Shape;42307;p31"/>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8" name="Google Shape;42308;p31"/>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9" name="Google Shape;42309;p31"/>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0" name="Google Shape;42310;p31"/>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1" name="Google Shape;42311;p31"/>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2" name="Google Shape;42312;p31"/>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3" name="Google Shape;42313;p31"/>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4" name="Google Shape;42314;p31"/>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5" name="Google Shape;42315;p31"/>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6" name="Google Shape;42316;p31"/>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7" name="Google Shape;42317;p31"/>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8" name="Google Shape;42318;p31"/>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9" name="Google Shape;42319;p31"/>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0" name="Google Shape;42320;p31"/>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1" name="Google Shape;42321;p31"/>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2" name="Google Shape;42322;p31"/>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3" name="Google Shape;42323;p31"/>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4" name="Google Shape;42324;p31"/>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5" name="Google Shape;42325;p31"/>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6" name="Google Shape;42326;p31"/>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7" name="Google Shape;42327;p31"/>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8" name="Google Shape;42328;p31"/>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9" name="Google Shape;42329;p31"/>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0" name="Google Shape;42330;p31"/>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1" name="Google Shape;42331;p31"/>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2" name="Google Shape;42332;p31"/>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3" name="Google Shape;42333;p31"/>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4" name="Google Shape;42334;p31"/>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5" name="Google Shape;42335;p31"/>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6" name="Google Shape;42336;p31"/>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37" name="Google Shape;42337;p31"/>
            <p:cNvGrpSpPr/>
            <p:nvPr/>
          </p:nvGrpSpPr>
          <p:grpSpPr>
            <a:xfrm>
              <a:off x="70735" y="4019428"/>
              <a:ext cx="9002530" cy="22993"/>
              <a:chOff x="79447" y="4012903"/>
              <a:chExt cx="9002530" cy="22993"/>
            </a:xfrm>
          </p:grpSpPr>
          <p:sp>
            <p:nvSpPr>
              <p:cNvPr id="42338" name="Google Shape;42338;p31"/>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9" name="Google Shape;42339;p31"/>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0" name="Google Shape;42340;p31"/>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1" name="Google Shape;42341;p31"/>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2" name="Google Shape;42342;p31"/>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3" name="Google Shape;42343;p31"/>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4" name="Google Shape;42344;p31"/>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5" name="Google Shape;42345;p31"/>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6" name="Google Shape;42346;p31"/>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7" name="Google Shape;42347;p31"/>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8" name="Google Shape;42348;p31"/>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9" name="Google Shape;42349;p31"/>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0" name="Google Shape;42350;p31"/>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1" name="Google Shape;42351;p31"/>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2" name="Google Shape;42352;p31"/>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3" name="Google Shape;42353;p31"/>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4" name="Google Shape;42354;p31"/>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5" name="Google Shape;42355;p31"/>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6" name="Google Shape;42356;p31"/>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7" name="Google Shape;42357;p31"/>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8" name="Google Shape;42358;p31"/>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9" name="Google Shape;42359;p31"/>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0" name="Google Shape;42360;p31"/>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1" name="Google Shape;42361;p31"/>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2" name="Google Shape;42362;p31"/>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3" name="Google Shape;42363;p31"/>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4" name="Google Shape;42364;p31"/>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5" name="Google Shape;42365;p31"/>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6" name="Google Shape;42366;p31"/>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7" name="Google Shape;42367;p31"/>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8" name="Google Shape;42368;p31"/>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9" name="Google Shape;42369;p31"/>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0" name="Google Shape;42370;p31"/>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1" name="Google Shape;42371;p31"/>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2" name="Google Shape;42372;p31"/>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3" name="Google Shape;42373;p31"/>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4" name="Google Shape;42374;p31"/>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5" name="Google Shape;42375;p31"/>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6" name="Google Shape;42376;p31"/>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7" name="Google Shape;42377;p31"/>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8" name="Google Shape;42378;p31"/>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9" name="Google Shape;42379;p31"/>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0" name="Google Shape;42380;p31"/>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1" name="Google Shape;42381;p31"/>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2" name="Google Shape;42382;p31"/>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3" name="Google Shape;42383;p31"/>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4" name="Google Shape;42384;p31"/>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5" name="Google Shape;42385;p31"/>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6" name="Google Shape;42386;p31"/>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7" name="Google Shape;42387;p31"/>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88" name="Google Shape;42388;p31"/>
            <p:cNvGrpSpPr/>
            <p:nvPr/>
          </p:nvGrpSpPr>
          <p:grpSpPr>
            <a:xfrm>
              <a:off x="70735" y="4191836"/>
              <a:ext cx="9002530" cy="21952"/>
              <a:chOff x="79447" y="4182462"/>
              <a:chExt cx="9002530" cy="21952"/>
            </a:xfrm>
          </p:grpSpPr>
          <p:sp>
            <p:nvSpPr>
              <p:cNvPr id="42389" name="Google Shape;42389;p31"/>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0" name="Google Shape;42390;p31"/>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1" name="Google Shape;42391;p31"/>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2" name="Google Shape;42392;p31"/>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3" name="Google Shape;42393;p31"/>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4" name="Google Shape;42394;p31"/>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5" name="Google Shape;42395;p31"/>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6" name="Google Shape;42396;p31"/>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7" name="Google Shape;42397;p31"/>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8" name="Google Shape;42398;p31"/>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9" name="Google Shape;42399;p31"/>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0" name="Google Shape;42400;p31"/>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1" name="Google Shape;42401;p31"/>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2" name="Google Shape;42402;p31"/>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3" name="Google Shape;42403;p31"/>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4" name="Google Shape;42404;p31"/>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5" name="Google Shape;42405;p31"/>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6" name="Google Shape;42406;p31"/>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7" name="Google Shape;42407;p31"/>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8" name="Google Shape;42408;p31"/>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9" name="Google Shape;42409;p31"/>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0" name="Google Shape;42410;p31"/>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1" name="Google Shape;42411;p31"/>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2" name="Google Shape;42412;p31"/>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3" name="Google Shape;42413;p31"/>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4" name="Google Shape;42414;p31"/>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5" name="Google Shape;42415;p31"/>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6" name="Google Shape;42416;p31"/>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7" name="Google Shape;42417;p31"/>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8" name="Google Shape;42418;p31"/>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9" name="Google Shape;42419;p31"/>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0" name="Google Shape;42420;p31"/>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1" name="Google Shape;42421;p31"/>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2" name="Google Shape;42422;p31"/>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3" name="Google Shape;42423;p31"/>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4" name="Google Shape;42424;p31"/>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5" name="Google Shape;42425;p31"/>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6" name="Google Shape;42426;p31"/>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7" name="Google Shape;42427;p31"/>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8" name="Google Shape;42428;p31"/>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9" name="Google Shape;42429;p31"/>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0" name="Google Shape;42430;p31"/>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1" name="Google Shape;42431;p31"/>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2" name="Google Shape;42432;p31"/>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3" name="Google Shape;42433;p31"/>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4" name="Google Shape;42434;p31"/>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5" name="Google Shape;42435;p31"/>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6" name="Google Shape;42436;p31"/>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7" name="Google Shape;42437;p31"/>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8" name="Google Shape;42438;p31"/>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39" name="Google Shape;42439;p31"/>
            <p:cNvGrpSpPr/>
            <p:nvPr/>
          </p:nvGrpSpPr>
          <p:grpSpPr>
            <a:xfrm>
              <a:off x="70735" y="4363203"/>
              <a:ext cx="9002530" cy="21952"/>
              <a:chOff x="79447" y="4353157"/>
              <a:chExt cx="9002530" cy="21952"/>
            </a:xfrm>
          </p:grpSpPr>
          <p:sp>
            <p:nvSpPr>
              <p:cNvPr id="42440" name="Google Shape;42440;p31"/>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1" name="Google Shape;42441;p31"/>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2" name="Google Shape;42442;p31"/>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3" name="Google Shape;42443;p31"/>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4" name="Google Shape;42444;p31"/>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5" name="Google Shape;42445;p31"/>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6" name="Google Shape;42446;p31"/>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7" name="Google Shape;42447;p31"/>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8" name="Google Shape;42448;p31"/>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9" name="Google Shape;42449;p31"/>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0" name="Google Shape;42450;p31"/>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1" name="Google Shape;42451;p31"/>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2" name="Google Shape;42452;p31"/>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3" name="Google Shape;42453;p31"/>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4" name="Google Shape;42454;p31"/>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5" name="Google Shape;42455;p31"/>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6" name="Google Shape;42456;p31"/>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7" name="Google Shape;42457;p31"/>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8" name="Google Shape;42458;p31"/>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9" name="Google Shape;42459;p31"/>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0" name="Google Shape;42460;p31"/>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1" name="Google Shape;42461;p31"/>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2" name="Google Shape;42462;p31"/>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3" name="Google Shape;42463;p31"/>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4" name="Google Shape;42464;p31"/>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5" name="Google Shape;42465;p31"/>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6" name="Google Shape;42466;p31"/>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7" name="Google Shape;42467;p31"/>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8" name="Google Shape;42468;p31"/>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9" name="Google Shape;42469;p31"/>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0" name="Google Shape;42470;p31"/>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1" name="Google Shape;42471;p31"/>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2" name="Google Shape;42472;p31"/>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3" name="Google Shape;42473;p31"/>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4" name="Google Shape;42474;p31"/>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5" name="Google Shape;42475;p31"/>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6" name="Google Shape;42476;p31"/>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7" name="Google Shape;42477;p31"/>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8" name="Google Shape;42478;p31"/>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9" name="Google Shape;42479;p31"/>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0" name="Google Shape;42480;p31"/>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1" name="Google Shape;42481;p31"/>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2" name="Google Shape;42482;p31"/>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3" name="Google Shape;42483;p31"/>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4" name="Google Shape;42484;p31"/>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5" name="Google Shape;42485;p31"/>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6" name="Google Shape;42486;p31"/>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7" name="Google Shape;42487;p31"/>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8" name="Google Shape;42488;p31"/>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9" name="Google Shape;42489;p31"/>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90" name="Google Shape;42490;p31"/>
            <p:cNvGrpSpPr/>
            <p:nvPr/>
          </p:nvGrpSpPr>
          <p:grpSpPr>
            <a:xfrm>
              <a:off x="70735" y="4534570"/>
              <a:ext cx="9002530" cy="22993"/>
              <a:chOff x="79447" y="4522716"/>
              <a:chExt cx="9002530" cy="22993"/>
            </a:xfrm>
          </p:grpSpPr>
          <p:sp>
            <p:nvSpPr>
              <p:cNvPr id="42491" name="Google Shape;42491;p31"/>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2" name="Google Shape;42492;p31"/>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3" name="Google Shape;42493;p31"/>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4" name="Google Shape;42494;p31"/>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5" name="Google Shape;42495;p31"/>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6" name="Google Shape;42496;p31"/>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7" name="Google Shape;42497;p31"/>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8" name="Google Shape;42498;p31"/>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9" name="Google Shape;42499;p31"/>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0" name="Google Shape;42500;p31"/>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1" name="Google Shape;42501;p31"/>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2" name="Google Shape;42502;p31"/>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3" name="Google Shape;42503;p31"/>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4" name="Google Shape;42504;p31"/>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5" name="Google Shape;42505;p31"/>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6" name="Google Shape;42506;p31"/>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7" name="Google Shape;42507;p31"/>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8" name="Google Shape;42508;p31"/>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9" name="Google Shape;42509;p31"/>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0" name="Google Shape;42510;p31"/>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1" name="Google Shape;42511;p31"/>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2" name="Google Shape;42512;p31"/>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3" name="Google Shape;42513;p31"/>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4" name="Google Shape;42514;p31"/>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5" name="Google Shape;42515;p31"/>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6" name="Google Shape;42516;p31"/>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7" name="Google Shape;42517;p31"/>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8" name="Google Shape;42518;p31"/>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9" name="Google Shape;42519;p31"/>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0" name="Google Shape;42520;p31"/>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1" name="Google Shape;42521;p31"/>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2" name="Google Shape;42522;p31"/>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3" name="Google Shape;42523;p31"/>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4" name="Google Shape;42524;p31"/>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5" name="Google Shape;42525;p31"/>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6" name="Google Shape;42526;p31"/>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7" name="Google Shape;42527;p31"/>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8" name="Google Shape;42528;p31"/>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9" name="Google Shape;42529;p31"/>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0" name="Google Shape;42530;p31"/>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1" name="Google Shape;42531;p31"/>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2" name="Google Shape;42532;p31"/>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3" name="Google Shape;42533;p31"/>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4" name="Google Shape;42534;p31"/>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5" name="Google Shape;42535;p31"/>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6" name="Google Shape;42536;p31"/>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7" name="Google Shape;42537;p31"/>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8" name="Google Shape;42538;p31"/>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9" name="Google Shape;42539;p31"/>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0" name="Google Shape;42540;p31"/>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41" name="Google Shape;42541;p31"/>
            <p:cNvGrpSpPr/>
            <p:nvPr/>
          </p:nvGrpSpPr>
          <p:grpSpPr>
            <a:xfrm>
              <a:off x="70735" y="4706978"/>
              <a:ext cx="9002530" cy="21952"/>
              <a:chOff x="79447" y="4693410"/>
              <a:chExt cx="9002530" cy="21952"/>
            </a:xfrm>
          </p:grpSpPr>
          <p:sp>
            <p:nvSpPr>
              <p:cNvPr id="42542" name="Google Shape;42542;p31"/>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3" name="Google Shape;42543;p31"/>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4" name="Google Shape;42544;p31"/>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5" name="Google Shape;42545;p31"/>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6" name="Google Shape;42546;p31"/>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7" name="Google Shape;42547;p31"/>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8" name="Google Shape;42548;p31"/>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9" name="Google Shape;42549;p31"/>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0" name="Google Shape;42550;p31"/>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1" name="Google Shape;42551;p31"/>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2" name="Google Shape;42552;p31"/>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3" name="Google Shape;42553;p31"/>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4" name="Google Shape;42554;p31"/>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5" name="Google Shape;42555;p31"/>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6" name="Google Shape;42556;p31"/>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7" name="Google Shape;42557;p31"/>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8" name="Google Shape;42558;p31"/>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9" name="Google Shape;42559;p31"/>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0" name="Google Shape;42560;p31"/>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1" name="Google Shape;42561;p31"/>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2" name="Google Shape;42562;p31"/>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3" name="Google Shape;42563;p31"/>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4" name="Google Shape;42564;p31"/>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5" name="Google Shape;42565;p31"/>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6" name="Google Shape;42566;p31"/>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7" name="Google Shape;42567;p31"/>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8" name="Google Shape;42568;p31"/>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9" name="Google Shape;42569;p31"/>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0" name="Google Shape;42570;p31"/>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1" name="Google Shape;42571;p31"/>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2" name="Google Shape;42572;p31"/>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3" name="Google Shape;42573;p31"/>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4" name="Google Shape;42574;p31"/>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5" name="Google Shape;42575;p31"/>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6" name="Google Shape;42576;p31"/>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7" name="Google Shape;42577;p31"/>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8" name="Google Shape;42578;p31"/>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9" name="Google Shape;42579;p31"/>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0" name="Google Shape;42580;p31"/>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1" name="Google Shape;42581;p31"/>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2" name="Google Shape;42582;p31"/>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3" name="Google Shape;42583;p31"/>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4" name="Google Shape;42584;p31"/>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5" name="Google Shape;42585;p31"/>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6" name="Google Shape;42586;p31"/>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7" name="Google Shape;42587;p31"/>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8" name="Google Shape;42588;p31"/>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9" name="Google Shape;42589;p31"/>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0" name="Google Shape;42590;p31"/>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1" name="Google Shape;42591;p31"/>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92" name="Google Shape;42592;p31"/>
            <p:cNvGrpSpPr/>
            <p:nvPr/>
          </p:nvGrpSpPr>
          <p:grpSpPr>
            <a:xfrm>
              <a:off x="70735" y="4878345"/>
              <a:ext cx="9002530" cy="21952"/>
              <a:chOff x="79447" y="4864010"/>
              <a:chExt cx="9002530" cy="21952"/>
            </a:xfrm>
          </p:grpSpPr>
          <p:sp>
            <p:nvSpPr>
              <p:cNvPr id="42593" name="Google Shape;42593;p31"/>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4" name="Google Shape;42594;p31"/>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5" name="Google Shape;42595;p31"/>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6" name="Google Shape;42596;p31"/>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7" name="Google Shape;42597;p31"/>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8" name="Google Shape;42598;p31"/>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9" name="Google Shape;42599;p31"/>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0" name="Google Shape;42600;p31"/>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1" name="Google Shape;42601;p31"/>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2" name="Google Shape;42602;p31"/>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3" name="Google Shape;42603;p31"/>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4" name="Google Shape;42604;p31"/>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5" name="Google Shape;42605;p31"/>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6" name="Google Shape;42606;p31"/>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7" name="Google Shape;42607;p31"/>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8" name="Google Shape;42608;p31"/>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9" name="Google Shape;42609;p31"/>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0" name="Google Shape;42610;p31"/>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1" name="Google Shape;42611;p31"/>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2" name="Google Shape;42612;p31"/>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3" name="Google Shape;42613;p31"/>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4" name="Google Shape;42614;p31"/>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5" name="Google Shape;42615;p31"/>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6" name="Google Shape;42616;p31"/>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7" name="Google Shape;42617;p31"/>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8" name="Google Shape;42618;p31"/>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9" name="Google Shape;42619;p31"/>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0" name="Google Shape;42620;p31"/>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1" name="Google Shape;42621;p31"/>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2" name="Google Shape;42622;p31"/>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3" name="Google Shape;42623;p31"/>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4" name="Google Shape;42624;p31"/>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5" name="Google Shape;42625;p31"/>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6" name="Google Shape;42626;p31"/>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7" name="Google Shape;42627;p31"/>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8" name="Google Shape;42628;p31"/>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9" name="Google Shape;42629;p31"/>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0" name="Google Shape;42630;p31"/>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1" name="Google Shape;42631;p31"/>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2" name="Google Shape;42632;p31"/>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3" name="Google Shape;42633;p31"/>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4" name="Google Shape;42634;p31"/>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5" name="Google Shape;42635;p31"/>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6" name="Google Shape;42636;p31"/>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7" name="Google Shape;42637;p31"/>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8" name="Google Shape;42638;p31"/>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9" name="Google Shape;42639;p31"/>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0" name="Google Shape;42640;p31"/>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1" name="Google Shape;42641;p31"/>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2" name="Google Shape;42642;p31"/>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43" name="Google Shape;42643;p31"/>
            <p:cNvGrpSpPr/>
            <p:nvPr/>
          </p:nvGrpSpPr>
          <p:grpSpPr>
            <a:xfrm>
              <a:off x="70735" y="5049712"/>
              <a:ext cx="9002530" cy="22993"/>
              <a:chOff x="79447" y="5033664"/>
              <a:chExt cx="9002530" cy="22993"/>
            </a:xfrm>
          </p:grpSpPr>
          <p:sp>
            <p:nvSpPr>
              <p:cNvPr id="42644" name="Google Shape;42644;p31"/>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5" name="Google Shape;42645;p31"/>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6" name="Google Shape;42646;p31"/>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7" name="Google Shape;42647;p31"/>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8" name="Google Shape;42648;p31"/>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9" name="Google Shape;42649;p31"/>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0" name="Google Shape;42650;p31"/>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1" name="Google Shape;42651;p31"/>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2" name="Google Shape;42652;p31"/>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3" name="Google Shape;42653;p31"/>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4" name="Google Shape;42654;p31"/>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5" name="Google Shape;42655;p31"/>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6" name="Google Shape;42656;p31"/>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7" name="Google Shape;42657;p31"/>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8" name="Google Shape;42658;p31"/>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9" name="Google Shape;42659;p31"/>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0" name="Google Shape;42660;p31"/>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1" name="Google Shape;42661;p31"/>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2" name="Google Shape;42662;p31"/>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3" name="Google Shape;42663;p31"/>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4" name="Google Shape;42664;p31"/>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5" name="Google Shape;42665;p31"/>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6" name="Google Shape;42666;p31"/>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7" name="Google Shape;42667;p31"/>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8" name="Google Shape;42668;p31"/>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9" name="Google Shape;42669;p31"/>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0" name="Google Shape;42670;p31"/>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1" name="Google Shape;42671;p31"/>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2" name="Google Shape;42672;p31"/>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3" name="Google Shape;42673;p31"/>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4" name="Google Shape;42674;p31"/>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5" name="Google Shape;42675;p31"/>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6" name="Google Shape;42676;p31"/>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7" name="Google Shape;42677;p31"/>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8" name="Google Shape;42678;p31"/>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9" name="Google Shape;42679;p31"/>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0" name="Google Shape;42680;p31"/>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1" name="Google Shape;42681;p31"/>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2" name="Google Shape;42682;p31"/>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3" name="Google Shape;42683;p31"/>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4" name="Google Shape;42684;p31"/>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5" name="Google Shape;42685;p31"/>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6" name="Google Shape;42686;p31"/>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7" name="Google Shape;42687;p31"/>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8" name="Google Shape;42688;p31"/>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9" name="Google Shape;42689;p31"/>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0" name="Google Shape;42690;p31"/>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1" name="Google Shape;42691;p31"/>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2" name="Google Shape;42692;p31"/>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3" name="Google Shape;42693;p31"/>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694" name="Google Shape;42694;p31"/>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42695" name="Google Shape;42695;p31"/>
          <p:cNvSpPr txBox="1">
            <a:spLocks noGrp="1"/>
          </p:cNvSpPr>
          <p:nvPr>
            <p:ph type="subTitle" idx="1"/>
          </p:nvPr>
        </p:nvSpPr>
        <p:spPr>
          <a:xfrm>
            <a:off x="951305" y="3550825"/>
            <a:ext cx="2252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696" name="Google Shape;42696;p31"/>
          <p:cNvSpPr txBox="1">
            <a:spLocks noGrp="1"/>
          </p:cNvSpPr>
          <p:nvPr>
            <p:ph type="subTitle" idx="2"/>
          </p:nvPr>
        </p:nvSpPr>
        <p:spPr>
          <a:xfrm>
            <a:off x="951305" y="3076023"/>
            <a:ext cx="22524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2697" name="Google Shape;42697;p31"/>
          <p:cNvSpPr txBox="1">
            <a:spLocks noGrp="1"/>
          </p:cNvSpPr>
          <p:nvPr>
            <p:ph type="subTitle" idx="3"/>
          </p:nvPr>
        </p:nvSpPr>
        <p:spPr>
          <a:xfrm>
            <a:off x="5940295" y="3550825"/>
            <a:ext cx="2252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698" name="Google Shape;42698;p31"/>
          <p:cNvSpPr txBox="1">
            <a:spLocks noGrp="1"/>
          </p:cNvSpPr>
          <p:nvPr>
            <p:ph type="subTitle" idx="4"/>
          </p:nvPr>
        </p:nvSpPr>
        <p:spPr>
          <a:xfrm>
            <a:off x="5940295" y="3076023"/>
            <a:ext cx="22524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2699" name="Google Shape;42699;p31"/>
          <p:cNvSpPr txBox="1">
            <a:spLocks noGrp="1"/>
          </p:cNvSpPr>
          <p:nvPr>
            <p:ph type="subTitle" idx="5"/>
          </p:nvPr>
        </p:nvSpPr>
        <p:spPr>
          <a:xfrm>
            <a:off x="3445800" y="3550825"/>
            <a:ext cx="2252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700" name="Google Shape;42700;p31"/>
          <p:cNvSpPr txBox="1">
            <a:spLocks noGrp="1"/>
          </p:cNvSpPr>
          <p:nvPr>
            <p:ph type="subTitle" idx="6"/>
          </p:nvPr>
        </p:nvSpPr>
        <p:spPr>
          <a:xfrm>
            <a:off x="3445800" y="3076023"/>
            <a:ext cx="22524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2701" name="Google Shape;42701;p31"/>
          <p:cNvSpPr txBox="1">
            <a:spLocks noGrp="1"/>
          </p:cNvSpPr>
          <p:nvPr>
            <p:ph type="subTitle" idx="7"/>
          </p:nvPr>
        </p:nvSpPr>
        <p:spPr>
          <a:xfrm>
            <a:off x="2198564" y="1941052"/>
            <a:ext cx="2252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702" name="Google Shape;42702;p31"/>
          <p:cNvSpPr txBox="1">
            <a:spLocks noGrp="1"/>
          </p:cNvSpPr>
          <p:nvPr>
            <p:ph type="subTitle" idx="8"/>
          </p:nvPr>
        </p:nvSpPr>
        <p:spPr>
          <a:xfrm>
            <a:off x="2198564" y="1466250"/>
            <a:ext cx="22524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2703" name="Google Shape;42703;p31"/>
          <p:cNvSpPr txBox="1">
            <a:spLocks noGrp="1"/>
          </p:cNvSpPr>
          <p:nvPr>
            <p:ph type="subTitle" idx="9"/>
          </p:nvPr>
        </p:nvSpPr>
        <p:spPr>
          <a:xfrm>
            <a:off x="4693083" y="1941052"/>
            <a:ext cx="2252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704" name="Google Shape;42704;p31"/>
          <p:cNvSpPr txBox="1">
            <a:spLocks noGrp="1"/>
          </p:cNvSpPr>
          <p:nvPr>
            <p:ph type="subTitle" idx="13"/>
          </p:nvPr>
        </p:nvSpPr>
        <p:spPr>
          <a:xfrm>
            <a:off x="4693083" y="1466250"/>
            <a:ext cx="2252400" cy="554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algn="ctr"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grpSp>
        <p:nvGrpSpPr>
          <p:cNvPr id="42705" name="Google Shape;42705;p31"/>
          <p:cNvGrpSpPr/>
          <p:nvPr/>
        </p:nvGrpSpPr>
        <p:grpSpPr>
          <a:xfrm rot="10800000" flipH="1">
            <a:off x="8430850" y="595647"/>
            <a:ext cx="3512146" cy="497051"/>
            <a:chOff x="2765878" y="4436723"/>
            <a:chExt cx="7690269" cy="1225772"/>
          </a:xfrm>
        </p:grpSpPr>
        <p:grpSp>
          <p:nvGrpSpPr>
            <p:cNvPr id="42706" name="Google Shape;42706;p31"/>
            <p:cNvGrpSpPr/>
            <p:nvPr/>
          </p:nvGrpSpPr>
          <p:grpSpPr>
            <a:xfrm flipH="1">
              <a:off x="2765878" y="4436723"/>
              <a:ext cx="7690269" cy="1225772"/>
              <a:chOff x="2763020" y="4436723"/>
              <a:chExt cx="7690269" cy="1225772"/>
            </a:xfrm>
          </p:grpSpPr>
          <p:sp>
            <p:nvSpPr>
              <p:cNvPr id="42707" name="Google Shape;42707;p31"/>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8" name="Google Shape;42708;p31"/>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9" name="Google Shape;42709;p31"/>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0" name="Google Shape;42710;p31"/>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11" name="Google Shape;42711;p31"/>
            <p:cNvGrpSpPr/>
            <p:nvPr/>
          </p:nvGrpSpPr>
          <p:grpSpPr>
            <a:xfrm flipH="1">
              <a:off x="2765878" y="4436723"/>
              <a:ext cx="7690269" cy="1225772"/>
              <a:chOff x="2763020" y="4436723"/>
              <a:chExt cx="7690269" cy="1225772"/>
            </a:xfrm>
          </p:grpSpPr>
          <p:sp>
            <p:nvSpPr>
              <p:cNvPr id="42712" name="Google Shape;42712;p31"/>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3" name="Google Shape;42713;p31"/>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4" name="Google Shape;42714;p31"/>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5" name="Google Shape;42715;p31"/>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716" name="Google Shape;42716;p31"/>
          <p:cNvGrpSpPr/>
          <p:nvPr/>
        </p:nvGrpSpPr>
        <p:grpSpPr>
          <a:xfrm rot="10800000">
            <a:off x="-750947" y="2546407"/>
            <a:ext cx="1329399" cy="5681843"/>
            <a:chOff x="1398790" y="-5746080"/>
            <a:chExt cx="1329399" cy="5681843"/>
          </a:xfrm>
        </p:grpSpPr>
        <p:sp>
          <p:nvSpPr>
            <p:cNvPr id="42717" name="Google Shape;42717;p31"/>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8" name="Google Shape;42718;p31"/>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9" name="Google Shape;42719;p31"/>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0" name="Google Shape;42720;p31"/>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1" name="Google Shape;42721;p31"/>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2" name="Google Shape;42722;p31"/>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3" name="Google Shape;42723;p31"/>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4" name="Google Shape;42724;p31"/>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5" name="Google Shape;42725;p31"/>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6" name="Google Shape;42726;p31"/>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7" name="Google Shape;42727;p31"/>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8" name="Google Shape;42728;p31"/>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9" name="Google Shape;42729;p31"/>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0" name="Google Shape;42730;p31"/>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2731" name="Google Shape;42731;p31"/>
          <p:cNvPicPr preferRelativeResize="0"/>
          <p:nvPr/>
        </p:nvPicPr>
        <p:blipFill rotWithShape="1">
          <a:blip r:embed="rId2">
            <a:alphaModFix/>
          </a:blip>
          <a:srcRect l="64767" t="9117" r="15570" b="53456"/>
          <a:stretch/>
        </p:blipFill>
        <p:spPr>
          <a:xfrm rot="287095" flipH="1">
            <a:off x="12233" y="135028"/>
            <a:ext cx="764835" cy="1576771"/>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2732"/>
        <p:cNvGrpSpPr/>
        <p:nvPr/>
      </p:nvGrpSpPr>
      <p:grpSpPr>
        <a:xfrm>
          <a:off x="0" y="0"/>
          <a:ext cx="0" cy="0"/>
          <a:chOff x="0" y="0"/>
          <a:chExt cx="0" cy="0"/>
        </a:xfrm>
      </p:grpSpPr>
      <p:grpSp>
        <p:nvGrpSpPr>
          <p:cNvPr id="42733" name="Google Shape;42733;p32"/>
          <p:cNvGrpSpPr/>
          <p:nvPr/>
        </p:nvGrpSpPr>
        <p:grpSpPr>
          <a:xfrm>
            <a:off x="70735" y="70796"/>
            <a:ext cx="9002530" cy="5001909"/>
            <a:chOff x="70735" y="70796"/>
            <a:chExt cx="9002530" cy="5001909"/>
          </a:xfrm>
        </p:grpSpPr>
        <p:grpSp>
          <p:nvGrpSpPr>
            <p:cNvPr id="42734" name="Google Shape;42734;p32"/>
            <p:cNvGrpSpPr/>
            <p:nvPr/>
          </p:nvGrpSpPr>
          <p:grpSpPr>
            <a:xfrm>
              <a:off x="70735" y="70796"/>
              <a:ext cx="9002530" cy="22993"/>
              <a:chOff x="79447" y="96297"/>
              <a:chExt cx="9002530" cy="22993"/>
            </a:xfrm>
          </p:grpSpPr>
          <p:sp>
            <p:nvSpPr>
              <p:cNvPr id="42735" name="Google Shape;42735;p32"/>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6" name="Google Shape;42736;p32"/>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7" name="Google Shape;42737;p32"/>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8" name="Google Shape;42738;p32"/>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9" name="Google Shape;42739;p32"/>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0" name="Google Shape;42740;p32"/>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1" name="Google Shape;42741;p32"/>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2" name="Google Shape;42742;p32"/>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3" name="Google Shape;42743;p32"/>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4" name="Google Shape;42744;p32"/>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5" name="Google Shape;42745;p32"/>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6" name="Google Shape;42746;p32"/>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7" name="Google Shape;42747;p32"/>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8" name="Google Shape;42748;p32"/>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9" name="Google Shape;42749;p32"/>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0" name="Google Shape;42750;p32"/>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1" name="Google Shape;42751;p32"/>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2" name="Google Shape;42752;p32"/>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3" name="Google Shape;42753;p32"/>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4" name="Google Shape;42754;p32"/>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5" name="Google Shape;42755;p32"/>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6" name="Google Shape;42756;p32"/>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7" name="Google Shape;42757;p32"/>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8" name="Google Shape;42758;p32"/>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9" name="Google Shape;42759;p32"/>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0" name="Google Shape;42760;p32"/>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1" name="Google Shape;42761;p32"/>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2" name="Google Shape;42762;p32"/>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3" name="Google Shape;42763;p32"/>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4" name="Google Shape;42764;p32"/>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5" name="Google Shape;42765;p32"/>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6" name="Google Shape;42766;p32"/>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7" name="Google Shape;42767;p32"/>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8" name="Google Shape;42768;p32"/>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9" name="Google Shape;42769;p32"/>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0" name="Google Shape;42770;p32"/>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1" name="Google Shape;42771;p32"/>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2" name="Google Shape;42772;p32"/>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3" name="Google Shape;42773;p32"/>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4" name="Google Shape;42774;p32"/>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5" name="Google Shape;42775;p32"/>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6" name="Google Shape;42776;p32"/>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7" name="Google Shape;42777;p32"/>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8" name="Google Shape;42778;p32"/>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9" name="Google Shape;42779;p32"/>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0" name="Google Shape;42780;p32"/>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1" name="Google Shape;42781;p32"/>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2" name="Google Shape;42782;p32"/>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3" name="Google Shape;42783;p32"/>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4" name="Google Shape;42784;p32"/>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85" name="Google Shape;42785;p32"/>
            <p:cNvGrpSpPr/>
            <p:nvPr/>
          </p:nvGrpSpPr>
          <p:grpSpPr>
            <a:xfrm>
              <a:off x="70735" y="243203"/>
              <a:ext cx="9002530" cy="21952"/>
              <a:chOff x="79447" y="266897"/>
              <a:chExt cx="9002530" cy="21952"/>
            </a:xfrm>
          </p:grpSpPr>
          <p:sp>
            <p:nvSpPr>
              <p:cNvPr id="42786" name="Google Shape;42786;p32"/>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7" name="Google Shape;42787;p32"/>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8" name="Google Shape;42788;p32"/>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9" name="Google Shape;42789;p32"/>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0" name="Google Shape;42790;p32"/>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1" name="Google Shape;42791;p32"/>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2" name="Google Shape;42792;p32"/>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3" name="Google Shape;42793;p32"/>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4" name="Google Shape;42794;p32"/>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5" name="Google Shape;42795;p32"/>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6" name="Google Shape;42796;p32"/>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7" name="Google Shape;42797;p32"/>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8" name="Google Shape;42798;p32"/>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9" name="Google Shape;42799;p32"/>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0" name="Google Shape;42800;p32"/>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1" name="Google Shape;42801;p32"/>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2" name="Google Shape;42802;p32"/>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3" name="Google Shape;42803;p32"/>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4" name="Google Shape;42804;p32"/>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5" name="Google Shape;42805;p32"/>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6" name="Google Shape;42806;p32"/>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7" name="Google Shape;42807;p32"/>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8" name="Google Shape;42808;p32"/>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9" name="Google Shape;42809;p32"/>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0" name="Google Shape;42810;p32"/>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1" name="Google Shape;42811;p32"/>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2" name="Google Shape;42812;p32"/>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3" name="Google Shape;42813;p32"/>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4" name="Google Shape;42814;p32"/>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5" name="Google Shape;42815;p32"/>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6" name="Google Shape;42816;p32"/>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7" name="Google Shape;42817;p32"/>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8" name="Google Shape;42818;p32"/>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9" name="Google Shape;42819;p32"/>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0" name="Google Shape;42820;p32"/>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1" name="Google Shape;42821;p32"/>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2" name="Google Shape;42822;p32"/>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3" name="Google Shape;42823;p32"/>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4" name="Google Shape;42824;p32"/>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5" name="Google Shape;42825;p32"/>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6" name="Google Shape;42826;p32"/>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7" name="Google Shape;42827;p32"/>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8" name="Google Shape;42828;p32"/>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9" name="Google Shape;42829;p32"/>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0" name="Google Shape;42830;p32"/>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1" name="Google Shape;42831;p32"/>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2" name="Google Shape;42832;p32"/>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3" name="Google Shape;42833;p32"/>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4" name="Google Shape;42834;p32"/>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5" name="Google Shape;42835;p32"/>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6" name="Google Shape;42836;p32"/>
            <p:cNvGrpSpPr/>
            <p:nvPr/>
          </p:nvGrpSpPr>
          <p:grpSpPr>
            <a:xfrm>
              <a:off x="70735" y="414570"/>
              <a:ext cx="9002530" cy="21952"/>
              <a:chOff x="79447" y="437592"/>
              <a:chExt cx="9002530" cy="21952"/>
            </a:xfrm>
          </p:grpSpPr>
          <p:sp>
            <p:nvSpPr>
              <p:cNvPr id="42837" name="Google Shape;42837;p32"/>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8" name="Google Shape;42838;p32"/>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9" name="Google Shape;42839;p32"/>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0" name="Google Shape;42840;p32"/>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1" name="Google Shape;42841;p32"/>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2" name="Google Shape;42842;p32"/>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3" name="Google Shape;42843;p32"/>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4" name="Google Shape;42844;p32"/>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5" name="Google Shape;42845;p32"/>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6" name="Google Shape;42846;p32"/>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7" name="Google Shape;42847;p32"/>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8" name="Google Shape;42848;p32"/>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9" name="Google Shape;42849;p32"/>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0" name="Google Shape;42850;p32"/>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1" name="Google Shape;42851;p32"/>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2" name="Google Shape;42852;p32"/>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3" name="Google Shape;42853;p32"/>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4" name="Google Shape;42854;p32"/>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5" name="Google Shape;42855;p32"/>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6" name="Google Shape;42856;p32"/>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7" name="Google Shape;42857;p32"/>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8" name="Google Shape;42858;p32"/>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9" name="Google Shape;42859;p32"/>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0" name="Google Shape;42860;p32"/>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1" name="Google Shape;42861;p32"/>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2" name="Google Shape;42862;p32"/>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3" name="Google Shape;42863;p32"/>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4" name="Google Shape;42864;p32"/>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5" name="Google Shape;42865;p32"/>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6" name="Google Shape;42866;p32"/>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7" name="Google Shape;42867;p32"/>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8" name="Google Shape;42868;p32"/>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9" name="Google Shape;42869;p32"/>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0" name="Google Shape;42870;p32"/>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1" name="Google Shape;42871;p32"/>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2" name="Google Shape;42872;p32"/>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3" name="Google Shape;42873;p32"/>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4" name="Google Shape;42874;p32"/>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5" name="Google Shape;42875;p32"/>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6" name="Google Shape;42876;p32"/>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7" name="Google Shape;42877;p32"/>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8" name="Google Shape;42878;p32"/>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9" name="Google Shape;42879;p32"/>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0" name="Google Shape;42880;p32"/>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1" name="Google Shape;42881;p32"/>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2" name="Google Shape;42882;p32"/>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3" name="Google Shape;42883;p32"/>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4" name="Google Shape;42884;p32"/>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5" name="Google Shape;42885;p32"/>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6" name="Google Shape;42886;p32"/>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87" name="Google Shape;42887;p32"/>
            <p:cNvGrpSpPr/>
            <p:nvPr/>
          </p:nvGrpSpPr>
          <p:grpSpPr>
            <a:xfrm>
              <a:off x="70735" y="585937"/>
              <a:ext cx="9002530" cy="22993"/>
              <a:chOff x="79447" y="607151"/>
              <a:chExt cx="9002530" cy="22993"/>
            </a:xfrm>
          </p:grpSpPr>
          <p:sp>
            <p:nvSpPr>
              <p:cNvPr id="42888" name="Google Shape;42888;p32"/>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9" name="Google Shape;42889;p32"/>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0" name="Google Shape;42890;p32"/>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1" name="Google Shape;42891;p32"/>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2" name="Google Shape;42892;p32"/>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3" name="Google Shape;42893;p32"/>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4" name="Google Shape;42894;p32"/>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5" name="Google Shape;42895;p32"/>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6" name="Google Shape;42896;p32"/>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7" name="Google Shape;42897;p32"/>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8" name="Google Shape;42898;p32"/>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9" name="Google Shape;42899;p32"/>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0" name="Google Shape;42900;p32"/>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1" name="Google Shape;42901;p32"/>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2" name="Google Shape;42902;p32"/>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3" name="Google Shape;42903;p32"/>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4" name="Google Shape;42904;p32"/>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5" name="Google Shape;42905;p32"/>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6" name="Google Shape;42906;p32"/>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7" name="Google Shape;42907;p32"/>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8" name="Google Shape;42908;p32"/>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9" name="Google Shape;42909;p32"/>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0" name="Google Shape;42910;p32"/>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1" name="Google Shape;42911;p32"/>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2" name="Google Shape;42912;p32"/>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3" name="Google Shape;42913;p32"/>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4" name="Google Shape;42914;p32"/>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5" name="Google Shape;42915;p32"/>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6" name="Google Shape;42916;p32"/>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7" name="Google Shape;42917;p32"/>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8" name="Google Shape;42918;p32"/>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9" name="Google Shape;42919;p32"/>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0" name="Google Shape;42920;p32"/>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1" name="Google Shape;42921;p32"/>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2" name="Google Shape;42922;p32"/>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3" name="Google Shape;42923;p32"/>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4" name="Google Shape;42924;p32"/>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5" name="Google Shape;42925;p32"/>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6" name="Google Shape;42926;p32"/>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7" name="Google Shape;42927;p32"/>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8" name="Google Shape;42928;p32"/>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9" name="Google Shape;42929;p32"/>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0" name="Google Shape;42930;p32"/>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1" name="Google Shape;42931;p32"/>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2" name="Google Shape;42932;p32"/>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3" name="Google Shape;42933;p32"/>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4" name="Google Shape;42934;p32"/>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5" name="Google Shape;42935;p32"/>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6" name="Google Shape;42936;p32"/>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7" name="Google Shape;42937;p32"/>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38" name="Google Shape;42938;p32"/>
            <p:cNvGrpSpPr/>
            <p:nvPr/>
          </p:nvGrpSpPr>
          <p:grpSpPr>
            <a:xfrm>
              <a:off x="70735" y="758345"/>
              <a:ext cx="9002530" cy="21952"/>
              <a:chOff x="79447" y="777845"/>
              <a:chExt cx="9002530" cy="21952"/>
            </a:xfrm>
          </p:grpSpPr>
          <p:sp>
            <p:nvSpPr>
              <p:cNvPr id="42939" name="Google Shape;42939;p32"/>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0" name="Google Shape;42940;p32"/>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1" name="Google Shape;42941;p32"/>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2" name="Google Shape;42942;p32"/>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3" name="Google Shape;42943;p32"/>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4" name="Google Shape;42944;p32"/>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5" name="Google Shape;42945;p32"/>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6" name="Google Shape;42946;p32"/>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7" name="Google Shape;42947;p32"/>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8" name="Google Shape;42948;p32"/>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9" name="Google Shape;42949;p32"/>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0" name="Google Shape;42950;p32"/>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1" name="Google Shape;42951;p32"/>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2" name="Google Shape;42952;p32"/>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3" name="Google Shape;42953;p32"/>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4" name="Google Shape;42954;p32"/>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5" name="Google Shape;42955;p32"/>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6" name="Google Shape;42956;p32"/>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7" name="Google Shape;42957;p32"/>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8" name="Google Shape;42958;p32"/>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9" name="Google Shape;42959;p32"/>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0" name="Google Shape;42960;p32"/>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1" name="Google Shape;42961;p32"/>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2" name="Google Shape;42962;p32"/>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3" name="Google Shape;42963;p32"/>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4" name="Google Shape;42964;p32"/>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5" name="Google Shape;42965;p32"/>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6" name="Google Shape;42966;p32"/>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7" name="Google Shape;42967;p32"/>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8" name="Google Shape;42968;p32"/>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9" name="Google Shape;42969;p32"/>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0" name="Google Shape;42970;p32"/>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1" name="Google Shape;42971;p32"/>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2" name="Google Shape;42972;p32"/>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3" name="Google Shape;42973;p32"/>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4" name="Google Shape;42974;p32"/>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5" name="Google Shape;42975;p32"/>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6" name="Google Shape;42976;p32"/>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7" name="Google Shape;42977;p32"/>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8" name="Google Shape;42978;p32"/>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9" name="Google Shape;42979;p32"/>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0" name="Google Shape;42980;p32"/>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1" name="Google Shape;42981;p32"/>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2" name="Google Shape;42982;p32"/>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3" name="Google Shape;42983;p32"/>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4" name="Google Shape;42984;p32"/>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5" name="Google Shape;42985;p32"/>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6" name="Google Shape;42986;p32"/>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7" name="Google Shape;42987;p32"/>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8" name="Google Shape;42988;p32"/>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89" name="Google Shape;42989;p32"/>
            <p:cNvGrpSpPr/>
            <p:nvPr/>
          </p:nvGrpSpPr>
          <p:grpSpPr>
            <a:xfrm>
              <a:off x="70735" y="929712"/>
              <a:ext cx="9002530" cy="21952"/>
              <a:chOff x="79447" y="948445"/>
              <a:chExt cx="9002530" cy="21952"/>
            </a:xfrm>
          </p:grpSpPr>
          <p:sp>
            <p:nvSpPr>
              <p:cNvPr id="42990" name="Google Shape;42990;p32"/>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1" name="Google Shape;42991;p32"/>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2" name="Google Shape;42992;p32"/>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3" name="Google Shape;42993;p32"/>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4" name="Google Shape;42994;p32"/>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5" name="Google Shape;42995;p32"/>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6" name="Google Shape;42996;p32"/>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7" name="Google Shape;42997;p32"/>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8" name="Google Shape;42998;p32"/>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9" name="Google Shape;42999;p32"/>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0" name="Google Shape;43000;p32"/>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1" name="Google Shape;43001;p32"/>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2" name="Google Shape;43002;p32"/>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3" name="Google Shape;43003;p32"/>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4" name="Google Shape;43004;p32"/>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5" name="Google Shape;43005;p32"/>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6" name="Google Shape;43006;p32"/>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7" name="Google Shape;43007;p32"/>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8" name="Google Shape;43008;p32"/>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9" name="Google Shape;43009;p32"/>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0" name="Google Shape;43010;p32"/>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1" name="Google Shape;43011;p32"/>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2" name="Google Shape;43012;p32"/>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3" name="Google Shape;43013;p32"/>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4" name="Google Shape;43014;p32"/>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5" name="Google Shape;43015;p32"/>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6" name="Google Shape;43016;p32"/>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7" name="Google Shape;43017;p32"/>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8" name="Google Shape;43018;p32"/>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9" name="Google Shape;43019;p32"/>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0" name="Google Shape;43020;p32"/>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1" name="Google Shape;43021;p32"/>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2" name="Google Shape;43022;p32"/>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3" name="Google Shape;43023;p32"/>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4" name="Google Shape;43024;p32"/>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5" name="Google Shape;43025;p32"/>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6" name="Google Shape;43026;p32"/>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7" name="Google Shape;43027;p32"/>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8" name="Google Shape;43028;p32"/>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9" name="Google Shape;43029;p32"/>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0" name="Google Shape;43030;p32"/>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1" name="Google Shape;43031;p32"/>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2" name="Google Shape;43032;p32"/>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3" name="Google Shape;43033;p32"/>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4" name="Google Shape;43034;p32"/>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5" name="Google Shape;43035;p32"/>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6" name="Google Shape;43036;p32"/>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7" name="Google Shape;43037;p32"/>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8" name="Google Shape;43038;p32"/>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9" name="Google Shape;43039;p32"/>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40" name="Google Shape;43040;p32"/>
            <p:cNvGrpSpPr/>
            <p:nvPr/>
          </p:nvGrpSpPr>
          <p:grpSpPr>
            <a:xfrm>
              <a:off x="70735" y="1101079"/>
              <a:ext cx="9002530" cy="22993"/>
              <a:chOff x="79447" y="1118099"/>
              <a:chExt cx="9002530" cy="22993"/>
            </a:xfrm>
          </p:grpSpPr>
          <p:sp>
            <p:nvSpPr>
              <p:cNvPr id="43041" name="Google Shape;43041;p32"/>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2" name="Google Shape;43042;p32"/>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3" name="Google Shape;43043;p32"/>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4" name="Google Shape;43044;p32"/>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5" name="Google Shape;43045;p32"/>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6" name="Google Shape;43046;p32"/>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7" name="Google Shape;43047;p32"/>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8" name="Google Shape;43048;p32"/>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9" name="Google Shape;43049;p32"/>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0" name="Google Shape;43050;p32"/>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1" name="Google Shape;43051;p32"/>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2" name="Google Shape;43052;p32"/>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3" name="Google Shape;43053;p32"/>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4" name="Google Shape;43054;p32"/>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5" name="Google Shape;43055;p32"/>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6" name="Google Shape;43056;p32"/>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7" name="Google Shape;43057;p32"/>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8" name="Google Shape;43058;p32"/>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9" name="Google Shape;43059;p32"/>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0" name="Google Shape;43060;p32"/>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1" name="Google Shape;43061;p32"/>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2" name="Google Shape;43062;p32"/>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3" name="Google Shape;43063;p32"/>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4" name="Google Shape;43064;p32"/>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5" name="Google Shape;43065;p32"/>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6" name="Google Shape;43066;p32"/>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7" name="Google Shape;43067;p32"/>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8" name="Google Shape;43068;p32"/>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9" name="Google Shape;43069;p32"/>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0" name="Google Shape;43070;p32"/>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1" name="Google Shape;43071;p32"/>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2" name="Google Shape;43072;p32"/>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3" name="Google Shape;43073;p32"/>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4" name="Google Shape;43074;p32"/>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5" name="Google Shape;43075;p32"/>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6" name="Google Shape;43076;p32"/>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7" name="Google Shape;43077;p32"/>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8" name="Google Shape;43078;p32"/>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9" name="Google Shape;43079;p32"/>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0" name="Google Shape;43080;p32"/>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1" name="Google Shape;43081;p32"/>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2" name="Google Shape;43082;p32"/>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3" name="Google Shape;43083;p32"/>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4" name="Google Shape;43084;p32"/>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5" name="Google Shape;43085;p32"/>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6" name="Google Shape;43086;p32"/>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7" name="Google Shape;43087;p32"/>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8" name="Google Shape;43088;p32"/>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9" name="Google Shape;43089;p32"/>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0" name="Google Shape;43090;p32"/>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91" name="Google Shape;43091;p32"/>
            <p:cNvGrpSpPr/>
            <p:nvPr/>
          </p:nvGrpSpPr>
          <p:grpSpPr>
            <a:xfrm>
              <a:off x="70735" y="1273487"/>
              <a:ext cx="9002530" cy="21952"/>
              <a:chOff x="79447" y="1287658"/>
              <a:chExt cx="9002530" cy="21952"/>
            </a:xfrm>
          </p:grpSpPr>
          <p:sp>
            <p:nvSpPr>
              <p:cNvPr id="43092" name="Google Shape;43092;p32"/>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3" name="Google Shape;43093;p32"/>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4" name="Google Shape;43094;p32"/>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5" name="Google Shape;43095;p32"/>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6" name="Google Shape;43096;p32"/>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7" name="Google Shape;43097;p32"/>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8" name="Google Shape;43098;p32"/>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9" name="Google Shape;43099;p32"/>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0" name="Google Shape;43100;p32"/>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1" name="Google Shape;43101;p32"/>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2" name="Google Shape;43102;p32"/>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3" name="Google Shape;43103;p32"/>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4" name="Google Shape;43104;p32"/>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5" name="Google Shape;43105;p32"/>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6" name="Google Shape;43106;p32"/>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7" name="Google Shape;43107;p32"/>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8" name="Google Shape;43108;p32"/>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9" name="Google Shape;43109;p32"/>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0" name="Google Shape;43110;p32"/>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1" name="Google Shape;43111;p32"/>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2" name="Google Shape;43112;p32"/>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3" name="Google Shape;43113;p32"/>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4" name="Google Shape;43114;p32"/>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5" name="Google Shape;43115;p32"/>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6" name="Google Shape;43116;p32"/>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7" name="Google Shape;43117;p32"/>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8" name="Google Shape;43118;p32"/>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9" name="Google Shape;43119;p32"/>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0" name="Google Shape;43120;p32"/>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1" name="Google Shape;43121;p32"/>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2" name="Google Shape;43122;p32"/>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3" name="Google Shape;43123;p32"/>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4" name="Google Shape;43124;p32"/>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5" name="Google Shape;43125;p32"/>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6" name="Google Shape;43126;p32"/>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7" name="Google Shape;43127;p32"/>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8" name="Google Shape;43128;p32"/>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9" name="Google Shape;43129;p32"/>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0" name="Google Shape;43130;p32"/>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1" name="Google Shape;43131;p32"/>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2" name="Google Shape;43132;p32"/>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3" name="Google Shape;43133;p32"/>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4" name="Google Shape;43134;p32"/>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5" name="Google Shape;43135;p32"/>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6" name="Google Shape;43136;p32"/>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7" name="Google Shape;43137;p32"/>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8" name="Google Shape;43138;p32"/>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9" name="Google Shape;43139;p32"/>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0" name="Google Shape;43140;p32"/>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1" name="Google Shape;43141;p32"/>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42" name="Google Shape;43142;p32"/>
            <p:cNvGrpSpPr/>
            <p:nvPr/>
          </p:nvGrpSpPr>
          <p:grpSpPr>
            <a:xfrm>
              <a:off x="70735" y="1444854"/>
              <a:ext cx="9002530" cy="21952"/>
              <a:chOff x="79447" y="1458352"/>
              <a:chExt cx="9002530" cy="21952"/>
            </a:xfrm>
          </p:grpSpPr>
          <p:sp>
            <p:nvSpPr>
              <p:cNvPr id="43143" name="Google Shape;43143;p32"/>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4" name="Google Shape;43144;p32"/>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5" name="Google Shape;43145;p32"/>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6" name="Google Shape;43146;p32"/>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7" name="Google Shape;43147;p32"/>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8" name="Google Shape;43148;p32"/>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9" name="Google Shape;43149;p32"/>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0" name="Google Shape;43150;p32"/>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1" name="Google Shape;43151;p32"/>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2" name="Google Shape;43152;p32"/>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3" name="Google Shape;43153;p32"/>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4" name="Google Shape;43154;p32"/>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5" name="Google Shape;43155;p32"/>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6" name="Google Shape;43156;p32"/>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7" name="Google Shape;43157;p32"/>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8" name="Google Shape;43158;p32"/>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9" name="Google Shape;43159;p32"/>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0" name="Google Shape;43160;p32"/>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1" name="Google Shape;43161;p32"/>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2" name="Google Shape;43162;p32"/>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3" name="Google Shape;43163;p32"/>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4" name="Google Shape;43164;p32"/>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5" name="Google Shape;43165;p32"/>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6" name="Google Shape;43166;p32"/>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7" name="Google Shape;43167;p32"/>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8" name="Google Shape;43168;p32"/>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9" name="Google Shape;43169;p32"/>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0" name="Google Shape;43170;p32"/>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1" name="Google Shape;43171;p32"/>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2" name="Google Shape;43172;p32"/>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3" name="Google Shape;43173;p32"/>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4" name="Google Shape;43174;p32"/>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5" name="Google Shape;43175;p32"/>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6" name="Google Shape;43176;p32"/>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7" name="Google Shape;43177;p32"/>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8" name="Google Shape;43178;p32"/>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9" name="Google Shape;43179;p32"/>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0" name="Google Shape;43180;p32"/>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1" name="Google Shape;43181;p32"/>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2" name="Google Shape;43182;p32"/>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3" name="Google Shape;43183;p32"/>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4" name="Google Shape;43184;p32"/>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5" name="Google Shape;43185;p32"/>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6" name="Google Shape;43186;p32"/>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7" name="Google Shape;43187;p32"/>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8" name="Google Shape;43188;p32"/>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9" name="Google Shape;43189;p32"/>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0" name="Google Shape;43190;p32"/>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1" name="Google Shape;43191;p32"/>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2" name="Google Shape;43192;p32"/>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93" name="Google Shape;43193;p32"/>
            <p:cNvGrpSpPr/>
            <p:nvPr/>
          </p:nvGrpSpPr>
          <p:grpSpPr>
            <a:xfrm>
              <a:off x="70735" y="1616221"/>
              <a:ext cx="9002530" cy="22993"/>
              <a:chOff x="79447" y="1627911"/>
              <a:chExt cx="9002530" cy="22993"/>
            </a:xfrm>
          </p:grpSpPr>
          <p:sp>
            <p:nvSpPr>
              <p:cNvPr id="43194" name="Google Shape;43194;p32"/>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5" name="Google Shape;43195;p32"/>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6" name="Google Shape;43196;p32"/>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7" name="Google Shape;43197;p32"/>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8" name="Google Shape;43198;p32"/>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9" name="Google Shape;43199;p32"/>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0" name="Google Shape;43200;p32"/>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1" name="Google Shape;43201;p32"/>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2" name="Google Shape;43202;p32"/>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3" name="Google Shape;43203;p32"/>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4" name="Google Shape;43204;p32"/>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5" name="Google Shape;43205;p32"/>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6" name="Google Shape;43206;p32"/>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7" name="Google Shape;43207;p32"/>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8" name="Google Shape;43208;p32"/>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9" name="Google Shape;43209;p32"/>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0" name="Google Shape;43210;p32"/>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1" name="Google Shape;43211;p32"/>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2" name="Google Shape;43212;p32"/>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3" name="Google Shape;43213;p32"/>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4" name="Google Shape;43214;p32"/>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5" name="Google Shape;43215;p32"/>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6" name="Google Shape;43216;p32"/>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7" name="Google Shape;43217;p32"/>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8" name="Google Shape;43218;p32"/>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9" name="Google Shape;43219;p32"/>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0" name="Google Shape;43220;p32"/>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1" name="Google Shape;43221;p32"/>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2" name="Google Shape;43222;p32"/>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3" name="Google Shape;43223;p32"/>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4" name="Google Shape;43224;p32"/>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5" name="Google Shape;43225;p32"/>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6" name="Google Shape;43226;p32"/>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7" name="Google Shape;43227;p32"/>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8" name="Google Shape;43228;p32"/>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9" name="Google Shape;43229;p32"/>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0" name="Google Shape;43230;p32"/>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1" name="Google Shape;43231;p32"/>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2" name="Google Shape;43232;p32"/>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3" name="Google Shape;43233;p32"/>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4" name="Google Shape;43234;p32"/>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5" name="Google Shape;43235;p32"/>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6" name="Google Shape;43236;p32"/>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7" name="Google Shape;43237;p32"/>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8" name="Google Shape;43238;p32"/>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9" name="Google Shape;43239;p32"/>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0" name="Google Shape;43240;p32"/>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1" name="Google Shape;43241;p32"/>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2" name="Google Shape;43242;p32"/>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3" name="Google Shape;43243;p32"/>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44" name="Google Shape;43244;p32"/>
            <p:cNvGrpSpPr/>
            <p:nvPr/>
          </p:nvGrpSpPr>
          <p:grpSpPr>
            <a:xfrm>
              <a:off x="70735" y="1788629"/>
              <a:ext cx="9002530" cy="21952"/>
              <a:chOff x="79447" y="1798606"/>
              <a:chExt cx="9002530" cy="21952"/>
            </a:xfrm>
          </p:grpSpPr>
          <p:sp>
            <p:nvSpPr>
              <p:cNvPr id="43245" name="Google Shape;43245;p32"/>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6" name="Google Shape;43246;p32"/>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7" name="Google Shape;43247;p32"/>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8" name="Google Shape;43248;p32"/>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9" name="Google Shape;43249;p32"/>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0" name="Google Shape;43250;p32"/>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1" name="Google Shape;43251;p32"/>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2" name="Google Shape;43252;p32"/>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3" name="Google Shape;43253;p32"/>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4" name="Google Shape;43254;p32"/>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5" name="Google Shape;43255;p32"/>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6" name="Google Shape;43256;p32"/>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7" name="Google Shape;43257;p32"/>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8" name="Google Shape;43258;p32"/>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9" name="Google Shape;43259;p32"/>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0" name="Google Shape;43260;p32"/>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1" name="Google Shape;43261;p32"/>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2" name="Google Shape;43262;p32"/>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3" name="Google Shape;43263;p32"/>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4" name="Google Shape;43264;p32"/>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5" name="Google Shape;43265;p32"/>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6" name="Google Shape;43266;p32"/>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7" name="Google Shape;43267;p32"/>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8" name="Google Shape;43268;p32"/>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9" name="Google Shape;43269;p32"/>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0" name="Google Shape;43270;p32"/>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1" name="Google Shape;43271;p32"/>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2" name="Google Shape;43272;p32"/>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3" name="Google Shape;43273;p32"/>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4" name="Google Shape;43274;p32"/>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5" name="Google Shape;43275;p32"/>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6" name="Google Shape;43276;p32"/>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7" name="Google Shape;43277;p32"/>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8" name="Google Shape;43278;p32"/>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9" name="Google Shape;43279;p32"/>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0" name="Google Shape;43280;p32"/>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1" name="Google Shape;43281;p32"/>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2" name="Google Shape;43282;p32"/>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3" name="Google Shape;43283;p32"/>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4" name="Google Shape;43284;p32"/>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5" name="Google Shape;43285;p32"/>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6" name="Google Shape;43286;p32"/>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7" name="Google Shape;43287;p32"/>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8" name="Google Shape;43288;p32"/>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9" name="Google Shape;43289;p32"/>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0" name="Google Shape;43290;p32"/>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1" name="Google Shape;43291;p32"/>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2" name="Google Shape;43292;p32"/>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3" name="Google Shape;43293;p32"/>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4" name="Google Shape;43294;p32"/>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95" name="Google Shape;43295;p32"/>
            <p:cNvGrpSpPr/>
            <p:nvPr/>
          </p:nvGrpSpPr>
          <p:grpSpPr>
            <a:xfrm>
              <a:off x="70735" y="1959996"/>
              <a:ext cx="9002530" cy="21952"/>
              <a:chOff x="79447" y="1969206"/>
              <a:chExt cx="9002530" cy="21952"/>
            </a:xfrm>
          </p:grpSpPr>
          <p:sp>
            <p:nvSpPr>
              <p:cNvPr id="43296" name="Google Shape;43296;p32"/>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7" name="Google Shape;43297;p32"/>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8" name="Google Shape;43298;p32"/>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9" name="Google Shape;43299;p32"/>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0" name="Google Shape;43300;p32"/>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1" name="Google Shape;43301;p32"/>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2" name="Google Shape;43302;p32"/>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3" name="Google Shape;43303;p32"/>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4" name="Google Shape;43304;p32"/>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5" name="Google Shape;43305;p32"/>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6" name="Google Shape;43306;p32"/>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7" name="Google Shape;43307;p32"/>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8" name="Google Shape;43308;p32"/>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9" name="Google Shape;43309;p32"/>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0" name="Google Shape;43310;p32"/>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1" name="Google Shape;43311;p32"/>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2" name="Google Shape;43312;p32"/>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3" name="Google Shape;43313;p32"/>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4" name="Google Shape;43314;p32"/>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5" name="Google Shape;43315;p32"/>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6" name="Google Shape;43316;p32"/>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7" name="Google Shape;43317;p32"/>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8" name="Google Shape;43318;p32"/>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9" name="Google Shape;43319;p32"/>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0" name="Google Shape;43320;p32"/>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1" name="Google Shape;43321;p32"/>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2" name="Google Shape;43322;p32"/>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3" name="Google Shape;43323;p32"/>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4" name="Google Shape;43324;p32"/>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5" name="Google Shape;43325;p32"/>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6" name="Google Shape;43326;p32"/>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7" name="Google Shape;43327;p32"/>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8" name="Google Shape;43328;p32"/>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9" name="Google Shape;43329;p32"/>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0" name="Google Shape;43330;p32"/>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1" name="Google Shape;43331;p32"/>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2" name="Google Shape;43332;p32"/>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3" name="Google Shape;43333;p32"/>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4" name="Google Shape;43334;p32"/>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5" name="Google Shape;43335;p32"/>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6" name="Google Shape;43336;p32"/>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7" name="Google Shape;43337;p32"/>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8" name="Google Shape;43338;p32"/>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9" name="Google Shape;43339;p32"/>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0" name="Google Shape;43340;p32"/>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1" name="Google Shape;43341;p32"/>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2" name="Google Shape;43342;p32"/>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3" name="Google Shape;43343;p32"/>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4" name="Google Shape;43344;p32"/>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5" name="Google Shape;43345;p32"/>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46" name="Google Shape;43346;p32"/>
            <p:cNvGrpSpPr/>
            <p:nvPr/>
          </p:nvGrpSpPr>
          <p:grpSpPr>
            <a:xfrm>
              <a:off x="70735" y="2131363"/>
              <a:ext cx="9002530" cy="22993"/>
              <a:chOff x="79447" y="2138859"/>
              <a:chExt cx="9002530" cy="22993"/>
            </a:xfrm>
          </p:grpSpPr>
          <p:sp>
            <p:nvSpPr>
              <p:cNvPr id="43347" name="Google Shape;43347;p32"/>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8" name="Google Shape;43348;p32"/>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9" name="Google Shape;43349;p32"/>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0" name="Google Shape;43350;p32"/>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1" name="Google Shape;43351;p32"/>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2" name="Google Shape;43352;p32"/>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3" name="Google Shape;43353;p32"/>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4" name="Google Shape;43354;p32"/>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5" name="Google Shape;43355;p32"/>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6" name="Google Shape;43356;p32"/>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7" name="Google Shape;43357;p32"/>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8" name="Google Shape;43358;p32"/>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9" name="Google Shape;43359;p32"/>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0" name="Google Shape;43360;p32"/>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1" name="Google Shape;43361;p32"/>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2" name="Google Shape;43362;p32"/>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3" name="Google Shape;43363;p32"/>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4" name="Google Shape;43364;p32"/>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5" name="Google Shape;43365;p32"/>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6" name="Google Shape;43366;p32"/>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7" name="Google Shape;43367;p32"/>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8" name="Google Shape;43368;p32"/>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9" name="Google Shape;43369;p32"/>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0" name="Google Shape;43370;p32"/>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1" name="Google Shape;43371;p32"/>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2" name="Google Shape;43372;p32"/>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3" name="Google Shape;43373;p32"/>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4" name="Google Shape;43374;p32"/>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5" name="Google Shape;43375;p32"/>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6" name="Google Shape;43376;p32"/>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7" name="Google Shape;43377;p32"/>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8" name="Google Shape;43378;p32"/>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9" name="Google Shape;43379;p32"/>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0" name="Google Shape;43380;p32"/>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1" name="Google Shape;43381;p32"/>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2" name="Google Shape;43382;p32"/>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3" name="Google Shape;43383;p32"/>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4" name="Google Shape;43384;p32"/>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5" name="Google Shape;43385;p32"/>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6" name="Google Shape;43386;p32"/>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7" name="Google Shape;43387;p32"/>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8" name="Google Shape;43388;p32"/>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9" name="Google Shape;43389;p32"/>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0" name="Google Shape;43390;p32"/>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1" name="Google Shape;43391;p32"/>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2" name="Google Shape;43392;p32"/>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3" name="Google Shape;43393;p32"/>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4" name="Google Shape;43394;p32"/>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5" name="Google Shape;43395;p32"/>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6" name="Google Shape;43396;p32"/>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7" name="Google Shape;43397;p32"/>
            <p:cNvGrpSpPr/>
            <p:nvPr/>
          </p:nvGrpSpPr>
          <p:grpSpPr>
            <a:xfrm>
              <a:off x="70735" y="2303771"/>
              <a:ext cx="9002530" cy="21952"/>
              <a:chOff x="79447" y="2309459"/>
              <a:chExt cx="9002530" cy="21952"/>
            </a:xfrm>
          </p:grpSpPr>
          <p:sp>
            <p:nvSpPr>
              <p:cNvPr id="43398" name="Google Shape;43398;p32"/>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9" name="Google Shape;43399;p32"/>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0" name="Google Shape;43400;p32"/>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1" name="Google Shape;43401;p32"/>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2" name="Google Shape;43402;p32"/>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3" name="Google Shape;43403;p32"/>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4" name="Google Shape;43404;p32"/>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5" name="Google Shape;43405;p32"/>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6" name="Google Shape;43406;p32"/>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7" name="Google Shape;43407;p32"/>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8" name="Google Shape;43408;p32"/>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9" name="Google Shape;43409;p32"/>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0" name="Google Shape;43410;p32"/>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1" name="Google Shape;43411;p32"/>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2" name="Google Shape;43412;p32"/>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3" name="Google Shape;43413;p32"/>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4" name="Google Shape;43414;p32"/>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5" name="Google Shape;43415;p32"/>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6" name="Google Shape;43416;p32"/>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7" name="Google Shape;43417;p32"/>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8" name="Google Shape;43418;p32"/>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9" name="Google Shape;43419;p32"/>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0" name="Google Shape;43420;p32"/>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1" name="Google Shape;43421;p32"/>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2" name="Google Shape;43422;p32"/>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3" name="Google Shape;43423;p32"/>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4" name="Google Shape;43424;p32"/>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5" name="Google Shape;43425;p32"/>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6" name="Google Shape;43426;p32"/>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7" name="Google Shape;43427;p32"/>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8" name="Google Shape;43428;p32"/>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9" name="Google Shape;43429;p32"/>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0" name="Google Shape;43430;p32"/>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1" name="Google Shape;43431;p32"/>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2" name="Google Shape;43432;p32"/>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3" name="Google Shape;43433;p32"/>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4" name="Google Shape;43434;p32"/>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5" name="Google Shape;43435;p32"/>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6" name="Google Shape;43436;p32"/>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7" name="Google Shape;43437;p32"/>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8" name="Google Shape;43438;p32"/>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9" name="Google Shape;43439;p32"/>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0" name="Google Shape;43440;p32"/>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1" name="Google Shape;43441;p32"/>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2" name="Google Shape;43442;p32"/>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3" name="Google Shape;43443;p32"/>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4" name="Google Shape;43444;p32"/>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5" name="Google Shape;43445;p32"/>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6" name="Google Shape;43446;p32"/>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7" name="Google Shape;43447;p32"/>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8" name="Google Shape;43448;p32"/>
            <p:cNvGrpSpPr/>
            <p:nvPr/>
          </p:nvGrpSpPr>
          <p:grpSpPr>
            <a:xfrm>
              <a:off x="70735" y="2475138"/>
              <a:ext cx="9002530" cy="21952"/>
              <a:chOff x="79447" y="2480154"/>
              <a:chExt cx="9002530" cy="21952"/>
            </a:xfrm>
          </p:grpSpPr>
          <p:sp>
            <p:nvSpPr>
              <p:cNvPr id="43449" name="Google Shape;43449;p32"/>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0" name="Google Shape;43450;p32"/>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1" name="Google Shape;43451;p32"/>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2" name="Google Shape;43452;p32"/>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3" name="Google Shape;43453;p32"/>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4" name="Google Shape;43454;p32"/>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5" name="Google Shape;43455;p32"/>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6" name="Google Shape;43456;p32"/>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7" name="Google Shape;43457;p32"/>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8" name="Google Shape;43458;p32"/>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9" name="Google Shape;43459;p32"/>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0" name="Google Shape;43460;p32"/>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1" name="Google Shape;43461;p32"/>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2" name="Google Shape;43462;p32"/>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3" name="Google Shape;43463;p32"/>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4" name="Google Shape;43464;p32"/>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5" name="Google Shape;43465;p32"/>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6" name="Google Shape;43466;p32"/>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7" name="Google Shape;43467;p32"/>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8" name="Google Shape;43468;p32"/>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9" name="Google Shape;43469;p32"/>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0" name="Google Shape;43470;p32"/>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1" name="Google Shape;43471;p32"/>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2" name="Google Shape;43472;p32"/>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3" name="Google Shape;43473;p32"/>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4" name="Google Shape;43474;p32"/>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5" name="Google Shape;43475;p32"/>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6" name="Google Shape;43476;p32"/>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7" name="Google Shape;43477;p32"/>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8" name="Google Shape;43478;p32"/>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9" name="Google Shape;43479;p32"/>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0" name="Google Shape;43480;p32"/>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1" name="Google Shape;43481;p32"/>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2" name="Google Shape;43482;p32"/>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3" name="Google Shape;43483;p32"/>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4" name="Google Shape;43484;p32"/>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5" name="Google Shape;43485;p32"/>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6" name="Google Shape;43486;p32"/>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7" name="Google Shape;43487;p32"/>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8" name="Google Shape;43488;p32"/>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9" name="Google Shape;43489;p32"/>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0" name="Google Shape;43490;p32"/>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1" name="Google Shape;43491;p32"/>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2" name="Google Shape;43492;p32"/>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3" name="Google Shape;43493;p32"/>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4" name="Google Shape;43494;p32"/>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5" name="Google Shape;43495;p32"/>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6" name="Google Shape;43496;p32"/>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7" name="Google Shape;43497;p32"/>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8" name="Google Shape;43498;p32"/>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99" name="Google Shape;43499;p32"/>
            <p:cNvGrpSpPr/>
            <p:nvPr/>
          </p:nvGrpSpPr>
          <p:grpSpPr>
            <a:xfrm>
              <a:off x="70735" y="2646505"/>
              <a:ext cx="9002530" cy="21952"/>
              <a:chOff x="79447" y="2650753"/>
              <a:chExt cx="9002530" cy="21952"/>
            </a:xfrm>
          </p:grpSpPr>
          <p:sp>
            <p:nvSpPr>
              <p:cNvPr id="43500" name="Google Shape;43500;p32"/>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1" name="Google Shape;43501;p32"/>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2" name="Google Shape;43502;p32"/>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3" name="Google Shape;43503;p32"/>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4" name="Google Shape;43504;p32"/>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5" name="Google Shape;43505;p32"/>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6" name="Google Shape;43506;p32"/>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7" name="Google Shape;43507;p32"/>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8" name="Google Shape;43508;p32"/>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9" name="Google Shape;43509;p32"/>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0" name="Google Shape;43510;p32"/>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1" name="Google Shape;43511;p32"/>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2" name="Google Shape;43512;p32"/>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3" name="Google Shape;43513;p32"/>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4" name="Google Shape;43514;p32"/>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5" name="Google Shape;43515;p32"/>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6" name="Google Shape;43516;p32"/>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7" name="Google Shape;43517;p32"/>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8" name="Google Shape;43518;p32"/>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9" name="Google Shape;43519;p32"/>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0" name="Google Shape;43520;p32"/>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1" name="Google Shape;43521;p32"/>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2" name="Google Shape;43522;p32"/>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3" name="Google Shape;43523;p32"/>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4" name="Google Shape;43524;p32"/>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5" name="Google Shape;43525;p32"/>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6" name="Google Shape;43526;p32"/>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7" name="Google Shape;43527;p32"/>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8" name="Google Shape;43528;p32"/>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9" name="Google Shape;43529;p32"/>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0" name="Google Shape;43530;p32"/>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1" name="Google Shape;43531;p32"/>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2" name="Google Shape;43532;p32"/>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3" name="Google Shape;43533;p32"/>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4" name="Google Shape;43534;p32"/>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5" name="Google Shape;43535;p32"/>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6" name="Google Shape;43536;p32"/>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7" name="Google Shape;43537;p32"/>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8" name="Google Shape;43538;p32"/>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9" name="Google Shape;43539;p32"/>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0" name="Google Shape;43540;p32"/>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1" name="Google Shape;43541;p32"/>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2" name="Google Shape;43542;p32"/>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3" name="Google Shape;43543;p32"/>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4" name="Google Shape;43544;p32"/>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5" name="Google Shape;43545;p32"/>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6" name="Google Shape;43546;p32"/>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7" name="Google Shape;43547;p32"/>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8" name="Google Shape;43548;p32"/>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9" name="Google Shape;43549;p32"/>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50" name="Google Shape;43550;p32"/>
            <p:cNvGrpSpPr/>
            <p:nvPr/>
          </p:nvGrpSpPr>
          <p:grpSpPr>
            <a:xfrm>
              <a:off x="70735" y="2817872"/>
              <a:ext cx="9002530" cy="21952"/>
              <a:chOff x="79447" y="2821448"/>
              <a:chExt cx="9002530" cy="21952"/>
            </a:xfrm>
          </p:grpSpPr>
          <p:sp>
            <p:nvSpPr>
              <p:cNvPr id="43551" name="Google Shape;43551;p32"/>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2" name="Google Shape;43552;p32"/>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3" name="Google Shape;43553;p32"/>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4" name="Google Shape;43554;p32"/>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5" name="Google Shape;43555;p32"/>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6" name="Google Shape;43556;p32"/>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7" name="Google Shape;43557;p32"/>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8" name="Google Shape;43558;p32"/>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9" name="Google Shape;43559;p32"/>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0" name="Google Shape;43560;p32"/>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1" name="Google Shape;43561;p32"/>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2" name="Google Shape;43562;p32"/>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3" name="Google Shape;43563;p32"/>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4" name="Google Shape;43564;p32"/>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5" name="Google Shape;43565;p32"/>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6" name="Google Shape;43566;p32"/>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7" name="Google Shape;43567;p32"/>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8" name="Google Shape;43568;p32"/>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9" name="Google Shape;43569;p32"/>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0" name="Google Shape;43570;p32"/>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1" name="Google Shape;43571;p32"/>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2" name="Google Shape;43572;p32"/>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3" name="Google Shape;43573;p32"/>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4" name="Google Shape;43574;p32"/>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5" name="Google Shape;43575;p32"/>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6" name="Google Shape;43576;p32"/>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7" name="Google Shape;43577;p32"/>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8" name="Google Shape;43578;p32"/>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9" name="Google Shape;43579;p32"/>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0" name="Google Shape;43580;p32"/>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1" name="Google Shape;43581;p32"/>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2" name="Google Shape;43582;p32"/>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3" name="Google Shape;43583;p32"/>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4" name="Google Shape;43584;p32"/>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5" name="Google Shape;43585;p32"/>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6" name="Google Shape;43586;p32"/>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7" name="Google Shape;43587;p32"/>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8" name="Google Shape;43588;p32"/>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9" name="Google Shape;43589;p32"/>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0" name="Google Shape;43590;p32"/>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1" name="Google Shape;43591;p32"/>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2" name="Google Shape;43592;p32"/>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3" name="Google Shape;43593;p32"/>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4" name="Google Shape;43594;p32"/>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5" name="Google Shape;43595;p32"/>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6" name="Google Shape;43596;p32"/>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7" name="Google Shape;43597;p32"/>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8" name="Google Shape;43598;p32"/>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9" name="Google Shape;43599;p32"/>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0" name="Google Shape;43600;p32"/>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01" name="Google Shape;43601;p32"/>
            <p:cNvGrpSpPr/>
            <p:nvPr/>
          </p:nvGrpSpPr>
          <p:grpSpPr>
            <a:xfrm>
              <a:off x="70735" y="2989239"/>
              <a:ext cx="9002530" cy="22898"/>
              <a:chOff x="79447" y="2991102"/>
              <a:chExt cx="9002530" cy="22898"/>
            </a:xfrm>
          </p:grpSpPr>
          <p:sp>
            <p:nvSpPr>
              <p:cNvPr id="43602" name="Google Shape;43602;p32"/>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3" name="Google Shape;43603;p32"/>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4" name="Google Shape;43604;p32"/>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5" name="Google Shape;43605;p32"/>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6" name="Google Shape;43606;p32"/>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7" name="Google Shape;43607;p32"/>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8" name="Google Shape;43608;p32"/>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9" name="Google Shape;43609;p32"/>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0" name="Google Shape;43610;p32"/>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1" name="Google Shape;43611;p32"/>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2" name="Google Shape;43612;p32"/>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3" name="Google Shape;43613;p32"/>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4" name="Google Shape;43614;p32"/>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5" name="Google Shape;43615;p32"/>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6" name="Google Shape;43616;p32"/>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7" name="Google Shape;43617;p32"/>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8" name="Google Shape;43618;p32"/>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9" name="Google Shape;43619;p32"/>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0" name="Google Shape;43620;p32"/>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1" name="Google Shape;43621;p32"/>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2" name="Google Shape;43622;p32"/>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3" name="Google Shape;43623;p32"/>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4" name="Google Shape;43624;p32"/>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5" name="Google Shape;43625;p32"/>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6" name="Google Shape;43626;p32"/>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7" name="Google Shape;43627;p32"/>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8" name="Google Shape;43628;p32"/>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9" name="Google Shape;43629;p32"/>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0" name="Google Shape;43630;p32"/>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1" name="Google Shape;43631;p32"/>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2" name="Google Shape;43632;p32"/>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3" name="Google Shape;43633;p32"/>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4" name="Google Shape;43634;p32"/>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5" name="Google Shape;43635;p32"/>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6" name="Google Shape;43636;p32"/>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7" name="Google Shape;43637;p32"/>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8" name="Google Shape;43638;p32"/>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9" name="Google Shape;43639;p32"/>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0" name="Google Shape;43640;p32"/>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1" name="Google Shape;43641;p32"/>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2" name="Google Shape;43642;p32"/>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3" name="Google Shape;43643;p32"/>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4" name="Google Shape;43644;p32"/>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5" name="Google Shape;43645;p32"/>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6" name="Google Shape;43646;p32"/>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7" name="Google Shape;43647;p32"/>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8" name="Google Shape;43648;p32"/>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9" name="Google Shape;43649;p32"/>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0" name="Google Shape;43650;p32"/>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1" name="Google Shape;43651;p32"/>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52" name="Google Shape;43652;p32"/>
            <p:cNvGrpSpPr/>
            <p:nvPr/>
          </p:nvGrpSpPr>
          <p:grpSpPr>
            <a:xfrm>
              <a:off x="70735" y="3161552"/>
              <a:ext cx="9002530" cy="21952"/>
              <a:chOff x="79447" y="3161701"/>
              <a:chExt cx="9002530" cy="21952"/>
            </a:xfrm>
          </p:grpSpPr>
          <p:sp>
            <p:nvSpPr>
              <p:cNvPr id="43653" name="Google Shape;43653;p32"/>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4" name="Google Shape;43654;p32"/>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5" name="Google Shape;43655;p32"/>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6" name="Google Shape;43656;p32"/>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7" name="Google Shape;43657;p32"/>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8" name="Google Shape;43658;p32"/>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9" name="Google Shape;43659;p32"/>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0" name="Google Shape;43660;p32"/>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1" name="Google Shape;43661;p32"/>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2" name="Google Shape;43662;p32"/>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3" name="Google Shape;43663;p32"/>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4" name="Google Shape;43664;p32"/>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5" name="Google Shape;43665;p32"/>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6" name="Google Shape;43666;p32"/>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7" name="Google Shape;43667;p32"/>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8" name="Google Shape;43668;p32"/>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9" name="Google Shape;43669;p32"/>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0" name="Google Shape;43670;p32"/>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1" name="Google Shape;43671;p32"/>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2" name="Google Shape;43672;p32"/>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3" name="Google Shape;43673;p32"/>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4" name="Google Shape;43674;p32"/>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5" name="Google Shape;43675;p32"/>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6" name="Google Shape;43676;p32"/>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7" name="Google Shape;43677;p32"/>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8" name="Google Shape;43678;p32"/>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9" name="Google Shape;43679;p32"/>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0" name="Google Shape;43680;p32"/>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1" name="Google Shape;43681;p32"/>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2" name="Google Shape;43682;p32"/>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3" name="Google Shape;43683;p32"/>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4" name="Google Shape;43684;p32"/>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5" name="Google Shape;43685;p32"/>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6" name="Google Shape;43686;p32"/>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7" name="Google Shape;43687;p32"/>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8" name="Google Shape;43688;p32"/>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9" name="Google Shape;43689;p32"/>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0" name="Google Shape;43690;p32"/>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1" name="Google Shape;43691;p32"/>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2" name="Google Shape;43692;p32"/>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3" name="Google Shape;43693;p32"/>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4" name="Google Shape;43694;p32"/>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5" name="Google Shape;43695;p32"/>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6" name="Google Shape;43696;p32"/>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7" name="Google Shape;43697;p32"/>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8" name="Google Shape;43698;p32"/>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9" name="Google Shape;43699;p32"/>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0" name="Google Shape;43700;p32"/>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1" name="Google Shape;43701;p32"/>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2" name="Google Shape;43702;p32"/>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03" name="Google Shape;43703;p32"/>
            <p:cNvGrpSpPr/>
            <p:nvPr/>
          </p:nvGrpSpPr>
          <p:grpSpPr>
            <a:xfrm>
              <a:off x="70735" y="3332919"/>
              <a:ext cx="9002530" cy="21952"/>
              <a:chOff x="79447" y="3332396"/>
              <a:chExt cx="9002530" cy="21952"/>
            </a:xfrm>
          </p:grpSpPr>
          <p:sp>
            <p:nvSpPr>
              <p:cNvPr id="43704" name="Google Shape;43704;p32"/>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5" name="Google Shape;43705;p32"/>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6" name="Google Shape;43706;p32"/>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7" name="Google Shape;43707;p32"/>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8" name="Google Shape;43708;p32"/>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9" name="Google Shape;43709;p32"/>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0" name="Google Shape;43710;p32"/>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1" name="Google Shape;43711;p32"/>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2" name="Google Shape;43712;p32"/>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3" name="Google Shape;43713;p32"/>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4" name="Google Shape;43714;p32"/>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5" name="Google Shape;43715;p32"/>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6" name="Google Shape;43716;p32"/>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7" name="Google Shape;43717;p32"/>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8" name="Google Shape;43718;p32"/>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9" name="Google Shape;43719;p32"/>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0" name="Google Shape;43720;p32"/>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1" name="Google Shape;43721;p32"/>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2" name="Google Shape;43722;p32"/>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3" name="Google Shape;43723;p32"/>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4" name="Google Shape;43724;p32"/>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5" name="Google Shape;43725;p32"/>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6" name="Google Shape;43726;p32"/>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7" name="Google Shape;43727;p32"/>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8" name="Google Shape;43728;p32"/>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9" name="Google Shape;43729;p32"/>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0" name="Google Shape;43730;p32"/>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1" name="Google Shape;43731;p32"/>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2" name="Google Shape;43732;p32"/>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3" name="Google Shape;43733;p32"/>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4" name="Google Shape;43734;p32"/>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5" name="Google Shape;43735;p32"/>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6" name="Google Shape;43736;p32"/>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7" name="Google Shape;43737;p32"/>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8" name="Google Shape;43738;p32"/>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9" name="Google Shape;43739;p32"/>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0" name="Google Shape;43740;p32"/>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1" name="Google Shape;43741;p32"/>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2" name="Google Shape;43742;p32"/>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3" name="Google Shape;43743;p32"/>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4" name="Google Shape;43744;p32"/>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5" name="Google Shape;43745;p32"/>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6" name="Google Shape;43746;p32"/>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7" name="Google Shape;43747;p32"/>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8" name="Google Shape;43748;p32"/>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9" name="Google Shape;43749;p32"/>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0" name="Google Shape;43750;p32"/>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1" name="Google Shape;43751;p32"/>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2" name="Google Shape;43752;p32"/>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3" name="Google Shape;43753;p32"/>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54" name="Google Shape;43754;p32"/>
            <p:cNvGrpSpPr/>
            <p:nvPr/>
          </p:nvGrpSpPr>
          <p:grpSpPr>
            <a:xfrm>
              <a:off x="70735" y="3504286"/>
              <a:ext cx="9002530" cy="22993"/>
              <a:chOff x="79447" y="3501955"/>
              <a:chExt cx="9002530" cy="22993"/>
            </a:xfrm>
          </p:grpSpPr>
          <p:sp>
            <p:nvSpPr>
              <p:cNvPr id="43755" name="Google Shape;43755;p32"/>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6" name="Google Shape;43756;p32"/>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7" name="Google Shape;43757;p32"/>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8" name="Google Shape;43758;p32"/>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9" name="Google Shape;43759;p32"/>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0" name="Google Shape;43760;p32"/>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1" name="Google Shape;43761;p32"/>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2" name="Google Shape;43762;p32"/>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3" name="Google Shape;43763;p32"/>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4" name="Google Shape;43764;p32"/>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5" name="Google Shape;43765;p32"/>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6" name="Google Shape;43766;p32"/>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7" name="Google Shape;43767;p32"/>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8" name="Google Shape;43768;p32"/>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9" name="Google Shape;43769;p32"/>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0" name="Google Shape;43770;p32"/>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1" name="Google Shape;43771;p32"/>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2" name="Google Shape;43772;p32"/>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3" name="Google Shape;43773;p32"/>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4" name="Google Shape;43774;p32"/>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5" name="Google Shape;43775;p32"/>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6" name="Google Shape;43776;p32"/>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7" name="Google Shape;43777;p32"/>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8" name="Google Shape;43778;p32"/>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9" name="Google Shape;43779;p32"/>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0" name="Google Shape;43780;p32"/>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1" name="Google Shape;43781;p32"/>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2" name="Google Shape;43782;p32"/>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3" name="Google Shape;43783;p32"/>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4" name="Google Shape;43784;p32"/>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5" name="Google Shape;43785;p32"/>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6" name="Google Shape;43786;p32"/>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7" name="Google Shape;43787;p32"/>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8" name="Google Shape;43788;p32"/>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9" name="Google Shape;43789;p32"/>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0" name="Google Shape;43790;p32"/>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1" name="Google Shape;43791;p32"/>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2" name="Google Shape;43792;p32"/>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3" name="Google Shape;43793;p32"/>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4" name="Google Shape;43794;p32"/>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5" name="Google Shape;43795;p32"/>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6" name="Google Shape;43796;p32"/>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7" name="Google Shape;43797;p32"/>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8" name="Google Shape;43798;p32"/>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9" name="Google Shape;43799;p32"/>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0" name="Google Shape;43800;p32"/>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1" name="Google Shape;43801;p32"/>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2" name="Google Shape;43802;p32"/>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3" name="Google Shape;43803;p32"/>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4" name="Google Shape;43804;p32"/>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5" name="Google Shape;43805;p32"/>
            <p:cNvGrpSpPr/>
            <p:nvPr/>
          </p:nvGrpSpPr>
          <p:grpSpPr>
            <a:xfrm>
              <a:off x="70735" y="3676694"/>
              <a:ext cx="9002530" cy="21952"/>
              <a:chOff x="79447" y="3672649"/>
              <a:chExt cx="9002530" cy="21952"/>
            </a:xfrm>
          </p:grpSpPr>
          <p:sp>
            <p:nvSpPr>
              <p:cNvPr id="43806" name="Google Shape;43806;p32"/>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7" name="Google Shape;43807;p32"/>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8" name="Google Shape;43808;p32"/>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9" name="Google Shape;43809;p32"/>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0" name="Google Shape;43810;p32"/>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1" name="Google Shape;43811;p32"/>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2" name="Google Shape;43812;p32"/>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3" name="Google Shape;43813;p32"/>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4" name="Google Shape;43814;p32"/>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5" name="Google Shape;43815;p32"/>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6" name="Google Shape;43816;p32"/>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7" name="Google Shape;43817;p32"/>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8" name="Google Shape;43818;p32"/>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9" name="Google Shape;43819;p32"/>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0" name="Google Shape;43820;p32"/>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1" name="Google Shape;43821;p32"/>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2" name="Google Shape;43822;p32"/>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3" name="Google Shape;43823;p32"/>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4" name="Google Shape;43824;p32"/>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5" name="Google Shape;43825;p32"/>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6" name="Google Shape;43826;p32"/>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7" name="Google Shape;43827;p32"/>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8" name="Google Shape;43828;p32"/>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9" name="Google Shape;43829;p32"/>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0" name="Google Shape;43830;p32"/>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1" name="Google Shape;43831;p32"/>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2" name="Google Shape;43832;p32"/>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3" name="Google Shape;43833;p32"/>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4" name="Google Shape;43834;p32"/>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5" name="Google Shape;43835;p32"/>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6" name="Google Shape;43836;p32"/>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7" name="Google Shape;43837;p32"/>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8" name="Google Shape;43838;p32"/>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9" name="Google Shape;43839;p32"/>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0" name="Google Shape;43840;p32"/>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1" name="Google Shape;43841;p32"/>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2" name="Google Shape;43842;p32"/>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3" name="Google Shape;43843;p32"/>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4" name="Google Shape;43844;p32"/>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5" name="Google Shape;43845;p32"/>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6" name="Google Shape;43846;p32"/>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7" name="Google Shape;43847;p32"/>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8" name="Google Shape;43848;p32"/>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9" name="Google Shape;43849;p32"/>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0" name="Google Shape;43850;p32"/>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1" name="Google Shape;43851;p32"/>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2" name="Google Shape;43852;p32"/>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3" name="Google Shape;43853;p32"/>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4" name="Google Shape;43854;p32"/>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5" name="Google Shape;43855;p32"/>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56" name="Google Shape;43856;p32"/>
            <p:cNvGrpSpPr/>
            <p:nvPr/>
          </p:nvGrpSpPr>
          <p:grpSpPr>
            <a:xfrm>
              <a:off x="70735" y="3848061"/>
              <a:ext cx="9002530" cy="21952"/>
              <a:chOff x="79447" y="3843249"/>
              <a:chExt cx="9002530" cy="21952"/>
            </a:xfrm>
          </p:grpSpPr>
          <p:sp>
            <p:nvSpPr>
              <p:cNvPr id="43857" name="Google Shape;43857;p32"/>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8" name="Google Shape;43858;p32"/>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9" name="Google Shape;43859;p32"/>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0" name="Google Shape;43860;p32"/>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1" name="Google Shape;43861;p32"/>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2" name="Google Shape;43862;p32"/>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3" name="Google Shape;43863;p32"/>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4" name="Google Shape;43864;p32"/>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5" name="Google Shape;43865;p32"/>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6" name="Google Shape;43866;p32"/>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7" name="Google Shape;43867;p32"/>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8" name="Google Shape;43868;p32"/>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9" name="Google Shape;43869;p32"/>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0" name="Google Shape;43870;p32"/>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1" name="Google Shape;43871;p32"/>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2" name="Google Shape;43872;p32"/>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3" name="Google Shape;43873;p32"/>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4" name="Google Shape;43874;p32"/>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5" name="Google Shape;43875;p32"/>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6" name="Google Shape;43876;p32"/>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7" name="Google Shape;43877;p32"/>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8" name="Google Shape;43878;p32"/>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9" name="Google Shape;43879;p32"/>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0" name="Google Shape;43880;p32"/>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1" name="Google Shape;43881;p32"/>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2" name="Google Shape;43882;p32"/>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3" name="Google Shape;43883;p32"/>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4" name="Google Shape;43884;p32"/>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5" name="Google Shape;43885;p32"/>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6" name="Google Shape;43886;p32"/>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7" name="Google Shape;43887;p32"/>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8" name="Google Shape;43888;p32"/>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9" name="Google Shape;43889;p32"/>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0" name="Google Shape;43890;p32"/>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1" name="Google Shape;43891;p32"/>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2" name="Google Shape;43892;p32"/>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3" name="Google Shape;43893;p32"/>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4" name="Google Shape;43894;p32"/>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5" name="Google Shape;43895;p32"/>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6" name="Google Shape;43896;p32"/>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7" name="Google Shape;43897;p32"/>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8" name="Google Shape;43898;p32"/>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9" name="Google Shape;43899;p32"/>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0" name="Google Shape;43900;p32"/>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1" name="Google Shape;43901;p32"/>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2" name="Google Shape;43902;p32"/>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3" name="Google Shape;43903;p32"/>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4" name="Google Shape;43904;p32"/>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5" name="Google Shape;43905;p32"/>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6" name="Google Shape;43906;p32"/>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07" name="Google Shape;43907;p32"/>
            <p:cNvGrpSpPr/>
            <p:nvPr/>
          </p:nvGrpSpPr>
          <p:grpSpPr>
            <a:xfrm>
              <a:off x="70735" y="4019428"/>
              <a:ext cx="9002530" cy="22993"/>
              <a:chOff x="79447" y="4012903"/>
              <a:chExt cx="9002530" cy="22993"/>
            </a:xfrm>
          </p:grpSpPr>
          <p:sp>
            <p:nvSpPr>
              <p:cNvPr id="43908" name="Google Shape;43908;p32"/>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9" name="Google Shape;43909;p32"/>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0" name="Google Shape;43910;p32"/>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1" name="Google Shape;43911;p32"/>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2" name="Google Shape;43912;p32"/>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3" name="Google Shape;43913;p32"/>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4" name="Google Shape;43914;p32"/>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5" name="Google Shape;43915;p32"/>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6" name="Google Shape;43916;p32"/>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7" name="Google Shape;43917;p32"/>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8" name="Google Shape;43918;p32"/>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9" name="Google Shape;43919;p32"/>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0" name="Google Shape;43920;p32"/>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1" name="Google Shape;43921;p32"/>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2" name="Google Shape;43922;p32"/>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3" name="Google Shape;43923;p32"/>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4" name="Google Shape;43924;p32"/>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5" name="Google Shape;43925;p32"/>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6" name="Google Shape;43926;p32"/>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7" name="Google Shape;43927;p32"/>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8" name="Google Shape;43928;p32"/>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9" name="Google Shape;43929;p32"/>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0" name="Google Shape;43930;p32"/>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1" name="Google Shape;43931;p32"/>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2" name="Google Shape;43932;p32"/>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3" name="Google Shape;43933;p32"/>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4" name="Google Shape;43934;p32"/>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5" name="Google Shape;43935;p32"/>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6" name="Google Shape;43936;p32"/>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7" name="Google Shape;43937;p32"/>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8" name="Google Shape;43938;p32"/>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9" name="Google Shape;43939;p32"/>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0" name="Google Shape;43940;p32"/>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1" name="Google Shape;43941;p32"/>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2" name="Google Shape;43942;p32"/>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3" name="Google Shape;43943;p32"/>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4" name="Google Shape;43944;p32"/>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5" name="Google Shape;43945;p32"/>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6" name="Google Shape;43946;p32"/>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7" name="Google Shape;43947;p32"/>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8" name="Google Shape;43948;p32"/>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9" name="Google Shape;43949;p32"/>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0" name="Google Shape;43950;p32"/>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1" name="Google Shape;43951;p32"/>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2" name="Google Shape;43952;p32"/>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3" name="Google Shape;43953;p32"/>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4" name="Google Shape;43954;p32"/>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5" name="Google Shape;43955;p32"/>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6" name="Google Shape;43956;p32"/>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7" name="Google Shape;43957;p32"/>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58" name="Google Shape;43958;p32"/>
            <p:cNvGrpSpPr/>
            <p:nvPr/>
          </p:nvGrpSpPr>
          <p:grpSpPr>
            <a:xfrm>
              <a:off x="70735" y="4191836"/>
              <a:ext cx="9002530" cy="21952"/>
              <a:chOff x="79447" y="4182462"/>
              <a:chExt cx="9002530" cy="21952"/>
            </a:xfrm>
          </p:grpSpPr>
          <p:sp>
            <p:nvSpPr>
              <p:cNvPr id="43959" name="Google Shape;43959;p32"/>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0" name="Google Shape;43960;p32"/>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1" name="Google Shape;43961;p32"/>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2" name="Google Shape;43962;p32"/>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3" name="Google Shape;43963;p32"/>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4" name="Google Shape;43964;p32"/>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5" name="Google Shape;43965;p32"/>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6" name="Google Shape;43966;p32"/>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7" name="Google Shape;43967;p32"/>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8" name="Google Shape;43968;p32"/>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9" name="Google Shape;43969;p32"/>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0" name="Google Shape;43970;p32"/>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1" name="Google Shape;43971;p32"/>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2" name="Google Shape;43972;p32"/>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3" name="Google Shape;43973;p32"/>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4" name="Google Shape;43974;p32"/>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5" name="Google Shape;43975;p32"/>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6" name="Google Shape;43976;p32"/>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7" name="Google Shape;43977;p32"/>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8" name="Google Shape;43978;p32"/>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9" name="Google Shape;43979;p32"/>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0" name="Google Shape;43980;p32"/>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1" name="Google Shape;43981;p32"/>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2" name="Google Shape;43982;p32"/>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3" name="Google Shape;43983;p32"/>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4" name="Google Shape;43984;p32"/>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5" name="Google Shape;43985;p32"/>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6" name="Google Shape;43986;p32"/>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7" name="Google Shape;43987;p32"/>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8" name="Google Shape;43988;p32"/>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9" name="Google Shape;43989;p32"/>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0" name="Google Shape;43990;p32"/>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1" name="Google Shape;43991;p32"/>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2" name="Google Shape;43992;p32"/>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3" name="Google Shape;43993;p32"/>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4" name="Google Shape;43994;p32"/>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5" name="Google Shape;43995;p32"/>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6" name="Google Shape;43996;p32"/>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7" name="Google Shape;43997;p32"/>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8" name="Google Shape;43998;p32"/>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9" name="Google Shape;43999;p32"/>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0" name="Google Shape;44000;p32"/>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1" name="Google Shape;44001;p32"/>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2" name="Google Shape;44002;p32"/>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3" name="Google Shape;44003;p32"/>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4" name="Google Shape;44004;p32"/>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5" name="Google Shape;44005;p32"/>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6" name="Google Shape;44006;p32"/>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7" name="Google Shape;44007;p32"/>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8" name="Google Shape;44008;p32"/>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09" name="Google Shape;44009;p32"/>
            <p:cNvGrpSpPr/>
            <p:nvPr/>
          </p:nvGrpSpPr>
          <p:grpSpPr>
            <a:xfrm>
              <a:off x="70735" y="4363203"/>
              <a:ext cx="9002530" cy="21952"/>
              <a:chOff x="79447" y="4353157"/>
              <a:chExt cx="9002530" cy="21952"/>
            </a:xfrm>
          </p:grpSpPr>
          <p:sp>
            <p:nvSpPr>
              <p:cNvPr id="44010" name="Google Shape;44010;p32"/>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1" name="Google Shape;44011;p32"/>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2" name="Google Shape;44012;p32"/>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3" name="Google Shape;44013;p32"/>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4" name="Google Shape;44014;p32"/>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5" name="Google Shape;44015;p32"/>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6" name="Google Shape;44016;p32"/>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7" name="Google Shape;44017;p32"/>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8" name="Google Shape;44018;p32"/>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9" name="Google Shape;44019;p32"/>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0" name="Google Shape;44020;p32"/>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1" name="Google Shape;44021;p32"/>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2" name="Google Shape;44022;p32"/>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3" name="Google Shape;44023;p32"/>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4" name="Google Shape;44024;p32"/>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5" name="Google Shape;44025;p32"/>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6" name="Google Shape;44026;p32"/>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7" name="Google Shape;44027;p32"/>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8" name="Google Shape;44028;p32"/>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9" name="Google Shape;44029;p32"/>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0" name="Google Shape;44030;p32"/>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1" name="Google Shape;44031;p32"/>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2" name="Google Shape;44032;p32"/>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3" name="Google Shape;44033;p32"/>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4" name="Google Shape;44034;p32"/>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5" name="Google Shape;44035;p32"/>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6" name="Google Shape;44036;p32"/>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7" name="Google Shape;44037;p32"/>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8" name="Google Shape;44038;p32"/>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9" name="Google Shape;44039;p32"/>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0" name="Google Shape;44040;p32"/>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1" name="Google Shape;44041;p32"/>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2" name="Google Shape;44042;p32"/>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3" name="Google Shape;44043;p32"/>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4" name="Google Shape;44044;p32"/>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5" name="Google Shape;44045;p32"/>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6" name="Google Shape;44046;p32"/>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7" name="Google Shape;44047;p32"/>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8" name="Google Shape;44048;p32"/>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9" name="Google Shape;44049;p32"/>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0" name="Google Shape;44050;p32"/>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1" name="Google Shape;44051;p32"/>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2" name="Google Shape;44052;p32"/>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3" name="Google Shape;44053;p32"/>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4" name="Google Shape;44054;p32"/>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5" name="Google Shape;44055;p32"/>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6" name="Google Shape;44056;p32"/>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7" name="Google Shape;44057;p32"/>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8" name="Google Shape;44058;p32"/>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9" name="Google Shape;44059;p32"/>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60" name="Google Shape;44060;p32"/>
            <p:cNvGrpSpPr/>
            <p:nvPr/>
          </p:nvGrpSpPr>
          <p:grpSpPr>
            <a:xfrm>
              <a:off x="70735" y="4534570"/>
              <a:ext cx="9002530" cy="22993"/>
              <a:chOff x="79447" y="4522716"/>
              <a:chExt cx="9002530" cy="22993"/>
            </a:xfrm>
          </p:grpSpPr>
          <p:sp>
            <p:nvSpPr>
              <p:cNvPr id="44061" name="Google Shape;44061;p32"/>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2" name="Google Shape;44062;p32"/>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3" name="Google Shape;44063;p32"/>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4" name="Google Shape;44064;p32"/>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5" name="Google Shape;44065;p32"/>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6" name="Google Shape;44066;p32"/>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7" name="Google Shape;44067;p32"/>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8" name="Google Shape;44068;p32"/>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9" name="Google Shape;44069;p32"/>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0" name="Google Shape;44070;p32"/>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1" name="Google Shape;44071;p32"/>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2" name="Google Shape;44072;p32"/>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3" name="Google Shape;44073;p32"/>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4" name="Google Shape;44074;p32"/>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5" name="Google Shape;44075;p32"/>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6" name="Google Shape;44076;p32"/>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7" name="Google Shape;44077;p32"/>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8" name="Google Shape;44078;p32"/>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9" name="Google Shape;44079;p32"/>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0" name="Google Shape;44080;p32"/>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1" name="Google Shape;44081;p32"/>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2" name="Google Shape;44082;p32"/>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3" name="Google Shape;44083;p32"/>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4" name="Google Shape;44084;p32"/>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5" name="Google Shape;44085;p32"/>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6" name="Google Shape;44086;p32"/>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7" name="Google Shape;44087;p32"/>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8" name="Google Shape;44088;p32"/>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9" name="Google Shape;44089;p32"/>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0" name="Google Shape;44090;p32"/>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1" name="Google Shape;44091;p32"/>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2" name="Google Shape;44092;p32"/>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3" name="Google Shape;44093;p32"/>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4" name="Google Shape;44094;p32"/>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5" name="Google Shape;44095;p32"/>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6" name="Google Shape;44096;p32"/>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7" name="Google Shape;44097;p32"/>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8" name="Google Shape;44098;p32"/>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9" name="Google Shape;44099;p32"/>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0" name="Google Shape;44100;p32"/>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1" name="Google Shape;44101;p32"/>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2" name="Google Shape;44102;p32"/>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3" name="Google Shape;44103;p32"/>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4" name="Google Shape;44104;p32"/>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5" name="Google Shape;44105;p32"/>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6" name="Google Shape;44106;p32"/>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7" name="Google Shape;44107;p32"/>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8" name="Google Shape;44108;p32"/>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9" name="Google Shape;44109;p32"/>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0" name="Google Shape;44110;p32"/>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11" name="Google Shape;44111;p32"/>
            <p:cNvGrpSpPr/>
            <p:nvPr/>
          </p:nvGrpSpPr>
          <p:grpSpPr>
            <a:xfrm>
              <a:off x="70735" y="4706978"/>
              <a:ext cx="9002530" cy="21952"/>
              <a:chOff x="79447" y="4693410"/>
              <a:chExt cx="9002530" cy="21952"/>
            </a:xfrm>
          </p:grpSpPr>
          <p:sp>
            <p:nvSpPr>
              <p:cNvPr id="44112" name="Google Shape;44112;p32"/>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3" name="Google Shape;44113;p32"/>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4" name="Google Shape;44114;p32"/>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5" name="Google Shape;44115;p32"/>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6" name="Google Shape;44116;p32"/>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7" name="Google Shape;44117;p32"/>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8" name="Google Shape;44118;p32"/>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9" name="Google Shape;44119;p32"/>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0" name="Google Shape;44120;p32"/>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1" name="Google Shape;44121;p32"/>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2" name="Google Shape;44122;p32"/>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3" name="Google Shape;44123;p32"/>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4" name="Google Shape;44124;p32"/>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5" name="Google Shape;44125;p32"/>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6" name="Google Shape;44126;p32"/>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7" name="Google Shape;44127;p32"/>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8" name="Google Shape;44128;p32"/>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9" name="Google Shape;44129;p32"/>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0" name="Google Shape;44130;p32"/>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1" name="Google Shape;44131;p32"/>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2" name="Google Shape;44132;p32"/>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3" name="Google Shape;44133;p32"/>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4" name="Google Shape;44134;p32"/>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5" name="Google Shape;44135;p32"/>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6" name="Google Shape;44136;p32"/>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7" name="Google Shape;44137;p32"/>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8" name="Google Shape;44138;p32"/>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9" name="Google Shape;44139;p32"/>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0" name="Google Shape;44140;p32"/>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1" name="Google Shape;44141;p32"/>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2" name="Google Shape;44142;p32"/>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3" name="Google Shape;44143;p32"/>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4" name="Google Shape;44144;p32"/>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5" name="Google Shape;44145;p32"/>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6" name="Google Shape;44146;p32"/>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7" name="Google Shape;44147;p32"/>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8" name="Google Shape;44148;p32"/>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9" name="Google Shape;44149;p32"/>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0" name="Google Shape;44150;p32"/>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1" name="Google Shape;44151;p32"/>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2" name="Google Shape;44152;p32"/>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3" name="Google Shape;44153;p32"/>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4" name="Google Shape;44154;p32"/>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5" name="Google Shape;44155;p32"/>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6" name="Google Shape;44156;p32"/>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7" name="Google Shape;44157;p32"/>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8" name="Google Shape;44158;p32"/>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9" name="Google Shape;44159;p32"/>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0" name="Google Shape;44160;p32"/>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1" name="Google Shape;44161;p32"/>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2" name="Google Shape;44162;p32"/>
            <p:cNvGrpSpPr/>
            <p:nvPr/>
          </p:nvGrpSpPr>
          <p:grpSpPr>
            <a:xfrm>
              <a:off x="70735" y="4878345"/>
              <a:ext cx="9002530" cy="21952"/>
              <a:chOff x="79447" y="4864010"/>
              <a:chExt cx="9002530" cy="21952"/>
            </a:xfrm>
          </p:grpSpPr>
          <p:sp>
            <p:nvSpPr>
              <p:cNvPr id="44163" name="Google Shape;44163;p32"/>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4" name="Google Shape;44164;p32"/>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5" name="Google Shape;44165;p32"/>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6" name="Google Shape;44166;p32"/>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7" name="Google Shape;44167;p32"/>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8" name="Google Shape;44168;p32"/>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9" name="Google Shape;44169;p32"/>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0" name="Google Shape;44170;p32"/>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1" name="Google Shape;44171;p32"/>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2" name="Google Shape;44172;p32"/>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3" name="Google Shape;44173;p32"/>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4" name="Google Shape;44174;p32"/>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5" name="Google Shape;44175;p32"/>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6" name="Google Shape;44176;p32"/>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7" name="Google Shape;44177;p32"/>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8" name="Google Shape;44178;p32"/>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9" name="Google Shape;44179;p32"/>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0" name="Google Shape;44180;p32"/>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1" name="Google Shape;44181;p32"/>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2" name="Google Shape;44182;p32"/>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3" name="Google Shape;44183;p32"/>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4" name="Google Shape;44184;p32"/>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5" name="Google Shape;44185;p32"/>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6" name="Google Shape;44186;p32"/>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7" name="Google Shape;44187;p32"/>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8" name="Google Shape;44188;p32"/>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9" name="Google Shape;44189;p32"/>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0" name="Google Shape;44190;p32"/>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1" name="Google Shape;44191;p32"/>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2" name="Google Shape;44192;p32"/>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3" name="Google Shape;44193;p32"/>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4" name="Google Shape;44194;p32"/>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5" name="Google Shape;44195;p32"/>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6" name="Google Shape;44196;p32"/>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7" name="Google Shape;44197;p32"/>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8" name="Google Shape;44198;p32"/>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9" name="Google Shape;44199;p32"/>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0" name="Google Shape;44200;p32"/>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1" name="Google Shape;44201;p32"/>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2" name="Google Shape;44202;p32"/>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3" name="Google Shape;44203;p32"/>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4" name="Google Shape;44204;p32"/>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5" name="Google Shape;44205;p32"/>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6" name="Google Shape;44206;p32"/>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7" name="Google Shape;44207;p32"/>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8" name="Google Shape;44208;p32"/>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9" name="Google Shape;44209;p32"/>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0" name="Google Shape;44210;p32"/>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1" name="Google Shape;44211;p32"/>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2" name="Google Shape;44212;p32"/>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13" name="Google Shape;44213;p32"/>
            <p:cNvGrpSpPr/>
            <p:nvPr/>
          </p:nvGrpSpPr>
          <p:grpSpPr>
            <a:xfrm>
              <a:off x="70735" y="5049712"/>
              <a:ext cx="9002530" cy="22993"/>
              <a:chOff x="79447" y="5033664"/>
              <a:chExt cx="9002530" cy="22993"/>
            </a:xfrm>
          </p:grpSpPr>
          <p:sp>
            <p:nvSpPr>
              <p:cNvPr id="44214" name="Google Shape;44214;p32"/>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5" name="Google Shape;44215;p32"/>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6" name="Google Shape;44216;p32"/>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7" name="Google Shape;44217;p32"/>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8" name="Google Shape;44218;p32"/>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9" name="Google Shape;44219;p32"/>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0" name="Google Shape;44220;p32"/>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1" name="Google Shape;44221;p32"/>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2" name="Google Shape;44222;p32"/>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3" name="Google Shape;44223;p32"/>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4" name="Google Shape;44224;p32"/>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5" name="Google Shape;44225;p32"/>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6" name="Google Shape;44226;p32"/>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7" name="Google Shape;44227;p32"/>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8" name="Google Shape;44228;p32"/>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9" name="Google Shape;44229;p32"/>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0" name="Google Shape;44230;p32"/>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1" name="Google Shape;44231;p32"/>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2" name="Google Shape;44232;p32"/>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3" name="Google Shape;44233;p32"/>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4" name="Google Shape;44234;p32"/>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5" name="Google Shape;44235;p32"/>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6" name="Google Shape;44236;p32"/>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7" name="Google Shape;44237;p32"/>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8" name="Google Shape;44238;p32"/>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9" name="Google Shape;44239;p32"/>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0" name="Google Shape;44240;p32"/>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1" name="Google Shape;44241;p32"/>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2" name="Google Shape;44242;p32"/>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3" name="Google Shape;44243;p32"/>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4" name="Google Shape;44244;p32"/>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5" name="Google Shape;44245;p32"/>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6" name="Google Shape;44246;p32"/>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7" name="Google Shape;44247;p32"/>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8" name="Google Shape;44248;p32"/>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9" name="Google Shape;44249;p32"/>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0" name="Google Shape;44250;p32"/>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1" name="Google Shape;44251;p32"/>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2" name="Google Shape;44252;p32"/>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3" name="Google Shape;44253;p32"/>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4" name="Google Shape;44254;p32"/>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5" name="Google Shape;44255;p32"/>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6" name="Google Shape;44256;p32"/>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7" name="Google Shape;44257;p32"/>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8" name="Google Shape;44258;p32"/>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9" name="Google Shape;44259;p32"/>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0" name="Google Shape;44260;p32"/>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1" name="Google Shape;44261;p32"/>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2" name="Google Shape;44262;p32"/>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3" name="Google Shape;44263;p32"/>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4264" name="Google Shape;44264;p32"/>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lvl1pPr lvl="0">
              <a:spcBef>
                <a:spcPts val="0"/>
              </a:spcBef>
              <a:spcAft>
                <a:spcPts val="0"/>
              </a:spcAft>
              <a:buSzPts val="3300"/>
              <a:buNone/>
              <a:defRPr/>
            </a:lvl1pPr>
            <a:lvl2pPr lvl="1">
              <a:spcBef>
                <a:spcPts val="0"/>
              </a:spcBef>
              <a:spcAft>
                <a:spcPts val="0"/>
              </a:spcAft>
              <a:buSzPts val="3300"/>
              <a:buNone/>
              <a:defRPr/>
            </a:lvl2pPr>
            <a:lvl3pPr lvl="2">
              <a:spcBef>
                <a:spcPts val="0"/>
              </a:spcBef>
              <a:spcAft>
                <a:spcPts val="0"/>
              </a:spcAft>
              <a:buSzPts val="3300"/>
              <a:buNone/>
              <a:defRPr/>
            </a:lvl3pPr>
            <a:lvl4pPr lvl="3">
              <a:spcBef>
                <a:spcPts val="0"/>
              </a:spcBef>
              <a:spcAft>
                <a:spcPts val="0"/>
              </a:spcAft>
              <a:buSzPts val="3300"/>
              <a:buNone/>
              <a:defRPr/>
            </a:lvl4pPr>
            <a:lvl5pPr lvl="4">
              <a:spcBef>
                <a:spcPts val="0"/>
              </a:spcBef>
              <a:spcAft>
                <a:spcPts val="0"/>
              </a:spcAft>
              <a:buSzPts val="3300"/>
              <a:buNone/>
              <a:defRPr/>
            </a:lvl5pPr>
            <a:lvl6pPr lvl="5">
              <a:spcBef>
                <a:spcPts val="0"/>
              </a:spcBef>
              <a:spcAft>
                <a:spcPts val="0"/>
              </a:spcAft>
              <a:buSzPts val="3300"/>
              <a:buNone/>
              <a:defRPr/>
            </a:lvl6pPr>
            <a:lvl7pPr lvl="6">
              <a:spcBef>
                <a:spcPts val="0"/>
              </a:spcBef>
              <a:spcAft>
                <a:spcPts val="0"/>
              </a:spcAft>
              <a:buSzPts val="3300"/>
              <a:buNone/>
              <a:defRPr/>
            </a:lvl7pPr>
            <a:lvl8pPr lvl="7">
              <a:spcBef>
                <a:spcPts val="0"/>
              </a:spcBef>
              <a:spcAft>
                <a:spcPts val="0"/>
              </a:spcAft>
              <a:buSzPts val="3300"/>
              <a:buNone/>
              <a:defRPr/>
            </a:lvl8pPr>
            <a:lvl9pPr lvl="8">
              <a:spcBef>
                <a:spcPts val="0"/>
              </a:spcBef>
              <a:spcAft>
                <a:spcPts val="0"/>
              </a:spcAft>
              <a:buSzPts val="3300"/>
              <a:buNone/>
              <a:defRPr/>
            </a:lvl9pPr>
          </a:lstStyle>
          <a:p>
            <a:endParaRPr/>
          </a:p>
        </p:txBody>
      </p:sp>
      <p:sp>
        <p:nvSpPr>
          <p:cNvPr id="44265" name="Google Shape;44265;p32"/>
          <p:cNvSpPr txBox="1">
            <a:spLocks noGrp="1"/>
          </p:cNvSpPr>
          <p:nvPr>
            <p:ph type="subTitle" idx="1"/>
          </p:nvPr>
        </p:nvSpPr>
        <p:spPr>
          <a:xfrm>
            <a:off x="1807800" y="168027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66" name="Google Shape;44266;p32"/>
          <p:cNvSpPr txBox="1">
            <a:spLocks noGrp="1"/>
          </p:cNvSpPr>
          <p:nvPr>
            <p:ph type="subTitle" idx="2"/>
          </p:nvPr>
        </p:nvSpPr>
        <p:spPr>
          <a:xfrm>
            <a:off x="1807800" y="126957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4267" name="Google Shape;44267;p32"/>
          <p:cNvSpPr txBox="1">
            <a:spLocks noGrp="1"/>
          </p:cNvSpPr>
          <p:nvPr>
            <p:ph type="subTitle" idx="3"/>
          </p:nvPr>
        </p:nvSpPr>
        <p:spPr>
          <a:xfrm>
            <a:off x="1807800" y="395677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68" name="Google Shape;44268;p32"/>
          <p:cNvSpPr txBox="1">
            <a:spLocks noGrp="1"/>
          </p:cNvSpPr>
          <p:nvPr>
            <p:ph type="subTitle" idx="4"/>
          </p:nvPr>
        </p:nvSpPr>
        <p:spPr>
          <a:xfrm>
            <a:off x="1807800" y="354607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4269" name="Google Shape;44269;p32"/>
          <p:cNvSpPr txBox="1">
            <a:spLocks noGrp="1"/>
          </p:cNvSpPr>
          <p:nvPr>
            <p:ph type="subTitle" idx="5"/>
          </p:nvPr>
        </p:nvSpPr>
        <p:spPr>
          <a:xfrm>
            <a:off x="1807800" y="281852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70" name="Google Shape;44270;p32"/>
          <p:cNvSpPr txBox="1">
            <a:spLocks noGrp="1"/>
          </p:cNvSpPr>
          <p:nvPr>
            <p:ph type="subTitle" idx="6"/>
          </p:nvPr>
        </p:nvSpPr>
        <p:spPr>
          <a:xfrm>
            <a:off x="1807800" y="240782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4271" name="Google Shape;44271;p32"/>
          <p:cNvSpPr txBox="1">
            <a:spLocks noGrp="1"/>
          </p:cNvSpPr>
          <p:nvPr>
            <p:ph type="subTitle" idx="7"/>
          </p:nvPr>
        </p:nvSpPr>
        <p:spPr>
          <a:xfrm>
            <a:off x="5905225" y="168027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72" name="Google Shape;44272;p32"/>
          <p:cNvSpPr txBox="1">
            <a:spLocks noGrp="1"/>
          </p:cNvSpPr>
          <p:nvPr>
            <p:ph type="subTitle" idx="8"/>
          </p:nvPr>
        </p:nvSpPr>
        <p:spPr>
          <a:xfrm>
            <a:off x="5905225" y="126957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4273" name="Google Shape;44273;p32"/>
          <p:cNvSpPr txBox="1">
            <a:spLocks noGrp="1"/>
          </p:cNvSpPr>
          <p:nvPr>
            <p:ph type="subTitle" idx="9"/>
          </p:nvPr>
        </p:nvSpPr>
        <p:spPr>
          <a:xfrm>
            <a:off x="5905225" y="395677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74" name="Google Shape;44274;p32"/>
          <p:cNvSpPr txBox="1">
            <a:spLocks noGrp="1"/>
          </p:cNvSpPr>
          <p:nvPr>
            <p:ph type="subTitle" idx="13"/>
          </p:nvPr>
        </p:nvSpPr>
        <p:spPr>
          <a:xfrm>
            <a:off x="5905225" y="354607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sp>
        <p:nvSpPr>
          <p:cNvPr id="44275" name="Google Shape;44275;p32"/>
          <p:cNvSpPr txBox="1">
            <a:spLocks noGrp="1"/>
          </p:cNvSpPr>
          <p:nvPr>
            <p:ph type="subTitle" idx="14"/>
          </p:nvPr>
        </p:nvSpPr>
        <p:spPr>
          <a:xfrm>
            <a:off x="5905225" y="2818525"/>
            <a:ext cx="2427300" cy="61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4276" name="Google Shape;44276;p32"/>
          <p:cNvSpPr txBox="1">
            <a:spLocks noGrp="1"/>
          </p:cNvSpPr>
          <p:nvPr>
            <p:ph type="subTitle" idx="15"/>
          </p:nvPr>
        </p:nvSpPr>
        <p:spPr>
          <a:xfrm>
            <a:off x="5905225" y="2407825"/>
            <a:ext cx="2427300" cy="554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1pPr>
            <a:lvl2pPr lvl="1"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2pPr>
            <a:lvl3pPr lvl="2"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3pPr>
            <a:lvl4pPr lvl="3"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4pPr>
            <a:lvl5pPr lvl="4"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5pPr>
            <a:lvl6pPr lvl="5"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6pPr>
            <a:lvl7pPr lvl="6"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7pPr>
            <a:lvl8pPr lvl="7"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8pPr>
            <a:lvl9pPr lvl="8" rtl="0">
              <a:lnSpc>
                <a:spcPct val="100000"/>
              </a:lnSpc>
              <a:spcBef>
                <a:spcPts val="0"/>
              </a:spcBef>
              <a:spcAft>
                <a:spcPts val="0"/>
              </a:spcAft>
              <a:buSzPts val="2400"/>
              <a:buFont typeface="Source Code Pro"/>
              <a:buNone/>
              <a:defRPr sz="2400">
                <a:latin typeface="Source Code Pro"/>
                <a:ea typeface="Source Code Pro"/>
                <a:cs typeface="Source Code Pro"/>
                <a:sym typeface="Source Code Pro"/>
              </a:defRPr>
            </a:lvl9pPr>
          </a:lstStyle>
          <a:p>
            <a:endParaRPr/>
          </a:p>
        </p:txBody>
      </p:sp>
      <p:grpSp>
        <p:nvGrpSpPr>
          <p:cNvPr id="44277" name="Google Shape;44277;p32"/>
          <p:cNvGrpSpPr/>
          <p:nvPr/>
        </p:nvGrpSpPr>
        <p:grpSpPr>
          <a:xfrm rot="-5400000" flipH="1">
            <a:off x="6317780" y="-1582465"/>
            <a:ext cx="4810263" cy="537379"/>
            <a:chOff x="2765878" y="4436723"/>
            <a:chExt cx="7690269" cy="1225772"/>
          </a:xfrm>
        </p:grpSpPr>
        <p:grpSp>
          <p:nvGrpSpPr>
            <p:cNvPr id="44278" name="Google Shape;44278;p32"/>
            <p:cNvGrpSpPr/>
            <p:nvPr/>
          </p:nvGrpSpPr>
          <p:grpSpPr>
            <a:xfrm flipH="1">
              <a:off x="2765878" y="4436723"/>
              <a:ext cx="7690269" cy="1225772"/>
              <a:chOff x="2763020" y="4436723"/>
              <a:chExt cx="7690269" cy="1225772"/>
            </a:xfrm>
          </p:grpSpPr>
          <p:sp>
            <p:nvSpPr>
              <p:cNvPr id="44279" name="Google Shape;44279;p32"/>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0" name="Google Shape;44280;p32"/>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1" name="Google Shape;44281;p32"/>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2" name="Google Shape;44282;p32"/>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83" name="Google Shape;44283;p32"/>
            <p:cNvGrpSpPr/>
            <p:nvPr/>
          </p:nvGrpSpPr>
          <p:grpSpPr>
            <a:xfrm flipH="1">
              <a:off x="2765878" y="4436723"/>
              <a:ext cx="7690269" cy="1225772"/>
              <a:chOff x="2763020" y="4436723"/>
              <a:chExt cx="7690269" cy="1225772"/>
            </a:xfrm>
          </p:grpSpPr>
          <p:sp>
            <p:nvSpPr>
              <p:cNvPr id="44284" name="Google Shape;44284;p32"/>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5" name="Google Shape;44285;p32"/>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6" name="Google Shape;44286;p32"/>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7" name="Google Shape;44287;p32"/>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288" name="Google Shape;44288;p32"/>
          <p:cNvGrpSpPr/>
          <p:nvPr/>
        </p:nvGrpSpPr>
        <p:grpSpPr>
          <a:xfrm flipH="1">
            <a:off x="6746232" y="3830156"/>
            <a:ext cx="5681843" cy="3181016"/>
            <a:chOff x="-2793134" y="-1946851"/>
            <a:chExt cx="5681843" cy="3181016"/>
          </a:xfrm>
        </p:grpSpPr>
        <p:grpSp>
          <p:nvGrpSpPr>
            <p:cNvPr id="44289" name="Google Shape;44289;p32"/>
            <p:cNvGrpSpPr/>
            <p:nvPr/>
          </p:nvGrpSpPr>
          <p:grpSpPr>
            <a:xfrm rot="10800000">
              <a:off x="-2793134" y="-1946851"/>
              <a:ext cx="5681843" cy="3181016"/>
              <a:chOff x="3406125" y="2174000"/>
              <a:chExt cx="2581600" cy="1445325"/>
            </a:xfrm>
          </p:grpSpPr>
          <p:sp>
            <p:nvSpPr>
              <p:cNvPr id="44290" name="Google Shape;44290;p32"/>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1" name="Google Shape;44291;p32"/>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2" name="Google Shape;44292;p32"/>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3" name="Google Shape;44293;p32"/>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4" name="Google Shape;44294;p32"/>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5" name="Google Shape;44295;p32"/>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6" name="Google Shape;44296;p32"/>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7" name="Google Shape;44297;p32"/>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8" name="Google Shape;44298;p32"/>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9" name="Google Shape;44299;p32"/>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0" name="Google Shape;44300;p32"/>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1" name="Google Shape;44301;p32"/>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2" name="Google Shape;44302;p32"/>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3" name="Google Shape;44303;p32"/>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4" name="Google Shape;44304;p32"/>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5" name="Google Shape;44305;p32"/>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6" name="Google Shape;44306;p32"/>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7" name="Google Shape;44307;p32"/>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8" name="Google Shape;44308;p32"/>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9" name="Google Shape;44309;p32"/>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0" name="Google Shape;44310;p32"/>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11" name="Google Shape;44311;p32"/>
            <p:cNvGrpSpPr/>
            <p:nvPr/>
          </p:nvGrpSpPr>
          <p:grpSpPr>
            <a:xfrm rot="10800000">
              <a:off x="-2793134" y="-1946851"/>
              <a:ext cx="5681843" cy="3181016"/>
              <a:chOff x="3406125" y="2174000"/>
              <a:chExt cx="2581600" cy="1445325"/>
            </a:xfrm>
          </p:grpSpPr>
          <p:sp>
            <p:nvSpPr>
              <p:cNvPr id="44312" name="Google Shape;44312;p32"/>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3" name="Google Shape;44313;p32"/>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4" name="Google Shape;44314;p32"/>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5" name="Google Shape;44315;p32"/>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6" name="Google Shape;44316;p32"/>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7" name="Google Shape;44317;p32"/>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8" name="Google Shape;44318;p32"/>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9" name="Google Shape;44319;p32"/>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0" name="Google Shape;44320;p32"/>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1" name="Google Shape;44321;p32"/>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2" name="Google Shape;44322;p32"/>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3" name="Google Shape;44323;p32"/>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4" name="Google Shape;44324;p32"/>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5" name="Google Shape;44325;p32"/>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6" name="Google Shape;44326;p32"/>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7" name="Google Shape;44327;p32"/>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8" name="Google Shape;44328;p32"/>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9" name="Google Shape;44329;p32"/>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0" name="Google Shape;44330;p32"/>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1" name="Google Shape;44331;p32"/>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2" name="Google Shape;44332;p32"/>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333" name="Google Shape;44333;p32"/>
          <p:cNvGrpSpPr/>
          <p:nvPr/>
        </p:nvGrpSpPr>
        <p:grpSpPr>
          <a:xfrm rot="10800000">
            <a:off x="97172" y="-39171"/>
            <a:ext cx="561665" cy="1054322"/>
            <a:chOff x="236111" y="3227774"/>
            <a:chExt cx="954239" cy="1791237"/>
          </a:xfrm>
        </p:grpSpPr>
        <p:grpSp>
          <p:nvGrpSpPr>
            <p:cNvPr id="44334" name="Google Shape;44334;p32"/>
            <p:cNvGrpSpPr/>
            <p:nvPr/>
          </p:nvGrpSpPr>
          <p:grpSpPr>
            <a:xfrm>
              <a:off x="236111" y="3227774"/>
              <a:ext cx="954239" cy="1791237"/>
              <a:chOff x="581327" y="595113"/>
              <a:chExt cx="527349" cy="989962"/>
            </a:xfrm>
          </p:grpSpPr>
          <p:sp>
            <p:nvSpPr>
              <p:cNvPr id="44335" name="Google Shape;44335;p32"/>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6" name="Google Shape;44336;p32"/>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7" name="Google Shape;44337;p32"/>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8" name="Google Shape;44338;p32"/>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9" name="Google Shape;44339;p32"/>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0" name="Google Shape;44340;p32"/>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1" name="Google Shape;44341;p32"/>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2" name="Google Shape;44342;p32"/>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3" name="Google Shape;44343;p32"/>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4" name="Google Shape;44344;p32"/>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5" name="Google Shape;44345;p32"/>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6" name="Google Shape;44346;p32"/>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7" name="Google Shape;44347;p32"/>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8" name="Google Shape;44348;p32"/>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9" name="Google Shape;44349;p32"/>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0" name="Google Shape;44350;p32"/>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1" name="Google Shape;44351;p32"/>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2" name="Google Shape;44352;p32"/>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3" name="Google Shape;44353;p32"/>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4" name="Google Shape;44354;p32"/>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5" name="Google Shape;44355;p32"/>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6" name="Google Shape;44356;p32"/>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7" name="Google Shape;44357;p32"/>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58" name="Google Shape;44358;p32"/>
            <p:cNvGrpSpPr/>
            <p:nvPr/>
          </p:nvGrpSpPr>
          <p:grpSpPr>
            <a:xfrm>
              <a:off x="236111" y="3227774"/>
              <a:ext cx="954239" cy="1791237"/>
              <a:chOff x="581327" y="595113"/>
              <a:chExt cx="527349" cy="989962"/>
            </a:xfrm>
          </p:grpSpPr>
          <p:sp>
            <p:nvSpPr>
              <p:cNvPr id="44359" name="Google Shape;44359;p32"/>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0" name="Google Shape;44360;p32"/>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1" name="Google Shape;44361;p32"/>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2" name="Google Shape;44362;p32"/>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3" name="Google Shape;44363;p32"/>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4" name="Google Shape;44364;p32"/>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5" name="Google Shape;44365;p32"/>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6" name="Google Shape;44366;p32"/>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7" name="Google Shape;44367;p32"/>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8" name="Google Shape;44368;p32"/>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9" name="Google Shape;44369;p32"/>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0" name="Google Shape;44370;p32"/>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1" name="Google Shape;44371;p32"/>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2" name="Google Shape;44372;p32"/>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3" name="Google Shape;44373;p32"/>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4" name="Google Shape;44374;p32"/>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5" name="Google Shape;44375;p32"/>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6" name="Google Shape;44376;p32"/>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7" name="Google Shape;44377;p32"/>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8" name="Google Shape;44378;p32"/>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9" name="Google Shape;44379;p32"/>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0" name="Google Shape;44380;p32"/>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1" name="Google Shape;44381;p32"/>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45918"/>
        <p:cNvGrpSpPr/>
        <p:nvPr/>
      </p:nvGrpSpPr>
      <p:grpSpPr>
        <a:xfrm>
          <a:off x="0" y="0"/>
          <a:ext cx="0" cy="0"/>
          <a:chOff x="0" y="0"/>
          <a:chExt cx="0" cy="0"/>
        </a:xfrm>
      </p:grpSpPr>
      <p:grpSp>
        <p:nvGrpSpPr>
          <p:cNvPr id="45919" name="Google Shape;45919;p34"/>
          <p:cNvGrpSpPr/>
          <p:nvPr/>
        </p:nvGrpSpPr>
        <p:grpSpPr>
          <a:xfrm>
            <a:off x="70735" y="70796"/>
            <a:ext cx="9002530" cy="5001909"/>
            <a:chOff x="70735" y="70796"/>
            <a:chExt cx="9002530" cy="5001909"/>
          </a:xfrm>
        </p:grpSpPr>
        <p:grpSp>
          <p:nvGrpSpPr>
            <p:cNvPr id="45920" name="Google Shape;45920;p34"/>
            <p:cNvGrpSpPr/>
            <p:nvPr/>
          </p:nvGrpSpPr>
          <p:grpSpPr>
            <a:xfrm>
              <a:off x="70735" y="70796"/>
              <a:ext cx="9002530" cy="22993"/>
              <a:chOff x="79447" y="96297"/>
              <a:chExt cx="9002530" cy="22993"/>
            </a:xfrm>
          </p:grpSpPr>
          <p:sp>
            <p:nvSpPr>
              <p:cNvPr id="45921" name="Google Shape;45921;p34"/>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34"/>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34"/>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34"/>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34"/>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34"/>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34"/>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34"/>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34"/>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34"/>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34"/>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34"/>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34"/>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34"/>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34"/>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34"/>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34"/>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34"/>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34"/>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34"/>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34"/>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34"/>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34"/>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34"/>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34"/>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34"/>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34"/>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34"/>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34"/>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34"/>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34"/>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34"/>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34"/>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34"/>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34"/>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34"/>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34"/>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34"/>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34"/>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34"/>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34"/>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34"/>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34"/>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34"/>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34"/>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34"/>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34"/>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34"/>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34"/>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34"/>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71" name="Google Shape;45971;p34"/>
            <p:cNvGrpSpPr/>
            <p:nvPr/>
          </p:nvGrpSpPr>
          <p:grpSpPr>
            <a:xfrm>
              <a:off x="70735" y="243203"/>
              <a:ext cx="9002530" cy="21952"/>
              <a:chOff x="79447" y="266897"/>
              <a:chExt cx="9002530" cy="21952"/>
            </a:xfrm>
          </p:grpSpPr>
          <p:sp>
            <p:nvSpPr>
              <p:cNvPr id="45972" name="Google Shape;45972;p34"/>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34"/>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34"/>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34"/>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34"/>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34"/>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34"/>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34"/>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34"/>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34"/>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34"/>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34"/>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34"/>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34"/>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34"/>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34"/>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34"/>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34"/>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34"/>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34"/>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34"/>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34"/>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34"/>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34"/>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34"/>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34"/>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34"/>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34"/>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34"/>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34"/>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34"/>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34"/>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34"/>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34"/>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34"/>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34"/>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34"/>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34"/>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34"/>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34"/>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34"/>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34"/>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34"/>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34"/>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34"/>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34"/>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34"/>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34"/>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34"/>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34"/>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22" name="Google Shape;46022;p34"/>
            <p:cNvGrpSpPr/>
            <p:nvPr/>
          </p:nvGrpSpPr>
          <p:grpSpPr>
            <a:xfrm>
              <a:off x="70735" y="414570"/>
              <a:ext cx="9002530" cy="21952"/>
              <a:chOff x="79447" y="437592"/>
              <a:chExt cx="9002530" cy="21952"/>
            </a:xfrm>
          </p:grpSpPr>
          <p:sp>
            <p:nvSpPr>
              <p:cNvPr id="46023" name="Google Shape;46023;p34"/>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34"/>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34"/>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34"/>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34"/>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34"/>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34"/>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34"/>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34"/>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34"/>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34"/>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34"/>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34"/>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34"/>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34"/>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34"/>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34"/>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34"/>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34"/>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34"/>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34"/>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34"/>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34"/>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34"/>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34"/>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34"/>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34"/>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34"/>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34"/>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34"/>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34"/>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34"/>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34"/>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34"/>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34"/>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34"/>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34"/>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34"/>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34"/>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34"/>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34"/>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34"/>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34"/>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34"/>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34"/>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34"/>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34"/>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34"/>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34"/>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34"/>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73" name="Google Shape;46073;p34"/>
            <p:cNvGrpSpPr/>
            <p:nvPr/>
          </p:nvGrpSpPr>
          <p:grpSpPr>
            <a:xfrm>
              <a:off x="70735" y="585937"/>
              <a:ext cx="9002530" cy="22993"/>
              <a:chOff x="79447" y="607151"/>
              <a:chExt cx="9002530" cy="22993"/>
            </a:xfrm>
          </p:grpSpPr>
          <p:sp>
            <p:nvSpPr>
              <p:cNvPr id="46074" name="Google Shape;46074;p34"/>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34"/>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34"/>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34"/>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34"/>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34"/>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34"/>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34"/>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34"/>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34"/>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34"/>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34"/>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34"/>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34"/>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34"/>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34"/>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34"/>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34"/>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34"/>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34"/>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34"/>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34"/>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34"/>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34"/>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34"/>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34"/>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34"/>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34"/>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34"/>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34"/>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34"/>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34"/>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34"/>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34"/>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34"/>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34"/>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34"/>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34"/>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34"/>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34"/>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34"/>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34"/>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34"/>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34"/>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34"/>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34"/>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34"/>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34"/>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34"/>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34"/>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24" name="Google Shape;46124;p34"/>
            <p:cNvGrpSpPr/>
            <p:nvPr/>
          </p:nvGrpSpPr>
          <p:grpSpPr>
            <a:xfrm>
              <a:off x="70735" y="758345"/>
              <a:ext cx="9002530" cy="21952"/>
              <a:chOff x="79447" y="777845"/>
              <a:chExt cx="9002530" cy="21952"/>
            </a:xfrm>
          </p:grpSpPr>
          <p:sp>
            <p:nvSpPr>
              <p:cNvPr id="46125" name="Google Shape;46125;p34"/>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34"/>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34"/>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34"/>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34"/>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34"/>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34"/>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34"/>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34"/>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34"/>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34"/>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34"/>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34"/>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34"/>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34"/>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34"/>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34"/>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34"/>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34"/>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34"/>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34"/>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34"/>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34"/>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34"/>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34"/>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34"/>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34"/>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34"/>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34"/>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34"/>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34"/>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34"/>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34"/>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34"/>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34"/>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34"/>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1" name="Google Shape;46161;p34"/>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2" name="Google Shape;46162;p34"/>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34"/>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34"/>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34"/>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34"/>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34"/>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34"/>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34"/>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34"/>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34"/>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34"/>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34"/>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34"/>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5" name="Google Shape;46175;p34"/>
            <p:cNvGrpSpPr/>
            <p:nvPr/>
          </p:nvGrpSpPr>
          <p:grpSpPr>
            <a:xfrm>
              <a:off x="70735" y="929712"/>
              <a:ext cx="9002530" cy="21952"/>
              <a:chOff x="79447" y="948445"/>
              <a:chExt cx="9002530" cy="21952"/>
            </a:xfrm>
          </p:grpSpPr>
          <p:sp>
            <p:nvSpPr>
              <p:cNvPr id="46176" name="Google Shape;46176;p34"/>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34"/>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34"/>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34"/>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34"/>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34"/>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34"/>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34"/>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34"/>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34"/>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34"/>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34"/>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34"/>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34"/>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34"/>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34"/>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34"/>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34"/>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34"/>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34"/>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34"/>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34"/>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34"/>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34"/>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34"/>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34"/>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34"/>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34"/>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34"/>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34"/>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34"/>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34"/>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34"/>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34"/>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34"/>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34"/>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34"/>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34"/>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34"/>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34"/>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34"/>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34"/>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34"/>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34"/>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34"/>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34"/>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34"/>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34"/>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34"/>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34"/>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26" name="Google Shape;46226;p34"/>
            <p:cNvGrpSpPr/>
            <p:nvPr/>
          </p:nvGrpSpPr>
          <p:grpSpPr>
            <a:xfrm>
              <a:off x="70735" y="1101079"/>
              <a:ext cx="9002530" cy="22993"/>
              <a:chOff x="79447" y="1118099"/>
              <a:chExt cx="9002530" cy="22993"/>
            </a:xfrm>
          </p:grpSpPr>
          <p:sp>
            <p:nvSpPr>
              <p:cNvPr id="46227" name="Google Shape;46227;p34"/>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34"/>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34"/>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34"/>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34"/>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34"/>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34"/>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34"/>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34"/>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34"/>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34"/>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34"/>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34"/>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34"/>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34"/>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34"/>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34"/>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34"/>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34"/>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34"/>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34"/>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34"/>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34"/>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34"/>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34"/>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34"/>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34"/>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34"/>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34"/>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34"/>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34"/>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34"/>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34"/>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34"/>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34"/>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34"/>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34"/>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34"/>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34"/>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34"/>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34"/>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34"/>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34"/>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34"/>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34"/>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34"/>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34"/>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34"/>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34"/>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34"/>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77" name="Google Shape;46277;p34"/>
            <p:cNvGrpSpPr/>
            <p:nvPr/>
          </p:nvGrpSpPr>
          <p:grpSpPr>
            <a:xfrm>
              <a:off x="70735" y="1273487"/>
              <a:ext cx="9002530" cy="21952"/>
              <a:chOff x="79447" y="1287658"/>
              <a:chExt cx="9002530" cy="21952"/>
            </a:xfrm>
          </p:grpSpPr>
          <p:sp>
            <p:nvSpPr>
              <p:cNvPr id="46278" name="Google Shape;46278;p34"/>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34"/>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34"/>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34"/>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34"/>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34"/>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34"/>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34"/>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34"/>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34"/>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34"/>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34"/>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34"/>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34"/>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34"/>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34"/>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34"/>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34"/>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34"/>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34"/>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34"/>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34"/>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34"/>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34"/>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34"/>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34"/>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34"/>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34"/>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6" name="Google Shape;46306;p34"/>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7" name="Google Shape;46307;p34"/>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8" name="Google Shape;46308;p34"/>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9" name="Google Shape;46309;p34"/>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0" name="Google Shape;46310;p34"/>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34"/>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2" name="Google Shape;46312;p34"/>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3" name="Google Shape;46313;p34"/>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34"/>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5" name="Google Shape;46315;p34"/>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6" name="Google Shape;46316;p34"/>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7" name="Google Shape;46317;p34"/>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34"/>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34"/>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34"/>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34"/>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2" name="Google Shape;46322;p34"/>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3" name="Google Shape;46323;p34"/>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34"/>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5" name="Google Shape;46325;p34"/>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6" name="Google Shape;46326;p34"/>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7" name="Google Shape;46327;p34"/>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8" name="Google Shape;46328;p34"/>
            <p:cNvGrpSpPr/>
            <p:nvPr/>
          </p:nvGrpSpPr>
          <p:grpSpPr>
            <a:xfrm>
              <a:off x="70735" y="1444854"/>
              <a:ext cx="9002530" cy="21952"/>
              <a:chOff x="79447" y="1458352"/>
              <a:chExt cx="9002530" cy="21952"/>
            </a:xfrm>
          </p:grpSpPr>
          <p:sp>
            <p:nvSpPr>
              <p:cNvPr id="46329" name="Google Shape;46329;p34"/>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0" name="Google Shape;46330;p34"/>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1" name="Google Shape;46331;p34"/>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2" name="Google Shape;46332;p34"/>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3" name="Google Shape;46333;p34"/>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4" name="Google Shape;46334;p34"/>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5" name="Google Shape;46335;p34"/>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6" name="Google Shape;46336;p34"/>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7" name="Google Shape;46337;p34"/>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34"/>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34"/>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34"/>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34"/>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34"/>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34"/>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34"/>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34"/>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34"/>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34"/>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34"/>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34"/>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34"/>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34"/>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34"/>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34"/>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34"/>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34"/>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34"/>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34"/>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34"/>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34"/>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34"/>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34"/>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34"/>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34"/>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34"/>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34"/>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34"/>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34"/>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34"/>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34"/>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34"/>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34"/>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34"/>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34"/>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34"/>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34"/>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34"/>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34"/>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34"/>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79" name="Google Shape;46379;p34"/>
            <p:cNvGrpSpPr/>
            <p:nvPr/>
          </p:nvGrpSpPr>
          <p:grpSpPr>
            <a:xfrm>
              <a:off x="70735" y="1616221"/>
              <a:ext cx="9002530" cy="22993"/>
              <a:chOff x="79447" y="1627911"/>
              <a:chExt cx="9002530" cy="22993"/>
            </a:xfrm>
          </p:grpSpPr>
          <p:sp>
            <p:nvSpPr>
              <p:cNvPr id="46380" name="Google Shape;46380;p34"/>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34"/>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34"/>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34"/>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34"/>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34"/>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34"/>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34"/>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34"/>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34"/>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34"/>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34"/>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34"/>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34"/>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34"/>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34"/>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34"/>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34"/>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34"/>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34"/>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34"/>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34"/>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34"/>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34"/>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34"/>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34"/>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34"/>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34"/>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34"/>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34"/>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34"/>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34"/>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34"/>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34"/>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34"/>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34"/>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34"/>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34"/>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34"/>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34"/>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34"/>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34"/>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34"/>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34"/>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34"/>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34"/>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34"/>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34"/>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34"/>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34"/>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30" name="Google Shape;46430;p34"/>
            <p:cNvGrpSpPr/>
            <p:nvPr/>
          </p:nvGrpSpPr>
          <p:grpSpPr>
            <a:xfrm>
              <a:off x="70735" y="1788629"/>
              <a:ext cx="9002530" cy="21952"/>
              <a:chOff x="79447" y="1798606"/>
              <a:chExt cx="9002530" cy="21952"/>
            </a:xfrm>
          </p:grpSpPr>
          <p:sp>
            <p:nvSpPr>
              <p:cNvPr id="46431" name="Google Shape;46431;p34"/>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34"/>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34"/>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34"/>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34"/>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34"/>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34"/>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34"/>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34"/>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34"/>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34"/>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34"/>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34"/>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34"/>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34"/>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34"/>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34"/>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34"/>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34"/>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34"/>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34"/>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34"/>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34"/>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34"/>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34"/>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34"/>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34"/>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34"/>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34"/>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34"/>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34"/>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34"/>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34"/>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34"/>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34"/>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34"/>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34"/>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34"/>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34"/>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34"/>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34"/>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34"/>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34"/>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34"/>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34"/>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34"/>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34"/>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34"/>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34"/>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34"/>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81" name="Google Shape;46481;p34"/>
            <p:cNvGrpSpPr/>
            <p:nvPr/>
          </p:nvGrpSpPr>
          <p:grpSpPr>
            <a:xfrm>
              <a:off x="70735" y="1959996"/>
              <a:ext cx="9002530" cy="21952"/>
              <a:chOff x="79447" y="1969206"/>
              <a:chExt cx="9002530" cy="21952"/>
            </a:xfrm>
          </p:grpSpPr>
          <p:sp>
            <p:nvSpPr>
              <p:cNvPr id="46482" name="Google Shape;46482;p34"/>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34"/>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34"/>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34"/>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34"/>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34"/>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34"/>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34"/>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34"/>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34"/>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34"/>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34"/>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34"/>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34"/>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34"/>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34"/>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34"/>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34"/>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34"/>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34"/>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34"/>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34"/>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34"/>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34"/>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34"/>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34"/>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34"/>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34"/>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34"/>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34"/>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34"/>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34"/>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34"/>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34"/>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34"/>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34"/>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34"/>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34"/>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34"/>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34"/>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34"/>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34"/>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34"/>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34"/>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34"/>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34"/>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34"/>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34"/>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34"/>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34"/>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2" name="Google Shape;46532;p34"/>
            <p:cNvGrpSpPr/>
            <p:nvPr/>
          </p:nvGrpSpPr>
          <p:grpSpPr>
            <a:xfrm>
              <a:off x="70735" y="2131363"/>
              <a:ext cx="9002530" cy="22993"/>
              <a:chOff x="79447" y="2138859"/>
              <a:chExt cx="9002530" cy="22993"/>
            </a:xfrm>
          </p:grpSpPr>
          <p:sp>
            <p:nvSpPr>
              <p:cNvPr id="46533" name="Google Shape;46533;p34"/>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34"/>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34"/>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34"/>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34"/>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34"/>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34"/>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34"/>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34"/>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34"/>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34"/>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34"/>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34"/>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34"/>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34"/>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34"/>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34"/>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34"/>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34"/>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34"/>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34"/>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34"/>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34"/>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34"/>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34"/>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34"/>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34"/>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34"/>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34"/>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34"/>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34"/>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34"/>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34"/>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34"/>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34"/>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34"/>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34"/>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34"/>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34"/>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34"/>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34"/>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34"/>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34"/>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34"/>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34"/>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34"/>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34"/>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34"/>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34"/>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34"/>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3" name="Google Shape;46583;p34"/>
            <p:cNvGrpSpPr/>
            <p:nvPr/>
          </p:nvGrpSpPr>
          <p:grpSpPr>
            <a:xfrm>
              <a:off x="70735" y="2303771"/>
              <a:ext cx="9002530" cy="21952"/>
              <a:chOff x="79447" y="2309459"/>
              <a:chExt cx="9002530" cy="21952"/>
            </a:xfrm>
          </p:grpSpPr>
          <p:sp>
            <p:nvSpPr>
              <p:cNvPr id="46584" name="Google Shape;46584;p34"/>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34"/>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34"/>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34"/>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34"/>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34"/>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34"/>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1" name="Google Shape;46591;p34"/>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2" name="Google Shape;46592;p34"/>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34"/>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34"/>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34"/>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34"/>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34"/>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34"/>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34"/>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34"/>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34"/>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34"/>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34"/>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34"/>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34"/>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34"/>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34"/>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34"/>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34"/>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34"/>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34"/>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34"/>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34"/>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34"/>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34"/>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34"/>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34"/>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34"/>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34"/>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34"/>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34"/>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34"/>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34"/>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34"/>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34"/>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34"/>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34"/>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34"/>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34"/>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34"/>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34"/>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34"/>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34"/>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34" name="Google Shape;46634;p34"/>
            <p:cNvGrpSpPr/>
            <p:nvPr/>
          </p:nvGrpSpPr>
          <p:grpSpPr>
            <a:xfrm>
              <a:off x="70735" y="2475138"/>
              <a:ext cx="9002530" cy="21952"/>
              <a:chOff x="79447" y="2480154"/>
              <a:chExt cx="9002530" cy="21952"/>
            </a:xfrm>
          </p:grpSpPr>
          <p:sp>
            <p:nvSpPr>
              <p:cNvPr id="46635" name="Google Shape;46635;p34"/>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34"/>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34"/>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34"/>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34"/>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34"/>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34"/>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34"/>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34"/>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34"/>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34"/>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34"/>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34"/>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34"/>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34"/>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34"/>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34"/>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34"/>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34"/>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34"/>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34"/>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34"/>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34"/>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34"/>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34"/>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34"/>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34"/>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34"/>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34"/>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34"/>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34"/>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34"/>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34"/>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34"/>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34"/>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34"/>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34"/>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34"/>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34"/>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34"/>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34"/>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34"/>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34"/>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34"/>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34"/>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34"/>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34"/>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34"/>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34"/>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34"/>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85" name="Google Shape;46685;p34"/>
            <p:cNvGrpSpPr/>
            <p:nvPr/>
          </p:nvGrpSpPr>
          <p:grpSpPr>
            <a:xfrm>
              <a:off x="70735" y="2646505"/>
              <a:ext cx="9002530" cy="21952"/>
              <a:chOff x="79447" y="2650753"/>
              <a:chExt cx="9002530" cy="21952"/>
            </a:xfrm>
          </p:grpSpPr>
          <p:sp>
            <p:nvSpPr>
              <p:cNvPr id="46686" name="Google Shape;46686;p34"/>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34"/>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34"/>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34"/>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34"/>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34"/>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34"/>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34"/>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34"/>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34"/>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34"/>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34"/>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34"/>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34"/>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34"/>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34"/>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34"/>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34"/>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34"/>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34"/>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34"/>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34"/>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34"/>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34"/>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34"/>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34"/>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34"/>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34"/>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34"/>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34"/>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34"/>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34"/>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34"/>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34"/>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34"/>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34"/>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34"/>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34"/>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34"/>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34"/>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34"/>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34"/>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34"/>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34"/>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34"/>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34"/>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34"/>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34"/>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34"/>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34"/>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36" name="Google Shape;46736;p34"/>
            <p:cNvGrpSpPr/>
            <p:nvPr/>
          </p:nvGrpSpPr>
          <p:grpSpPr>
            <a:xfrm>
              <a:off x="70735" y="2817872"/>
              <a:ext cx="9002530" cy="21952"/>
              <a:chOff x="79447" y="2821448"/>
              <a:chExt cx="9002530" cy="21952"/>
            </a:xfrm>
          </p:grpSpPr>
          <p:sp>
            <p:nvSpPr>
              <p:cNvPr id="46737" name="Google Shape;46737;p34"/>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34"/>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34"/>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34"/>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34"/>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34"/>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34"/>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34"/>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34"/>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34"/>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34"/>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34"/>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34"/>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34"/>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34"/>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34"/>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34"/>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34"/>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34"/>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34"/>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34"/>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34"/>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34"/>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34"/>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34"/>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34"/>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34"/>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34"/>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34"/>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34"/>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34"/>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34"/>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34"/>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34"/>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34"/>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34"/>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34"/>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34"/>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34"/>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34"/>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34"/>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34"/>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34"/>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34"/>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34"/>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34"/>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34"/>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34"/>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34"/>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6" name="Google Shape;46786;p34"/>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87" name="Google Shape;46787;p34"/>
            <p:cNvGrpSpPr/>
            <p:nvPr/>
          </p:nvGrpSpPr>
          <p:grpSpPr>
            <a:xfrm>
              <a:off x="70735" y="2989239"/>
              <a:ext cx="9002530" cy="22898"/>
              <a:chOff x="79447" y="2991102"/>
              <a:chExt cx="9002530" cy="22898"/>
            </a:xfrm>
          </p:grpSpPr>
          <p:sp>
            <p:nvSpPr>
              <p:cNvPr id="46788" name="Google Shape;46788;p34"/>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9" name="Google Shape;46789;p34"/>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0" name="Google Shape;46790;p34"/>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1" name="Google Shape;46791;p34"/>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2" name="Google Shape;46792;p34"/>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3" name="Google Shape;46793;p34"/>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4" name="Google Shape;46794;p34"/>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5" name="Google Shape;46795;p34"/>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6" name="Google Shape;46796;p34"/>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7" name="Google Shape;46797;p34"/>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8" name="Google Shape;46798;p34"/>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9" name="Google Shape;46799;p34"/>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0" name="Google Shape;46800;p34"/>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1" name="Google Shape;46801;p34"/>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2" name="Google Shape;46802;p34"/>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3" name="Google Shape;46803;p34"/>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4" name="Google Shape;46804;p34"/>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5" name="Google Shape;46805;p34"/>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6" name="Google Shape;46806;p34"/>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7" name="Google Shape;46807;p34"/>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8" name="Google Shape;46808;p34"/>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9" name="Google Shape;46809;p34"/>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0" name="Google Shape;46810;p34"/>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1" name="Google Shape;46811;p34"/>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2" name="Google Shape;46812;p34"/>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3" name="Google Shape;46813;p34"/>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4" name="Google Shape;46814;p34"/>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5" name="Google Shape;46815;p34"/>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6" name="Google Shape;46816;p34"/>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7" name="Google Shape;46817;p34"/>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8" name="Google Shape;46818;p34"/>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9" name="Google Shape;46819;p34"/>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0" name="Google Shape;46820;p34"/>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1" name="Google Shape;46821;p34"/>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2" name="Google Shape;46822;p34"/>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3" name="Google Shape;46823;p34"/>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4" name="Google Shape;46824;p34"/>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5" name="Google Shape;46825;p34"/>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6" name="Google Shape;46826;p34"/>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7" name="Google Shape;46827;p34"/>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8" name="Google Shape;46828;p34"/>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9" name="Google Shape;46829;p34"/>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0" name="Google Shape;46830;p34"/>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1" name="Google Shape;46831;p34"/>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2" name="Google Shape;46832;p34"/>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3" name="Google Shape;46833;p34"/>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4" name="Google Shape;46834;p34"/>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5" name="Google Shape;46835;p34"/>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6" name="Google Shape;46836;p34"/>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7" name="Google Shape;46837;p34"/>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38" name="Google Shape;46838;p34"/>
            <p:cNvGrpSpPr/>
            <p:nvPr/>
          </p:nvGrpSpPr>
          <p:grpSpPr>
            <a:xfrm>
              <a:off x="70735" y="3161552"/>
              <a:ext cx="9002530" cy="21952"/>
              <a:chOff x="79447" y="3161701"/>
              <a:chExt cx="9002530" cy="21952"/>
            </a:xfrm>
          </p:grpSpPr>
          <p:sp>
            <p:nvSpPr>
              <p:cNvPr id="46839" name="Google Shape;46839;p34"/>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0" name="Google Shape;46840;p34"/>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1" name="Google Shape;46841;p34"/>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2" name="Google Shape;46842;p34"/>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3" name="Google Shape;46843;p34"/>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4" name="Google Shape;46844;p34"/>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5" name="Google Shape;46845;p34"/>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6" name="Google Shape;46846;p34"/>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7" name="Google Shape;46847;p34"/>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8" name="Google Shape;46848;p34"/>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9" name="Google Shape;46849;p34"/>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0" name="Google Shape;46850;p34"/>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1" name="Google Shape;46851;p34"/>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2" name="Google Shape;46852;p34"/>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3" name="Google Shape;46853;p34"/>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4" name="Google Shape;46854;p34"/>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5" name="Google Shape;46855;p34"/>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6" name="Google Shape;46856;p34"/>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7" name="Google Shape;46857;p34"/>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8" name="Google Shape;46858;p34"/>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9" name="Google Shape;46859;p34"/>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0" name="Google Shape;46860;p34"/>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1" name="Google Shape;46861;p34"/>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2" name="Google Shape;46862;p34"/>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3" name="Google Shape;46863;p34"/>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4" name="Google Shape;46864;p34"/>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5" name="Google Shape;46865;p34"/>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6" name="Google Shape;46866;p34"/>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7" name="Google Shape;46867;p34"/>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8" name="Google Shape;46868;p34"/>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9" name="Google Shape;46869;p34"/>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0" name="Google Shape;46870;p34"/>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1" name="Google Shape;46871;p34"/>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2" name="Google Shape;46872;p34"/>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3" name="Google Shape;46873;p34"/>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4" name="Google Shape;46874;p34"/>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5" name="Google Shape;46875;p34"/>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6" name="Google Shape;46876;p34"/>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7" name="Google Shape;46877;p34"/>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8" name="Google Shape;46878;p34"/>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9" name="Google Shape;46879;p34"/>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0" name="Google Shape;46880;p34"/>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1" name="Google Shape;46881;p34"/>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2" name="Google Shape;46882;p34"/>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3" name="Google Shape;46883;p34"/>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4" name="Google Shape;46884;p34"/>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5" name="Google Shape;46885;p34"/>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6" name="Google Shape;46886;p34"/>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7" name="Google Shape;46887;p34"/>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8" name="Google Shape;46888;p34"/>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89" name="Google Shape;46889;p34"/>
            <p:cNvGrpSpPr/>
            <p:nvPr/>
          </p:nvGrpSpPr>
          <p:grpSpPr>
            <a:xfrm>
              <a:off x="70735" y="3332919"/>
              <a:ext cx="9002530" cy="21952"/>
              <a:chOff x="79447" y="3332396"/>
              <a:chExt cx="9002530" cy="21952"/>
            </a:xfrm>
          </p:grpSpPr>
          <p:sp>
            <p:nvSpPr>
              <p:cNvPr id="46890" name="Google Shape;46890;p34"/>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1" name="Google Shape;46891;p34"/>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2" name="Google Shape;46892;p34"/>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3" name="Google Shape;46893;p34"/>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4" name="Google Shape;46894;p34"/>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5" name="Google Shape;46895;p34"/>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6" name="Google Shape;46896;p34"/>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7" name="Google Shape;46897;p34"/>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8" name="Google Shape;46898;p34"/>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9" name="Google Shape;46899;p34"/>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0" name="Google Shape;46900;p34"/>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1" name="Google Shape;46901;p34"/>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2" name="Google Shape;46902;p34"/>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3" name="Google Shape;46903;p34"/>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4" name="Google Shape;46904;p34"/>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5" name="Google Shape;46905;p34"/>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6" name="Google Shape;46906;p34"/>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7" name="Google Shape;46907;p34"/>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8" name="Google Shape;46908;p34"/>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9" name="Google Shape;46909;p34"/>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0" name="Google Shape;46910;p34"/>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1" name="Google Shape;46911;p34"/>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2" name="Google Shape;46912;p34"/>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3" name="Google Shape;46913;p34"/>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4" name="Google Shape;46914;p34"/>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5" name="Google Shape;46915;p34"/>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6" name="Google Shape;46916;p34"/>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7" name="Google Shape;46917;p34"/>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8" name="Google Shape;46918;p34"/>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9" name="Google Shape;46919;p34"/>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0" name="Google Shape;46920;p34"/>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1" name="Google Shape;46921;p34"/>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2" name="Google Shape;46922;p34"/>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3" name="Google Shape;46923;p34"/>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4" name="Google Shape;46924;p34"/>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5" name="Google Shape;46925;p34"/>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6" name="Google Shape;46926;p34"/>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7" name="Google Shape;46927;p34"/>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8" name="Google Shape;46928;p34"/>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9" name="Google Shape;46929;p34"/>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0" name="Google Shape;46930;p34"/>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1" name="Google Shape;46931;p34"/>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2" name="Google Shape;46932;p34"/>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3" name="Google Shape;46933;p34"/>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4" name="Google Shape;46934;p34"/>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5" name="Google Shape;46935;p34"/>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6" name="Google Shape;46936;p34"/>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7" name="Google Shape;46937;p34"/>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8" name="Google Shape;46938;p34"/>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9" name="Google Shape;46939;p34"/>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40" name="Google Shape;46940;p34"/>
            <p:cNvGrpSpPr/>
            <p:nvPr/>
          </p:nvGrpSpPr>
          <p:grpSpPr>
            <a:xfrm>
              <a:off x="70735" y="3504286"/>
              <a:ext cx="9002530" cy="22993"/>
              <a:chOff x="79447" y="3501955"/>
              <a:chExt cx="9002530" cy="22993"/>
            </a:xfrm>
          </p:grpSpPr>
          <p:sp>
            <p:nvSpPr>
              <p:cNvPr id="46941" name="Google Shape;46941;p34"/>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2" name="Google Shape;46942;p34"/>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3" name="Google Shape;46943;p34"/>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4" name="Google Shape;46944;p34"/>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5" name="Google Shape;46945;p34"/>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6" name="Google Shape;46946;p34"/>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7" name="Google Shape;46947;p34"/>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8" name="Google Shape;46948;p34"/>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9" name="Google Shape;46949;p34"/>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0" name="Google Shape;46950;p34"/>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1" name="Google Shape;46951;p34"/>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2" name="Google Shape;46952;p34"/>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3" name="Google Shape;46953;p34"/>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4" name="Google Shape;46954;p34"/>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5" name="Google Shape;46955;p34"/>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6" name="Google Shape;46956;p34"/>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7" name="Google Shape;46957;p34"/>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8" name="Google Shape;46958;p34"/>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9" name="Google Shape;46959;p34"/>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0" name="Google Shape;46960;p34"/>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1" name="Google Shape;46961;p34"/>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2" name="Google Shape;46962;p34"/>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3" name="Google Shape;46963;p34"/>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4" name="Google Shape;46964;p34"/>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5" name="Google Shape;46965;p34"/>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6" name="Google Shape;46966;p34"/>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7" name="Google Shape;46967;p34"/>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8" name="Google Shape;46968;p34"/>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9" name="Google Shape;46969;p34"/>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0" name="Google Shape;46970;p34"/>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1" name="Google Shape;46971;p34"/>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2" name="Google Shape;46972;p34"/>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3" name="Google Shape;46973;p34"/>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4" name="Google Shape;46974;p34"/>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5" name="Google Shape;46975;p34"/>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6" name="Google Shape;46976;p34"/>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7" name="Google Shape;46977;p34"/>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8" name="Google Shape;46978;p34"/>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9" name="Google Shape;46979;p34"/>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0" name="Google Shape;46980;p34"/>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1" name="Google Shape;46981;p34"/>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2" name="Google Shape;46982;p34"/>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3" name="Google Shape;46983;p34"/>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4" name="Google Shape;46984;p34"/>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5" name="Google Shape;46985;p34"/>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6" name="Google Shape;46986;p34"/>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7" name="Google Shape;46987;p34"/>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8" name="Google Shape;46988;p34"/>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9" name="Google Shape;46989;p34"/>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0" name="Google Shape;46990;p34"/>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91" name="Google Shape;46991;p34"/>
            <p:cNvGrpSpPr/>
            <p:nvPr/>
          </p:nvGrpSpPr>
          <p:grpSpPr>
            <a:xfrm>
              <a:off x="70735" y="3676694"/>
              <a:ext cx="9002530" cy="21952"/>
              <a:chOff x="79447" y="3672649"/>
              <a:chExt cx="9002530" cy="21952"/>
            </a:xfrm>
          </p:grpSpPr>
          <p:sp>
            <p:nvSpPr>
              <p:cNvPr id="46992" name="Google Shape;46992;p34"/>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3" name="Google Shape;46993;p34"/>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4" name="Google Shape;46994;p34"/>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5" name="Google Shape;46995;p34"/>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6" name="Google Shape;46996;p34"/>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7" name="Google Shape;46997;p34"/>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8" name="Google Shape;46998;p34"/>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9" name="Google Shape;46999;p34"/>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0" name="Google Shape;47000;p34"/>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1" name="Google Shape;47001;p34"/>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2" name="Google Shape;47002;p34"/>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3" name="Google Shape;47003;p34"/>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4" name="Google Shape;47004;p34"/>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5" name="Google Shape;47005;p34"/>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6" name="Google Shape;47006;p34"/>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7" name="Google Shape;47007;p34"/>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8" name="Google Shape;47008;p34"/>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9" name="Google Shape;47009;p34"/>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0" name="Google Shape;47010;p34"/>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1" name="Google Shape;47011;p34"/>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2" name="Google Shape;47012;p34"/>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3" name="Google Shape;47013;p34"/>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4" name="Google Shape;47014;p34"/>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5" name="Google Shape;47015;p34"/>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6" name="Google Shape;47016;p34"/>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7" name="Google Shape;47017;p34"/>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8" name="Google Shape;47018;p34"/>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9" name="Google Shape;47019;p34"/>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0" name="Google Shape;47020;p34"/>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1" name="Google Shape;47021;p34"/>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2" name="Google Shape;47022;p34"/>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3" name="Google Shape;47023;p34"/>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4" name="Google Shape;47024;p34"/>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5" name="Google Shape;47025;p34"/>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6" name="Google Shape;47026;p34"/>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7" name="Google Shape;47027;p34"/>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8" name="Google Shape;47028;p34"/>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9" name="Google Shape;47029;p34"/>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0" name="Google Shape;47030;p34"/>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1" name="Google Shape;47031;p34"/>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2" name="Google Shape;47032;p34"/>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3" name="Google Shape;47033;p34"/>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4" name="Google Shape;47034;p34"/>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5" name="Google Shape;47035;p34"/>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6" name="Google Shape;47036;p34"/>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7" name="Google Shape;47037;p34"/>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8" name="Google Shape;47038;p34"/>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9" name="Google Shape;47039;p34"/>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0" name="Google Shape;47040;p34"/>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1" name="Google Shape;47041;p34"/>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42" name="Google Shape;47042;p34"/>
            <p:cNvGrpSpPr/>
            <p:nvPr/>
          </p:nvGrpSpPr>
          <p:grpSpPr>
            <a:xfrm>
              <a:off x="70735" y="3848061"/>
              <a:ext cx="9002530" cy="21952"/>
              <a:chOff x="79447" y="3843249"/>
              <a:chExt cx="9002530" cy="21952"/>
            </a:xfrm>
          </p:grpSpPr>
          <p:sp>
            <p:nvSpPr>
              <p:cNvPr id="47043" name="Google Shape;47043;p34"/>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4" name="Google Shape;47044;p34"/>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5" name="Google Shape;47045;p34"/>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6" name="Google Shape;47046;p34"/>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7" name="Google Shape;47047;p34"/>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8" name="Google Shape;47048;p34"/>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9" name="Google Shape;47049;p34"/>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0" name="Google Shape;47050;p34"/>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1" name="Google Shape;47051;p34"/>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2" name="Google Shape;47052;p34"/>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3" name="Google Shape;47053;p34"/>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4" name="Google Shape;47054;p34"/>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5" name="Google Shape;47055;p34"/>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6" name="Google Shape;47056;p34"/>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7" name="Google Shape;47057;p34"/>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8" name="Google Shape;47058;p34"/>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9" name="Google Shape;47059;p34"/>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0" name="Google Shape;47060;p34"/>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1" name="Google Shape;47061;p34"/>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2" name="Google Shape;47062;p34"/>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3" name="Google Shape;47063;p34"/>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4" name="Google Shape;47064;p34"/>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5" name="Google Shape;47065;p34"/>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6" name="Google Shape;47066;p34"/>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7" name="Google Shape;47067;p34"/>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8" name="Google Shape;47068;p34"/>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9" name="Google Shape;47069;p34"/>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0" name="Google Shape;47070;p34"/>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1" name="Google Shape;47071;p34"/>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2" name="Google Shape;47072;p34"/>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3" name="Google Shape;47073;p34"/>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4" name="Google Shape;47074;p34"/>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5" name="Google Shape;47075;p34"/>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6" name="Google Shape;47076;p34"/>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7" name="Google Shape;47077;p34"/>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8" name="Google Shape;47078;p34"/>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9" name="Google Shape;47079;p34"/>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0" name="Google Shape;47080;p34"/>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1" name="Google Shape;47081;p34"/>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2" name="Google Shape;47082;p34"/>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3" name="Google Shape;47083;p34"/>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4" name="Google Shape;47084;p34"/>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5" name="Google Shape;47085;p34"/>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6" name="Google Shape;47086;p34"/>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7" name="Google Shape;47087;p34"/>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8" name="Google Shape;47088;p34"/>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9" name="Google Shape;47089;p34"/>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0" name="Google Shape;47090;p34"/>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1" name="Google Shape;47091;p34"/>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2" name="Google Shape;47092;p34"/>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3" name="Google Shape;47093;p34"/>
            <p:cNvGrpSpPr/>
            <p:nvPr/>
          </p:nvGrpSpPr>
          <p:grpSpPr>
            <a:xfrm>
              <a:off x="70735" y="4019428"/>
              <a:ext cx="9002530" cy="22993"/>
              <a:chOff x="79447" y="4012903"/>
              <a:chExt cx="9002530" cy="22993"/>
            </a:xfrm>
          </p:grpSpPr>
          <p:sp>
            <p:nvSpPr>
              <p:cNvPr id="47094" name="Google Shape;47094;p34"/>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5" name="Google Shape;47095;p34"/>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6" name="Google Shape;47096;p34"/>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7" name="Google Shape;47097;p34"/>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8" name="Google Shape;47098;p34"/>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9" name="Google Shape;47099;p34"/>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0" name="Google Shape;47100;p34"/>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1" name="Google Shape;47101;p34"/>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2" name="Google Shape;47102;p34"/>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3" name="Google Shape;47103;p34"/>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4" name="Google Shape;47104;p34"/>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5" name="Google Shape;47105;p34"/>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6" name="Google Shape;47106;p34"/>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7" name="Google Shape;47107;p34"/>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8" name="Google Shape;47108;p34"/>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9" name="Google Shape;47109;p34"/>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0" name="Google Shape;47110;p34"/>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1" name="Google Shape;47111;p34"/>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2" name="Google Shape;47112;p34"/>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3" name="Google Shape;47113;p34"/>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4" name="Google Shape;47114;p34"/>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5" name="Google Shape;47115;p34"/>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6" name="Google Shape;47116;p34"/>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7" name="Google Shape;47117;p34"/>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8" name="Google Shape;47118;p34"/>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9" name="Google Shape;47119;p34"/>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0" name="Google Shape;47120;p34"/>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1" name="Google Shape;47121;p34"/>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2" name="Google Shape;47122;p34"/>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3" name="Google Shape;47123;p34"/>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4" name="Google Shape;47124;p34"/>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5" name="Google Shape;47125;p34"/>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6" name="Google Shape;47126;p34"/>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7" name="Google Shape;47127;p34"/>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8" name="Google Shape;47128;p34"/>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9" name="Google Shape;47129;p34"/>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0" name="Google Shape;47130;p34"/>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1" name="Google Shape;47131;p34"/>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2" name="Google Shape;47132;p34"/>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3" name="Google Shape;47133;p34"/>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4" name="Google Shape;47134;p34"/>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5" name="Google Shape;47135;p34"/>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6" name="Google Shape;47136;p34"/>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7" name="Google Shape;47137;p34"/>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8" name="Google Shape;47138;p34"/>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9" name="Google Shape;47139;p34"/>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0" name="Google Shape;47140;p34"/>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1" name="Google Shape;47141;p34"/>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2" name="Google Shape;47142;p34"/>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3" name="Google Shape;47143;p34"/>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44" name="Google Shape;47144;p34"/>
            <p:cNvGrpSpPr/>
            <p:nvPr/>
          </p:nvGrpSpPr>
          <p:grpSpPr>
            <a:xfrm>
              <a:off x="70735" y="4191836"/>
              <a:ext cx="9002530" cy="21952"/>
              <a:chOff x="79447" y="4182462"/>
              <a:chExt cx="9002530" cy="21952"/>
            </a:xfrm>
          </p:grpSpPr>
          <p:sp>
            <p:nvSpPr>
              <p:cNvPr id="47145" name="Google Shape;47145;p34"/>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6" name="Google Shape;47146;p34"/>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7" name="Google Shape;47147;p34"/>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8" name="Google Shape;47148;p34"/>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9" name="Google Shape;47149;p34"/>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0" name="Google Shape;47150;p34"/>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1" name="Google Shape;47151;p34"/>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2" name="Google Shape;47152;p34"/>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3" name="Google Shape;47153;p34"/>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4" name="Google Shape;47154;p34"/>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5" name="Google Shape;47155;p34"/>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6" name="Google Shape;47156;p34"/>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7" name="Google Shape;47157;p34"/>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8" name="Google Shape;47158;p34"/>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9" name="Google Shape;47159;p34"/>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0" name="Google Shape;47160;p34"/>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1" name="Google Shape;47161;p34"/>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2" name="Google Shape;47162;p34"/>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3" name="Google Shape;47163;p34"/>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4" name="Google Shape;47164;p34"/>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5" name="Google Shape;47165;p34"/>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6" name="Google Shape;47166;p34"/>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7" name="Google Shape;47167;p34"/>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8" name="Google Shape;47168;p34"/>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9" name="Google Shape;47169;p34"/>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0" name="Google Shape;47170;p34"/>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1" name="Google Shape;47171;p34"/>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2" name="Google Shape;47172;p34"/>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3" name="Google Shape;47173;p34"/>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4" name="Google Shape;47174;p34"/>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5" name="Google Shape;47175;p34"/>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6" name="Google Shape;47176;p34"/>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7" name="Google Shape;47177;p34"/>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8" name="Google Shape;47178;p34"/>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9" name="Google Shape;47179;p34"/>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0" name="Google Shape;47180;p34"/>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1" name="Google Shape;47181;p34"/>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2" name="Google Shape;47182;p34"/>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3" name="Google Shape;47183;p34"/>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4" name="Google Shape;47184;p34"/>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5" name="Google Shape;47185;p34"/>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6" name="Google Shape;47186;p34"/>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7" name="Google Shape;47187;p34"/>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8" name="Google Shape;47188;p34"/>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9" name="Google Shape;47189;p34"/>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0" name="Google Shape;47190;p34"/>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1" name="Google Shape;47191;p34"/>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2" name="Google Shape;47192;p34"/>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3" name="Google Shape;47193;p34"/>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4" name="Google Shape;47194;p34"/>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95" name="Google Shape;47195;p34"/>
            <p:cNvGrpSpPr/>
            <p:nvPr/>
          </p:nvGrpSpPr>
          <p:grpSpPr>
            <a:xfrm>
              <a:off x="70735" y="4363203"/>
              <a:ext cx="9002530" cy="21952"/>
              <a:chOff x="79447" y="4353157"/>
              <a:chExt cx="9002530" cy="21952"/>
            </a:xfrm>
          </p:grpSpPr>
          <p:sp>
            <p:nvSpPr>
              <p:cNvPr id="47196" name="Google Shape;47196;p34"/>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7" name="Google Shape;47197;p34"/>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8" name="Google Shape;47198;p34"/>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9" name="Google Shape;47199;p34"/>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0" name="Google Shape;47200;p34"/>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1" name="Google Shape;47201;p34"/>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2" name="Google Shape;47202;p34"/>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3" name="Google Shape;47203;p34"/>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4" name="Google Shape;47204;p34"/>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5" name="Google Shape;47205;p34"/>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6" name="Google Shape;47206;p34"/>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7" name="Google Shape;47207;p34"/>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8" name="Google Shape;47208;p34"/>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9" name="Google Shape;47209;p34"/>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0" name="Google Shape;47210;p34"/>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1" name="Google Shape;47211;p34"/>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2" name="Google Shape;47212;p34"/>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3" name="Google Shape;47213;p34"/>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4" name="Google Shape;47214;p34"/>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5" name="Google Shape;47215;p34"/>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6" name="Google Shape;47216;p34"/>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7" name="Google Shape;47217;p34"/>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8" name="Google Shape;47218;p34"/>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9" name="Google Shape;47219;p34"/>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0" name="Google Shape;47220;p34"/>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1" name="Google Shape;47221;p34"/>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2" name="Google Shape;47222;p34"/>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3" name="Google Shape;47223;p34"/>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4" name="Google Shape;47224;p34"/>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5" name="Google Shape;47225;p34"/>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6" name="Google Shape;47226;p34"/>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7" name="Google Shape;47227;p34"/>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8" name="Google Shape;47228;p34"/>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9" name="Google Shape;47229;p34"/>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0" name="Google Shape;47230;p34"/>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1" name="Google Shape;47231;p34"/>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2" name="Google Shape;47232;p34"/>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3" name="Google Shape;47233;p34"/>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4" name="Google Shape;47234;p34"/>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5" name="Google Shape;47235;p34"/>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6" name="Google Shape;47236;p34"/>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7" name="Google Shape;47237;p34"/>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8" name="Google Shape;47238;p34"/>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9" name="Google Shape;47239;p34"/>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0" name="Google Shape;47240;p34"/>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1" name="Google Shape;47241;p34"/>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2" name="Google Shape;47242;p34"/>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3" name="Google Shape;47243;p34"/>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4" name="Google Shape;47244;p34"/>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5" name="Google Shape;47245;p34"/>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46" name="Google Shape;47246;p34"/>
            <p:cNvGrpSpPr/>
            <p:nvPr/>
          </p:nvGrpSpPr>
          <p:grpSpPr>
            <a:xfrm>
              <a:off x="70735" y="4534570"/>
              <a:ext cx="9002530" cy="22993"/>
              <a:chOff x="79447" y="4522716"/>
              <a:chExt cx="9002530" cy="22993"/>
            </a:xfrm>
          </p:grpSpPr>
          <p:sp>
            <p:nvSpPr>
              <p:cNvPr id="47247" name="Google Shape;47247;p34"/>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8" name="Google Shape;47248;p34"/>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9" name="Google Shape;47249;p34"/>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0" name="Google Shape;47250;p34"/>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1" name="Google Shape;47251;p34"/>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2" name="Google Shape;47252;p34"/>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3" name="Google Shape;47253;p34"/>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4" name="Google Shape;47254;p34"/>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5" name="Google Shape;47255;p34"/>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6" name="Google Shape;47256;p34"/>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7" name="Google Shape;47257;p34"/>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8" name="Google Shape;47258;p34"/>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9" name="Google Shape;47259;p34"/>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0" name="Google Shape;47260;p34"/>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1" name="Google Shape;47261;p34"/>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2" name="Google Shape;47262;p34"/>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3" name="Google Shape;47263;p34"/>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4" name="Google Shape;47264;p34"/>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5" name="Google Shape;47265;p34"/>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6" name="Google Shape;47266;p34"/>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7" name="Google Shape;47267;p34"/>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8" name="Google Shape;47268;p34"/>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9" name="Google Shape;47269;p34"/>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0" name="Google Shape;47270;p34"/>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1" name="Google Shape;47271;p34"/>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2" name="Google Shape;47272;p34"/>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3" name="Google Shape;47273;p34"/>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4" name="Google Shape;47274;p34"/>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5" name="Google Shape;47275;p34"/>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6" name="Google Shape;47276;p34"/>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7" name="Google Shape;47277;p34"/>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8" name="Google Shape;47278;p34"/>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9" name="Google Shape;47279;p34"/>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0" name="Google Shape;47280;p34"/>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1" name="Google Shape;47281;p34"/>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2" name="Google Shape;47282;p34"/>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3" name="Google Shape;47283;p34"/>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4" name="Google Shape;47284;p34"/>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5" name="Google Shape;47285;p34"/>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6" name="Google Shape;47286;p34"/>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7" name="Google Shape;47287;p34"/>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8" name="Google Shape;47288;p34"/>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9" name="Google Shape;47289;p34"/>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0" name="Google Shape;47290;p34"/>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1" name="Google Shape;47291;p34"/>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2" name="Google Shape;47292;p34"/>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3" name="Google Shape;47293;p34"/>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4" name="Google Shape;47294;p34"/>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5" name="Google Shape;47295;p34"/>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6" name="Google Shape;47296;p34"/>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97" name="Google Shape;47297;p34"/>
            <p:cNvGrpSpPr/>
            <p:nvPr/>
          </p:nvGrpSpPr>
          <p:grpSpPr>
            <a:xfrm>
              <a:off x="70735" y="4706978"/>
              <a:ext cx="9002530" cy="21952"/>
              <a:chOff x="79447" y="4693410"/>
              <a:chExt cx="9002530" cy="21952"/>
            </a:xfrm>
          </p:grpSpPr>
          <p:sp>
            <p:nvSpPr>
              <p:cNvPr id="47298" name="Google Shape;47298;p34"/>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9" name="Google Shape;47299;p34"/>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0" name="Google Shape;47300;p34"/>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1" name="Google Shape;47301;p34"/>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2" name="Google Shape;47302;p34"/>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3" name="Google Shape;47303;p34"/>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4" name="Google Shape;47304;p34"/>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5" name="Google Shape;47305;p34"/>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6" name="Google Shape;47306;p34"/>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7" name="Google Shape;47307;p34"/>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8" name="Google Shape;47308;p34"/>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9" name="Google Shape;47309;p34"/>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0" name="Google Shape;47310;p34"/>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1" name="Google Shape;47311;p34"/>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2" name="Google Shape;47312;p34"/>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3" name="Google Shape;47313;p34"/>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4" name="Google Shape;47314;p34"/>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5" name="Google Shape;47315;p34"/>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6" name="Google Shape;47316;p34"/>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7" name="Google Shape;47317;p34"/>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8" name="Google Shape;47318;p34"/>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9" name="Google Shape;47319;p34"/>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0" name="Google Shape;47320;p34"/>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1" name="Google Shape;47321;p34"/>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2" name="Google Shape;47322;p34"/>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3" name="Google Shape;47323;p34"/>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4" name="Google Shape;47324;p34"/>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5" name="Google Shape;47325;p34"/>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6" name="Google Shape;47326;p34"/>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7" name="Google Shape;47327;p34"/>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8" name="Google Shape;47328;p34"/>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9" name="Google Shape;47329;p34"/>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0" name="Google Shape;47330;p34"/>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1" name="Google Shape;47331;p34"/>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2" name="Google Shape;47332;p34"/>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3" name="Google Shape;47333;p34"/>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4" name="Google Shape;47334;p34"/>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5" name="Google Shape;47335;p34"/>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6" name="Google Shape;47336;p34"/>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7" name="Google Shape;47337;p34"/>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8" name="Google Shape;47338;p34"/>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9" name="Google Shape;47339;p34"/>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0" name="Google Shape;47340;p34"/>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1" name="Google Shape;47341;p34"/>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2" name="Google Shape;47342;p34"/>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3" name="Google Shape;47343;p34"/>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4" name="Google Shape;47344;p34"/>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5" name="Google Shape;47345;p34"/>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6" name="Google Shape;47346;p34"/>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7" name="Google Shape;47347;p34"/>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48" name="Google Shape;47348;p34"/>
            <p:cNvGrpSpPr/>
            <p:nvPr/>
          </p:nvGrpSpPr>
          <p:grpSpPr>
            <a:xfrm>
              <a:off x="70735" y="4878345"/>
              <a:ext cx="9002530" cy="21952"/>
              <a:chOff x="79447" y="4864010"/>
              <a:chExt cx="9002530" cy="21952"/>
            </a:xfrm>
          </p:grpSpPr>
          <p:sp>
            <p:nvSpPr>
              <p:cNvPr id="47349" name="Google Shape;47349;p34"/>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0" name="Google Shape;47350;p34"/>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1" name="Google Shape;47351;p34"/>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2" name="Google Shape;47352;p34"/>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3" name="Google Shape;47353;p34"/>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4" name="Google Shape;47354;p34"/>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5" name="Google Shape;47355;p34"/>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6" name="Google Shape;47356;p34"/>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7" name="Google Shape;47357;p34"/>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8" name="Google Shape;47358;p34"/>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9" name="Google Shape;47359;p34"/>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0" name="Google Shape;47360;p34"/>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1" name="Google Shape;47361;p34"/>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2" name="Google Shape;47362;p34"/>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3" name="Google Shape;47363;p34"/>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4" name="Google Shape;47364;p34"/>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5" name="Google Shape;47365;p34"/>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6" name="Google Shape;47366;p34"/>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7" name="Google Shape;47367;p34"/>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8" name="Google Shape;47368;p34"/>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9" name="Google Shape;47369;p34"/>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0" name="Google Shape;47370;p34"/>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1" name="Google Shape;47371;p34"/>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2" name="Google Shape;47372;p34"/>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3" name="Google Shape;47373;p34"/>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4" name="Google Shape;47374;p34"/>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5" name="Google Shape;47375;p34"/>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6" name="Google Shape;47376;p34"/>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7" name="Google Shape;47377;p34"/>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8" name="Google Shape;47378;p34"/>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9" name="Google Shape;47379;p34"/>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0" name="Google Shape;47380;p34"/>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1" name="Google Shape;47381;p34"/>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2" name="Google Shape;47382;p34"/>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3" name="Google Shape;47383;p34"/>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4" name="Google Shape;47384;p34"/>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5" name="Google Shape;47385;p34"/>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6" name="Google Shape;47386;p34"/>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7" name="Google Shape;47387;p34"/>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8" name="Google Shape;47388;p34"/>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9" name="Google Shape;47389;p34"/>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0" name="Google Shape;47390;p34"/>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1" name="Google Shape;47391;p34"/>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2" name="Google Shape;47392;p34"/>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3" name="Google Shape;47393;p34"/>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4" name="Google Shape;47394;p34"/>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5" name="Google Shape;47395;p34"/>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6" name="Google Shape;47396;p34"/>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7" name="Google Shape;47397;p34"/>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8" name="Google Shape;47398;p34"/>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99" name="Google Shape;47399;p34"/>
            <p:cNvGrpSpPr/>
            <p:nvPr/>
          </p:nvGrpSpPr>
          <p:grpSpPr>
            <a:xfrm>
              <a:off x="70735" y="5049712"/>
              <a:ext cx="9002530" cy="22993"/>
              <a:chOff x="79447" y="5033664"/>
              <a:chExt cx="9002530" cy="22993"/>
            </a:xfrm>
          </p:grpSpPr>
          <p:sp>
            <p:nvSpPr>
              <p:cNvPr id="47400" name="Google Shape;47400;p34"/>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1" name="Google Shape;47401;p34"/>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2" name="Google Shape;47402;p34"/>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3" name="Google Shape;47403;p34"/>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4" name="Google Shape;47404;p34"/>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5" name="Google Shape;47405;p34"/>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6" name="Google Shape;47406;p34"/>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7" name="Google Shape;47407;p34"/>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8" name="Google Shape;47408;p34"/>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9" name="Google Shape;47409;p34"/>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0" name="Google Shape;47410;p34"/>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1" name="Google Shape;47411;p34"/>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2" name="Google Shape;47412;p34"/>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3" name="Google Shape;47413;p34"/>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4" name="Google Shape;47414;p34"/>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5" name="Google Shape;47415;p34"/>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6" name="Google Shape;47416;p34"/>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7" name="Google Shape;47417;p34"/>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8" name="Google Shape;47418;p34"/>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9" name="Google Shape;47419;p34"/>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0" name="Google Shape;47420;p34"/>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1" name="Google Shape;47421;p34"/>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2" name="Google Shape;47422;p34"/>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3" name="Google Shape;47423;p34"/>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4" name="Google Shape;47424;p34"/>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5" name="Google Shape;47425;p34"/>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6" name="Google Shape;47426;p34"/>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7" name="Google Shape;47427;p34"/>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8" name="Google Shape;47428;p34"/>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9" name="Google Shape;47429;p34"/>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0" name="Google Shape;47430;p34"/>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1" name="Google Shape;47431;p34"/>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2" name="Google Shape;47432;p34"/>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3" name="Google Shape;47433;p34"/>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4" name="Google Shape;47434;p34"/>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5" name="Google Shape;47435;p34"/>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6" name="Google Shape;47436;p34"/>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7" name="Google Shape;47437;p34"/>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8" name="Google Shape;47438;p34"/>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9" name="Google Shape;47439;p34"/>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0" name="Google Shape;47440;p34"/>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1" name="Google Shape;47441;p34"/>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2" name="Google Shape;47442;p34"/>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3" name="Google Shape;47443;p34"/>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4" name="Google Shape;47444;p34"/>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5" name="Google Shape;47445;p34"/>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6" name="Google Shape;47446;p34"/>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7" name="Google Shape;47447;p34"/>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8" name="Google Shape;47448;p34"/>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9" name="Google Shape;47449;p34"/>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450" name="Google Shape;47450;p34"/>
          <p:cNvGrpSpPr/>
          <p:nvPr/>
        </p:nvGrpSpPr>
        <p:grpSpPr>
          <a:xfrm>
            <a:off x="5051602" y="4517702"/>
            <a:ext cx="4449590" cy="497051"/>
            <a:chOff x="2765878" y="4436723"/>
            <a:chExt cx="7690269" cy="1225772"/>
          </a:xfrm>
        </p:grpSpPr>
        <p:grpSp>
          <p:nvGrpSpPr>
            <p:cNvPr id="47451" name="Google Shape;47451;p34"/>
            <p:cNvGrpSpPr/>
            <p:nvPr/>
          </p:nvGrpSpPr>
          <p:grpSpPr>
            <a:xfrm flipH="1">
              <a:off x="2765878" y="4436723"/>
              <a:ext cx="7690269" cy="1225772"/>
              <a:chOff x="2763020" y="4436723"/>
              <a:chExt cx="7690269" cy="1225772"/>
            </a:xfrm>
          </p:grpSpPr>
          <p:sp>
            <p:nvSpPr>
              <p:cNvPr id="47452" name="Google Shape;47452;p34"/>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3" name="Google Shape;47453;p34"/>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4" name="Google Shape;47454;p34"/>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5" name="Google Shape;47455;p34"/>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56" name="Google Shape;47456;p34"/>
            <p:cNvGrpSpPr/>
            <p:nvPr/>
          </p:nvGrpSpPr>
          <p:grpSpPr>
            <a:xfrm flipH="1">
              <a:off x="2765878" y="4436723"/>
              <a:ext cx="7690269" cy="1225772"/>
              <a:chOff x="2763020" y="4436723"/>
              <a:chExt cx="7690269" cy="1225772"/>
            </a:xfrm>
          </p:grpSpPr>
          <p:sp>
            <p:nvSpPr>
              <p:cNvPr id="47457" name="Google Shape;47457;p34"/>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8" name="Google Shape;47458;p34"/>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9" name="Google Shape;47459;p34"/>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0" name="Google Shape;47460;p34"/>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461" name="Google Shape;47461;p34"/>
          <p:cNvGrpSpPr/>
          <p:nvPr/>
        </p:nvGrpSpPr>
        <p:grpSpPr>
          <a:xfrm flipH="1">
            <a:off x="-706847" y="-3088155"/>
            <a:ext cx="1329399" cy="5681843"/>
            <a:chOff x="1398790" y="-5746080"/>
            <a:chExt cx="1329399" cy="5681843"/>
          </a:xfrm>
        </p:grpSpPr>
        <p:sp>
          <p:nvSpPr>
            <p:cNvPr id="47462" name="Google Shape;47462;p34"/>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3" name="Google Shape;47463;p34"/>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4" name="Google Shape;47464;p34"/>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5" name="Google Shape;47465;p34"/>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6" name="Google Shape;47466;p34"/>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7" name="Google Shape;47467;p34"/>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8" name="Google Shape;47468;p34"/>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9" name="Google Shape;47469;p34"/>
            <p:cNvSpPr/>
            <p:nvPr/>
          </p:nvSpPr>
          <p:spPr>
            <a:xfrm rot="-5400000">
              <a:off x="664515" y="-3229186"/>
              <a:ext cx="2088819" cy="247546"/>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0" name="Google Shape;47470;p34"/>
            <p:cNvSpPr/>
            <p:nvPr/>
          </p:nvSpPr>
          <p:spPr>
            <a:xfrm rot="-5400000">
              <a:off x="650869" y="-3571371"/>
              <a:ext cx="2801030" cy="58758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1" name="Google Shape;47471;p34"/>
            <p:cNvSpPr/>
            <p:nvPr/>
          </p:nvSpPr>
          <p:spPr>
            <a:xfrm rot="-5400000">
              <a:off x="1223268" y="-5044158"/>
              <a:ext cx="2206237" cy="802393"/>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2" name="Google Shape;47472;p34"/>
            <p:cNvSpPr/>
            <p:nvPr/>
          </p:nvSpPr>
          <p:spPr>
            <a:xfrm rot="-5400000">
              <a:off x="1661082" y="-4956122"/>
              <a:ext cx="1857064" cy="277148"/>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3" name="Google Shape;47473;p34"/>
            <p:cNvSpPr/>
            <p:nvPr/>
          </p:nvSpPr>
          <p:spPr>
            <a:xfrm rot="-5400000">
              <a:off x="-155073" y="-2072586"/>
              <a:ext cx="3562212" cy="454486"/>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4" name="Google Shape;47474;p34"/>
            <p:cNvSpPr/>
            <p:nvPr/>
          </p:nvSpPr>
          <p:spPr>
            <a:xfrm rot="-5400000">
              <a:off x="2080712" y="-4970345"/>
              <a:ext cx="426644" cy="51253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5" name="Google Shape;47475;p34"/>
            <p:cNvSpPr/>
            <p:nvPr/>
          </p:nvSpPr>
          <p:spPr>
            <a:xfrm rot="-5400000">
              <a:off x="1402092" y="-3036772"/>
              <a:ext cx="535589" cy="42367"/>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476" name="Google Shape;47476;p34"/>
          <p:cNvPicPr preferRelativeResize="0"/>
          <p:nvPr/>
        </p:nvPicPr>
        <p:blipFill rotWithShape="1">
          <a:blip r:embed="rId2">
            <a:alphaModFix/>
          </a:blip>
          <a:srcRect l="64767" t="9117" r="15570" b="53456"/>
          <a:stretch/>
        </p:blipFill>
        <p:spPr>
          <a:xfrm rot="287093" flipH="1">
            <a:off x="-39006" y="3231745"/>
            <a:ext cx="955510" cy="1969861"/>
          </a:xfrm>
          <a:prstGeom prst="rect">
            <a:avLst/>
          </a:prstGeom>
          <a:noFill/>
          <a:ln>
            <a:noFill/>
          </a:ln>
        </p:spPr>
      </p:pic>
      <p:pic>
        <p:nvPicPr>
          <p:cNvPr id="47477" name="Google Shape;47477;p34"/>
          <p:cNvPicPr preferRelativeResize="0"/>
          <p:nvPr/>
        </p:nvPicPr>
        <p:blipFill rotWithShape="1">
          <a:blip r:embed="rId2">
            <a:alphaModFix/>
          </a:blip>
          <a:srcRect t="59049" r="82437" b="25132"/>
          <a:stretch/>
        </p:blipFill>
        <p:spPr>
          <a:xfrm rot="-1654061" flipH="1">
            <a:off x="8197320" y="447377"/>
            <a:ext cx="754361" cy="735916"/>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CUSTOM_10">
    <p:spTree>
      <p:nvGrpSpPr>
        <p:cNvPr id="1" name="Shape 47478"/>
        <p:cNvGrpSpPr/>
        <p:nvPr/>
      </p:nvGrpSpPr>
      <p:grpSpPr>
        <a:xfrm>
          <a:off x="0" y="0"/>
          <a:ext cx="0" cy="0"/>
          <a:chOff x="0" y="0"/>
          <a:chExt cx="0" cy="0"/>
        </a:xfrm>
      </p:grpSpPr>
      <p:grpSp>
        <p:nvGrpSpPr>
          <p:cNvPr id="47479" name="Google Shape;47479;p35"/>
          <p:cNvGrpSpPr/>
          <p:nvPr/>
        </p:nvGrpSpPr>
        <p:grpSpPr>
          <a:xfrm>
            <a:off x="70735" y="70796"/>
            <a:ext cx="9002530" cy="5001909"/>
            <a:chOff x="70735" y="70796"/>
            <a:chExt cx="9002530" cy="5001909"/>
          </a:xfrm>
        </p:grpSpPr>
        <p:grpSp>
          <p:nvGrpSpPr>
            <p:cNvPr id="47480" name="Google Shape;47480;p35"/>
            <p:cNvGrpSpPr/>
            <p:nvPr/>
          </p:nvGrpSpPr>
          <p:grpSpPr>
            <a:xfrm>
              <a:off x="70735" y="70796"/>
              <a:ext cx="9002530" cy="22993"/>
              <a:chOff x="79447" y="96297"/>
              <a:chExt cx="9002530" cy="22993"/>
            </a:xfrm>
          </p:grpSpPr>
          <p:sp>
            <p:nvSpPr>
              <p:cNvPr id="47481" name="Google Shape;47481;p35"/>
              <p:cNvSpPr/>
              <p:nvPr/>
            </p:nvSpPr>
            <p:spPr>
              <a:xfrm>
                <a:off x="7944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2" name="Google Shape;47482;p35"/>
              <p:cNvSpPr/>
              <p:nvPr/>
            </p:nvSpPr>
            <p:spPr>
              <a:xfrm>
                <a:off x="263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3" name="Google Shape;47483;p35"/>
              <p:cNvSpPr/>
              <p:nvPr/>
            </p:nvSpPr>
            <p:spPr>
              <a:xfrm>
                <a:off x="445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4" name="Google Shape;47484;p35"/>
              <p:cNvSpPr/>
              <p:nvPr/>
            </p:nvSpPr>
            <p:spPr>
              <a:xfrm>
                <a:off x="629739"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5" name="Google Shape;47485;p35"/>
              <p:cNvSpPr/>
              <p:nvPr/>
            </p:nvSpPr>
            <p:spPr>
              <a:xfrm>
                <a:off x="812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6" name="Google Shape;47486;p35"/>
              <p:cNvSpPr/>
              <p:nvPr/>
            </p:nvSpPr>
            <p:spPr>
              <a:xfrm>
                <a:off x="996291"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7" name="Google Shape;47487;p35"/>
              <p:cNvSpPr/>
              <p:nvPr/>
            </p:nvSpPr>
            <p:spPr>
              <a:xfrm>
                <a:off x="1179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8" name="Google Shape;47488;p35"/>
              <p:cNvSpPr/>
              <p:nvPr/>
            </p:nvSpPr>
            <p:spPr>
              <a:xfrm>
                <a:off x="136284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9" name="Google Shape;47489;p35"/>
              <p:cNvSpPr/>
              <p:nvPr/>
            </p:nvSpPr>
            <p:spPr>
              <a:xfrm>
                <a:off x="1545655"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0" name="Google Shape;47490;p35"/>
              <p:cNvSpPr/>
              <p:nvPr/>
            </p:nvSpPr>
            <p:spPr>
              <a:xfrm>
                <a:off x="1729396"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1" name="Google Shape;47491;p35"/>
              <p:cNvSpPr/>
              <p:nvPr/>
            </p:nvSpPr>
            <p:spPr>
              <a:xfrm>
                <a:off x="1912207"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2" name="Google Shape;47492;p35"/>
              <p:cNvSpPr/>
              <p:nvPr/>
            </p:nvSpPr>
            <p:spPr>
              <a:xfrm>
                <a:off x="2095948" y="96297"/>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3" name="Google Shape;47493;p35"/>
              <p:cNvSpPr/>
              <p:nvPr/>
            </p:nvSpPr>
            <p:spPr>
              <a:xfrm>
                <a:off x="2278759" y="96297"/>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4" name="Google Shape;47494;p35"/>
              <p:cNvSpPr/>
              <p:nvPr/>
            </p:nvSpPr>
            <p:spPr>
              <a:xfrm>
                <a:off x="246250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5" name="Google Shape;47495;p35"/>
              <p:cNvSpPr/>
              <p:nvPr/>
            </p:nvSpPr>
            <p:spPr>
              <a:xfrm>
                <a:off x="264521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6" name="Google Shape;47496;p35"/>
              <p:cNvSpPr/>
              <p:nvPr/>
            </p:nvSpPr>
            <p:spPr>
              <a:xfrm>
                <a:off x="282905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7" name="Google Shape;47497;p35"/>
              <p:cNvSpPr/>
              <p:nvPr/>
            </p:nvSpPr>
            <p:spPr>
              <a:xfrm>
                <a:off x="301177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8" name="Google Shape;47498;p35"/>
              <p:cNvSpPr/>
              <p:nvPr/>
            </p:nvSpPr>
            <p:spPr>
              <a:xfrm>
                <a:off x="319560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9" name="Google Shape;47499;p35"/>
              <p:cNvSpPr/>
              <p:nvPr/>
            </p:nvSpPr>
            <p:spPr>
              <a:xfrm>
                <a:off x="337832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0" name="Google Shape;47500;p35"/>
              <p:cNvSpPr/>
              <p:nvPr/>
            </p:nvSpPr>
            <p:spPr>
              <a:xfrm>
                <a:off x="356215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1" name="Google Shape;47501;p35"/>
              <p:cNvSpPr/>
              <p:nvPr/>
            </p:nvSpPr>
            <p:spPr>
              <a:xfrm>
                <a:off x="374487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2" name="Google Shape;47502;p35"/>
              <p:cNvSpPr/>
              <p:nvPr/>
            </p:nvSpPr>
            <p:spPr>
              <a:xfrm>
                <a:off x="392870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3" name="Google Shape;47503;p35"/>
              <p:cNvSpPr/>
              <p:nvPr/>
            </p:nvSpPr>
            <p:spPr>
              <a:xfrm>
                <a:off x="4111427"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4" name="Google Shape;47504;p35"/>
              <p:cNvSpPr/>
              <p:nvPr/>
            </p:nvSpPr>
            <p:spPr>
              <a:xfrm>
                <a:off x="4295260"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5" name="Google Shape;47505;p35"/>
              <p:cNvSpPr/>
              <p:nvPr/>
            </p:nvSpPr>
            <p:spPr>
              <a:xfrm>
                <a:off x="447797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6" name="Google Shape;47506;p35"/>
              <p:cNvSpPr/>
              <p:nvPr/>
            </p:nvSpPr>
            <p:spPr>
              <a:xfrm>
                <a:off x="4661812"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7" name="Google Shape;47507;p35"/>
              <p:cNvSpPr/>
              <p:nvPr/>
            </p:nvSpPr>
            <p:spPr>
              <a:xfrm>
                <a:off x="484453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8" name="Google Shape;47508;p35"/>
              <p:cNvSpPr/>
              <p:nvPr/>
            </p:nvSpPr>
            <p:spPr>
              <a:xfrm>
                <a:off x="5028364"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9" name="Google Shape;47509;p35"/>
              <p:cNvSpPr/>
              <p:nvPr/>
            </p:nvSpPr>
            <p:spPr>
              <a:xfrm>
                <a:off x="521108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0" name="Google Shape;47510;p35"/>
              <p:cNvSpPr/>
              <p:nvPr/>
            </p:nvSpPr>
            <p:spPr>
              <a:xfrm>
                <a:off x="5394916"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1" name="Google Shape;47511;p35"/>
              <p:cNvSpPr/>
              <p:nvPr/>
            </p:nvSpPr>
            <p:spPr>
              <a:xfrm>
                <a:off x="557763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2" name="Google Shape;47512;p35"/>
              <p:cNvSpPr/>
              <p:nvPr/>
            </p:nvSpPr>
            <p:spPr>
              <a:xfrm>
                <a:off x="5761468" y="96297"/>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3" name="Google Shape;47513;p35"/>
              <p:cNvSpPr/>
              <p:nvPr/>
            </p:nvSpPr>
            <p:spPr>
              <a:xfrm>
                <a:off x="594418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4" name="Google Shape;47514;p35"/>
              <p:cNvSpPr/>
              <p:nvPr/>
            </p:nvSpPr>
            <p:spPr>
              <a:xfrm>
                <a:off x="612699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5" name="Google Shape;47515;p35"/>
              <p:cNvSpPr/>
              <p:nvPr/>
            </p:nvSpPr>
            <p:spPr>
              <a:xfrm>
                <a:off x="6310739"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6" name="Google Shape;47516;p35"/>
              <p:cNvSpPr/>
              <p:nvPr/>
            </p:nvSpPr>
            <p:spPr>
              <a:xfrm>
                <a:off x="649355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7" name="Google Shape;47517;p35"/>
              <p:cNvSpPr/>
              <p:nvPr/>
            </p:nvSpPr>
            <p:spPr>
              <a:xfrm>
                <a:off x="6677291"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8" name="Google Shape;47518;p35"/>
              <p:cNvSpPr/>
              <p:nvPr/>
            </p:nvSpPr>
            <p:spPr>
              <a:xfrm>
                <a:off x="686010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9" name="Google Shape;47519;p35"/>
              <p:cNvSpPr/>
              <p:nvPr/>
            </p:nvSpPr>
            <p:spPr>
              <a:xfrm>
                <a:off x="7043843"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0" name="Google Shape;47520;p35"/>
              <p:cNvSpPr/>
              <p:nvPr/>
            </p:nvSpPr>
            <p:spPr>
              <a:xfrm>
                <a:off x="722665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1" name="Google Shape;47521;p35"/>
              <p:cNvSpPr/>
              <p:nvPr/>
            </p:nvSpPr>
            <p:spPr>
              <a:xfrm>
                <a:off x="7410395" y="96297"/>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2" name="Google Shape;47522;p35"/>
              <p:cNvSpPr/>
              <p:nvPr/>
            </p:nvSpPr>
            <p:spPr>
              <a:xfrm>
                <a:off x="7593207"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3" name="Google Shape;47523;p35"/>
              <p:cNvSpPr/>
              <p:nvPr/>
            </p:nvSpPr>
            <p:spPr>
              <a:xfrm>
                <a:off x="7776947"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4" name="Google Shape;47524;p35"/>
              <p:cNvSpPr/>
              <p:nvPr/>
            </p:nvSpPr>
            <p:spPr>
              <a:xfrm>
                <a:off x="7959759"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5" name="Google Shape;47525;p35"/>
              <p:cNvSpPr/>
              <p:nvPr/>
            </p:nvSpPr>
            <p:spPr>
              <a:xfrm>
                <a:off x="8143500"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6" name="Google Shape;47526;p35"/>
              <p:cNvSpPr/>
              <p:nvPr/>
            </p:nvSpPr>
            <p:spPr>
              <a:xfrm>
                <a:off x="8326311"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7" name="Google Shape;47527;p35"/>
              <p:cNvSpPr/>
              <p:nvPr/>
            </p:nvSpPr>
            <p:spPr>
              <a:xfrm>
                <a:off x="8510052"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8" name="Google Shape;47528;p35"/>
              <p:cNvSpPr/>
              <p:nvPr/>
            </p:nvSpPr>
            <p:spPr>
              <a:xfrm>
                <a:off x="8692863"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9" name="Google Shape;47529;p35"/>
              <p:cNvSpPr/>
              <p:nvPr/>
            </p:nvSpPr>
            <p:spPr>
              <a:xfrm>
                <a:off x="8876604" y="96297"/>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0" name="Google Shape;47530;p35"/>
              <p:cNvSpPr/>
              <p:nvPr/>
            </p:nvSpPr>
            <p:spPr>
              <a:xfrm>
                <a:off x="9059415" y="96297"/>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31" name="Google Shape;47531;p35"/>
            <p:cNvGrpSpPr/>
            <p:nvPr/>
          </p:nvGrpSpPr>
          <p:grpSpPr>
            <a:xfrm>
              <a:off x="70735" y="243203"/>
              <a:ext cx="9002530" cy="21952"/>
              <a:chOff x="79447" y="266897"/>
              <a:chExt cx="9002530" cy="21952"/>
            </a:xfrm>
          </p:grpSpPr>
          <p:sp>
            <p:nvSpPr>
              <p:cNvPr id="47532" name="Google Shape;47532;p35"/>
              <p:cNvSpPr/>
              <p:nvPr/>
            </p:nvSpPr>
            <p:spPr>
              <a:xfrm>
                <a:off x="7944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3" name="Google Shape;47533;p35"/>
              <p:cNvSpPr/>
              <p:nvPr/>
            </p:nvSpPr>
            <p:spPr>
              <a:xfrm>
                <a:off x="263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4" name="Google Shape;47534;p35"/>
              <p:cNvSpPr/>
              <p:nvPr/>
            </p:nvSpPr>
            <p:spPr>
              <a:xfrm>
                <a:off x="445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5" name="Google Shape;47535;p35"/>
              <p:cNvSpPr/>
              <p:nvPr/>
            </p:nvSpPr>
            <p:spPr>
              <a:xfrm>
                <a:off x="629739"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6" name="Google Shape;47536;p35"/>
              <p:cNvSpPr/>
              <p:nvPr/>
            </p:nvSpPr>
            <p:spPr>
              <a:xfrm>
                <a:off x="812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7" name="Google Shape;47537;p35"/>
              <p:cNvSpPr/>
              <p:nvPr/>
            </p:nvSpPr>
            <p:spPr>
              <a:xfrm>
                <a:off x="996291"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8" name="Google Shape;47538;p35"/>
              <p:cNvSpPr/>
              <p:nvPr/>
            </p:nvSpPr>
            <p:spPr>
              <a:xfrm>
                <a:off x="1179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9" name="Google Shape;47539;p35"/>
              <p:cNvSpPr/>
              <p:nvPr/>
            </p:nvSpPr>
            <p:spPr>
              <a:xfrm>
                <a:off x="136284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0" name="Google Shape;47540;p35"/>
              <p:cNvSpPr/>
              <p:nvPr/>
            </p:nvSpPr>
            <p:spPr>
              <a:xfrm>
                <a:off x="1545655"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1" name="Google Shape;47541;p35"/>
              <p:cNvSpPr/>
              <p:nvPr/>
            </p:nvSpPr>
            <p:spPr>
              <a:xfrm>
                <a:off x="1729396"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2" name="Google Shape;47542;p35"/>
              <p:cNvSpPr/>
              <p:nvPr/>
            </p:nvSpPr>
            <p:spPr>
              <a:xfrm>
                <a:off x="1912207"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3" name="Google Shape;47543;p35"/>
              <p:cNvSpPr/>
              <p:nvPr/>
            </p:nvSpPr>
            <p:spPr>
              <a:xfrm>
                <a:off x="2095948" y="266897"/>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4" name="Google Shape;47544;p35"/>
              <p:cNvSpPr/>
              <p:nvPr/>
            </p:nvSpPr>
            <p:spPr>
              <a:xfrm>
                <a:off x="2278759" y="266897"/>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5" name="Google Shape;47545;p35"/>
              <p:cNvSpPr/>
              <p:nvPr/>
            </p:nvSpPr>
            <p:spPr>
              <a:xfrm>
                <a:off x="246250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6" name="Google Shape;47546;p35"/>
              <p:cNvSpPr/>
              <p:nvPr/>
            </p:nvSpPr>
            <p:spPr>
              <a:xfrm>
                <a:off x="264521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7" name="Google Shape;47547;p35"/>
              <p:cNvSpPr/>
              <p:nvPr/>
            </p:nvSpPr>
            <p:spPr>
              <a:xfrm>
                <a:off x="282905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8" name="Google Shape;47548;p35"/>
              <p:cNvSpPr/>
              <p:nvPr/>
            </p:nvSpPr>
            <p:spPr>
              <a:xfrm>
                <a:off x="301177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9" name="Google Shape;47549;p35"/>
              <p:cNvSpPr/>
              <p:nvPr/>
            </p:nvSpPr>
            <p:spPr>
              <a:xfrm>
                <a:off x="319560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0" name="Google Shape;47550;p35"/>
              <p:cNvSpPr/>
              <p:nvPr/>
            </p:nvSpPr>
            <p:spPr>
              <a:xfrm>
                <a:off x="337832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1" name="Google Shape;47551;p35"/>
              <p:cNvSpPr/>
              <p:nvPr/>
            </p:nvSpPr>
            <p:spPr>
              <a:xfrm>
                <a:off x="356215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2" name="Google Shape;47552;p35"/>
              <p:cNvSpPr/>
              <p:nvPr/>
            </p:nvSpPr>
            <p:spPr>
              <a:xfrm>
                <a:off x="374487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3" name="Google Shape;47553;p35"/>
              <p:cNvSpPr/>
              <p:nvPr/>
            </p:nvSpPr>
            <p:spPr>
              <a:xfrm>
                <a:off x="392870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4" name="Google Shape;47554;p35"/>
              <p:cNvSpPr/>
              <p:nvPr/>
            </p:nvSpPr>
            <p:spPr>
              <a:xfrm>
                <a:off x="4111427"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5" name="Google Shape;47555;p35"/>
              <p:cNvSpPr/>
              <p:nvPr/>
            </p:nvSpPr>
            <p:spPr>
              <a:xfrm>
                <a:off x="4295260"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6" name="Google Shape;47556;p35"/>
              <p:cNvSpPr/>
              <p:nvPr/>
            </p:nvSpPr>
            <p:spPr>
              <a:xfrm>
                <a:off x="447797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7" name="Google Shape;47557;p35"/>
              <p:cNvSpPr/>
              <p:nvPr/>
            </p:nvSpPr>
            <p:spPr>
              <a:xfrm>
                <a:off x="4661812"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8" name="Google Shape;47558;p35"/>
              <p:cNvSpPr/>
              <p:nvPr/>
            </p:nvSpPr>
            <p:spPr>
              <a:xfrm>
                <a:off x="484453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9" name="Google Shape;47559;p35"/>
              <p:cNvSpPr/>
              <p:nvPr/>
            </p:nvSpPr>
            <p:spPr>
              <a:xfrm>
                <a:off x="5028364"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0" name="Google Shape;47560;p35"/>
              <p:cNvSpPr/>
              <p:nvPr/>
            </p:nvSpPr>
            <p:spPr>
              <a:xfrm>
                <a:off x="521108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1" name="Google Shape;47561;p35"/>
              <p:cNvSpPr/>
              <p:nvPr/>
            </p:nvSpPr>
            <p:spPr>
              <a:xfrm>
                <a:off x="5394916"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2" name="Google Shape;47562;p35"/>
              <p:cNvSpPr/>
              <p:nvPr/>
            </p:nvSpPr>
            <p:spPr>
              <a:xfrm>
                <a:off x="557763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3" name="Google Shape;47563;p35"/>
              <p:cNvSpPr/>
              <p:nvPr/>
            </p:nvSpPr>
            <p:spPr>
              <a:xfrm>
                <a:off x="5761468" y="266897"/>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4" name="Google Shape;47564;p35"/>
              <p:cNvSpPr/>
              <p:nvPr/>
            </p:nvSpPr>
            <p:spPr>
              <a:xfrm>
                <a:off x="594418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5" name="Google Shape;47565;p35"/>
              <p:cNvSpPr/>
              <p:nvPr/>
            </p:nvSpPr>
            <p:spPr>
              <a:xfrm>
                <a:off x="612699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6" name="Google Shape;47566;p35"/>
              <p:cNvSpPr/>
              <p:nvPr/>
            </p:nvSpPr>
            <p:spPr>
              <a:xfrm>
                <a:off x="6310739"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7" name="Google Shape;47567;p35"/>
              <p:cNvSpPr/>
              <p:nvPr/>
            </p:nvSpPr>
            <p:spPr>
              <a:xfrm>
                <a:off x="649355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8" name="Google Shape;47568;p35"/>
              <p:cNvSpPr/>
              <p:nvPr/>
            </p:nvSpPr>
            <p:spPr>
              <a:xfrm>
                <a:off x="6677291"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9" name="Google Shape;47569;p35"/>
              <p:cNvSpPr/>
              <p:nvPr/>
            </p:nvSpPr>
            <p:spPr>
              <a:xfrm>
                <a:off x="686010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0" name="Google Shape;47570;p35"/>
              <p:cNvSpPr/>
              <p:nvPr/>
            </p:nvSpPr>
            <p:spPr>
              <a:xfrm>
                <a:off x="7043843"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1" name="Google Shape;47571;p35"/>
              <p:cNvSpPr/>
              <p:nvPr/>
            </p:nvSpPr>
            <p:spPr>
              <a:xfrm>
                <a:off x="722665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2" name="Google Shape;47572;p35"/>
              <p:cNvSpPr/>
              <p:nvPr/>
            </p:nvSpPr>
            <p:spPr>
              <a:xfrm>
                <a:off x="7410395" y="266897"/>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3" name="Google Shape;47573;p35"/>
              <p:cNvSpPr/>
              <p:nvPr/>
            </p:nvSpPr>
            <p:spPr>
              <a:xfrm>
                <a:off x="7593207"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4" name="Google Shape;47574;p35"/>
              <p:cNvSpPr/>
              <p:nvPr/>
            </p:nvSpPr>
            <p:spPr>
              <a:xfrm>
                <a:off x="7776947"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5" name="Google Shape;47575;p35"/>
              <p:cNvSpPr/>
              <p:nvPr/>
            </p:nvSpPr>
            <p:spPr>
              <a:xfrm>
                <a:off x="7959759"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6" name="Google Shape;47576;p35"/>
              <p:cNvSpPr/>
              <p:nvPr/>
            </p:nvSpPr>
            <p:spPr>
              <a:xfrm>
                <a:off x="8143500"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7" name="Google Shape;47577;p35"/>
              <p:cNvSpPr/>
              <p:nvPr/>
            </p:nvSpPr>
            <p:spPr>
              <a:xfrm>
                <a:off x="8326311"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8" name="Google Shape;47578;p35"/>
              <p:cNvSpPr/>
              <p:nvPr/>
            </p:nvSpPr>
            <p:spPr>
              <a:xfrm>
                <a:off x="8510052"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9" name="Google Shape;47579;p35"/>
              <p:cNvSpPr/>
              <p:nvPr/>
            </p:nvSpPr>
            <p:spPr>
              <a:xfrm>
                <a:off x="8692863"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0" name="Google Shape;47580;p35"/>
              <p:cNvSpPr/>
              <p:nvPr/>
            </p:nvSpPr>
            <p:spPr>
              <a:xfrm>
                <a:off x="8876604" y="266897"/>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1" name="Google Shape;47581;p35"/>
              <p:cNvSpPr/>
              <p:nvPr/>
            </p:nvSpPr>
            <p:spPr>
              <a:xfrm>
                <a:off x="9059415" y="266897"/>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82" name="Google Shape;47582;p35"/>
            <p:cNvGrpSpPr/>
            <p:nvPr/>
          </p:nvGrpSpPr>
          <p:grpSpPr>
            <a:xfrm>
              <a:off x="70735" y="414570"/>
              <a:ext cx="9002530" cy="21952"/>
              <a:chOff x="79447" y="437592"/>
              <a:chExt cx="9002530" cy="21952"/>
            </a:xfrm>
          </p:grpSpPr>
          <p:sp>
            <p:nvSpPr>
              <p:cNvPr id="47583" name="Google Shape;47583;p35"/>
              <p:cNvSpPr/>
              <p:nvPr/>
            </p:nvSpPr>
            <p:spPr>
              <a:xfrm>
                <a:off x="7944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4" name="Google Shape;47584;p35"/>
              <p:cNvSpPr/>
              <p:nvPr/>
            </p:nvSpPr>
            <p:spPr>
              <a:xfrm>
                <a:off x="263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5" name="Google Shape;47585;p35"/>
              <p:cNvSpPr/>
              <p:nvPr/>
            </p:nvSpPr>
            <p:spPr>
              <a:xfrm>
                <a:off x="445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6" name="Google Shape;47586;p35"/>
              <p:cNvSpPr/>
              <p:nvPr/>
            </p:nvSpPr>
            <p:spPr>
              <a:xfrm>
                <a:off x="629739"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7" name="Google Shape;47587;p35"/>
              <p:cNvSpPr/>
              <p:nvPr/>
            </p:nvSpPr>
            <p:spPr>
              <a:xfrm>
                <a:off x="812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8" name="Google Shape;47588;p35"/>
              <p:cNvSpPr/>
              <p:nvPr/>
            </p:nvSpPr>
            <p:spPr>
              <a:xfrm>
                <a:off x="996291"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9" name="Google Shape;47589;p35"/>
              <p:cNvSpPr/>
              <p:nvPr/>
            </p:nvSpPr>
            <p:spPr>
              <a:xfrm>
                <a:off x="1179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0" name="Google Shape;47590;p35"/>
              <p:cNvSpPr/>
              <p:nvPr/>
            </p:nvSpPr>
            <p:spPr>
              <a:xfrm>
                <a:off x="136284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1" name="Google Shape;47591;p35"/>
              <p:cNvSpPr/>
              <p:nvPr/>
            </p:nvSpPr>
            <p:spPr>
              <a:xfrm>
                <a:off x="1545655"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2" name="Google Shape;47592;p35"/>
              <p:cNvSpPr/>
              <p:nvPr/>
            </p:nvSpPr>
            <p:spPr>
              <a:xfrm>
                <a:off x="1729396"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3" name="Google Shape;47593;p35"/>
              <p:cNvSpPr/>
              <p:nvPr/>
            </p:nvSpPr>
            <p:spPr>
              <a:xfrm>
                <a:off x="1912207"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4" name="Google Shape;47594;p35"/>
              <p:cNvSpPr/>
              <p:nvPr/>
            </p:nvSpPr>
            <p:spPr>
              <a:xfrm>
                <a:off x="2095948" y="43759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5" name="Google Shape;47595;p35"/>
              <p:cNvSpPr/>
              <p:nvPr/>
            </p:nvSpPr>
            <p:spPr>
              <a:xfrm>
                <a:off x="2278759" y="43759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6" name="Google Shape;47596;p35"/>
              <p:cNvSpPr/>
              <p:nvPr/>
            </p:nvSpPr>
            <p:spPr>
              <a:xfrm>
                <a:off x="246250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7" name="Google Shape;47597;p35"/>
              <p:cNvSpPr/>
              <p:nvPr/>
            </p:nvSpPr>
            <p:spPr>
              <a:xfrm>
                <a:off x="264521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8" name="Google Shape;47598;p35"/>
              <p:cNvSpPr/>
              <p:nvPr/>
            </p:nvSpPr>
            <p:spPr>
              <a:xfrm>
                <a:off x="282905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9" name="Google Shape;47599;p35"/>
              <p:cNvSpPr/>
              <p:nvPr/>
            </p:nvSpPr>
            <p:spPr>
              <a:xfrm>
                <a:off x="301177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0" name="Google Shape;47600;p35"/>
              <p:cNvSpPr/>
              <p:nvPr/>
            </p:nvSpPr>
            <p:spPr>
              <a:xfrm>
                <a:off x="319560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1" name="Google Shape;47601;p35"/>
              <p:cNvSpPr/>
              <p:nvPr/>
            </p:nvSpPr>
            <p:spPr>
              <a:xfrm>
                <a:off x="337832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2" name="Google Shape;47602;p35"/>
              <p:cNvSpPr/>
              <p:nvPr/>
            </p:nvSpPr>
            <p:spPr>
              <a:xfrm>
                <a:off x="356215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3" name="Google Shape;47603;p35"/>
              <p:cNvSpPr/>
              <p:nvPr/>
            </p:nvSpPr>
            <p:spPr>
              <a:xfrm>
                <a:off x="374487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4" name="Google Shape;47604;p35"/>
              <p:cNvSpPr/>
              <p:nvPr/>
            </p:nvSpPr>
            <p:spPr>
              <a:xfrm>
                <a:off x="392870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5" name="Google Shape;47605;p35"/>
              <p:cNvSpPr/>
              <p:nvPr/>
            </p:nvSpPr>
            <p:spPr>
              <a:xfrm>
                <a:off x="4111427"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6" name="Google Shape;47606;p35"/>
              <p:cNvSpPr/>
              <p:nvPr/>
            </p:nvSpPr>
            <p:spPr>
              <a:xfrm>
                <a:off x="4295260"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7" name="Google Shape;47607;p35"/>
              <p:cNvSpPr/>
              <p:nvPr/>
            </p:nvSpPr>
            <p:spPr>
              <a:xfrm>
                <a:off x="447797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8" name="Google Shape;47608;p35"/>
              <p:cNvSpPr/>
              <p:nvPr/>
            </p:nvSpPr>
            <p:spPr>
              <a:xfrm>
                <a:off x="4661812"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9" name="Google Shape;47609;p35"/>
              <p:cNvSpPr/>
              <p:nvPr/>
            </p:nvSpPr>
            <p:spPr>
              <a:xfrm>
                <a:off x="484453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0" name="Google Shape;47610;p35"/>
              <p:cNvSpPr/>
              <p:nvPr/>
            </p:nvSpPr>
            <p:spPr>
              <a:xfrm>
                <a:off x="5028364"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1" name="Google Shape;47611;p35"/>
              <p:cNvSpPr/>
              <p:nvPr/>
            </p:nvSpPr>
            <p:spPr>
              <a:xfrm>
                <a:off x="521108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2" name="Google Shape;47612;p35"/>
              <p:cNvSpPr/>
              <p:nvPr/>
            </p:nvSpPr>
            <p:spPr>
              <a:xfrm>
                <a:off x="5394916"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3" name="Google Shape;47613;p35"/>
              <p:cNvSpPr/>
              <p:nvPr/>
            </p:nvSpPr>
            <p:spPr>
              <a:xfrm>
                <a:off x="557763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4" name="Google Shape;47614;p35"/>
              <p:cNvSpPr/>
              <p:nvPr/>
            </p:nvSpPr>
            <p:spPr>
              <a:xfrm>
                <a:off x="5761468" y="43759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5" name="Google Shape;47615;p35"/>
              <p:cNvSpPr/>
              <p:nvPr/>
            </p:nvSpPr>
            <p:spPr>
              <a:xfrm>
                <a:off x="594418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6" name="Google Shape;47616;p35"/>
              <p:cNvSpPr/>
              <p:nvPr/>
            </p:nvSpPr>
            <p:spPr>
              <a:xfrm>
                <a:off x="612699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7" name="Google Shape;47617;p35"/>
              <p:cNvSpPr/>
              <p:nvPr/>
            </p:nvSpPr>
            <p:spPr>
              <a:xfrm>
                <a:off x="6310739"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8" name="Google Shape;47618;p35"/>
              <p:cNvSpPr/>
              <p:nvPr/>
            </p:nvSpPr>
            <p:spPr>
              <a:xfrm>
                <a:off x="649355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9" name="Google Shape;47619;p35"/>
              <p:cNvSpPr/>
              <p:nvPr/>
            </p:nvSpPr>
            <p:spPr>
              <a:xfrm>
                <a:off x="6677291"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0" name="Google Shape;47620;p35"/>
              <p:cNvSpPr/>
              <p:nvPr/>
            </p:nvSpPr>
            <p:spPr>
              <a:xfrm>
                <a:off x="686010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1" name="Google Shape;47621;p35"/>
              <p:cNvSpPr/>
              <p:nvPr/>
            </p:nvSpPr>
            <p:spPr>
              <a:xfrm>
                <a:off x="7043843"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2" name="Google Shape;47622;p35"/>
              <p:cNvSpPr/>
              <p:nvPr/>
            </p:nvSpPr>
            <p:spPr>
              <a:xfrm>
                <a:off x="722665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3" name="Google Shape;47623;p35"/>
              <p:cNvSpPr/>
              <p:nvPr/>
            </p:nvSpPr>
            <p:spPr>
              <a:xfrm>
                <a:off x="7410395" y="43759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4" name="Google Shape;47624;p35"/>
              <p:cNvSpPr/>
              <p:nvPr/>
            </p:nvSpPr>
            <p:spPr>
              <a:xfrm>
                <a:off x="7593207"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5" name="Google Shape;47625;p35"/>
              <p:cNvSpPr/>
              <p:nvPr/>
            </p:nvSpPr>
            <p:spPr>
              <a:xfrm>
                <a:off x="7776947"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6" name="Google Shape;47626;p35"/>
              <p:cNvSpPr/>
              <p:nvPr/>
            </p:nvSpPr>
            <p:spPr>
              <a:xfrm>
                <a:off x="7959759"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7" name="Google Shape;47627;p35"/>
              <p:cNvSpPr/>
              <p:nvPr/>
            </p:nvSpPr>
            <p:spPr>
              <a:xfrm>
                <a:off x="8143500"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8" name="Google Shape;47628;p35"/>
              <p:cNvSpPr/>
              <p:nvPr/>
            </p:nvSpPr>
            <p:spPr>
              <a:xfrm>
                <a:off x="8326311"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9" name="Google Shape;47629;p35"/>
              <p:cNvSpPr/>
              <p:nvPr/>
            </p:nvSpPr>
            <p:spPr>
              <a:xfrm>
                <a:off x="8510052"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0" name="Google Shape;47630;p35"/>
              <p:cNvSpPr/>
              <p:nvPr/>
            </p:nvSpPr>
            <p:spPr>
              <a:xfrm>
                <a:off x="8692863"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1" name="Google Shape;47631;p35"/>
              <p:cNvSpPr/>
              <p:nvPr/>
            </p:nvSpPr>
            <p:spPr>
              <a:xfrm>
                <a:off x="8876604" y="43759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2" name="Google Shape;47632;p35"/>
              <p:cNvSpPr/>
              <p:nvPr/>
            </p:nvSpPr>
            <p:spPr>
              <a:xfrm>
                <a:off x="9059415" y="43759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3" name="Google Shape;47633;p35"/>
            <p:cNvGrpSpPr/>
            <p:nvPr/>
          </p:nvGrpSpPr>
          <p:grpSpPr>
            <a:xfrm>
              <a:off x="70735" y="585937"/>
              <a:ext cx="9002530" cy="22993"/>
              <a:chOff x="79447" y="607151"/>
              <a:chExt cx="9002530" cy="22993"/>
            </a:xfrm>
          </p:grpSpPr>
          <p:sp>
            <p:nvSpPr>
              <p:cNvPr id="47634" name="Google Shape;47634;p35"/>
              <p:cNvSpPr/>
              <p:nvPr/>
            </p:nvSpPr>
            <p:spPr>
              <a:xfrm>
                <a:off x="7944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5" name="Google Shape;47635;p35"/>
              <p:cNvSpPr/>
              <p:nvPr/>
            </p:nvSpPr>
            <p:spPr>
              <a:xfrm>
                <a:off x="263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6" name="Google Shape;47636;p35"/>
              <p:cNvSpPr/>
              <p:nvPr/>
            </p:nvSpPr>
            <p:spPr>
              <a:xfrm>
                <a:off x="445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7" name="Google Shape;47637;p35"/>
              <p:cNvSpPr/>
              <p:nvPr/>
            </p:nvSpPr>
            <p:spPr>
              <a:xfrm>
                <a:off x="629739"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8" name="Google Shape;47638;p35"/>
              <p:cNvSpPr/>
              <p:nvPr/>
            </p:nvSpPr>
            <p:spPr>
              <a:xfrm>
                <a:off x="812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9" name="Google Shape;47639;p35"/>
              <p:cNvSpPr/>
              <p:nvPr/>
            </p:nvSpPr>
            <p:spPr>
              <a:xfrm>
                <a:off x="996291"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0" name="Google Shape;47640;p35"/>
              <p:cNvSpPr/>
              <p:nvPr/>
            </p:nvSpPr>
            <p:spPr>
              <a:xfrm>
                <a:off x="1179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1" name="Google Shape;47641;p35"/>
              <p:cNvSpPr/>
              <p:nvPr/>
            </p:nvSpPr>
            <p:spPr>
              <a:xfrm>
                <a:off x="136284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2" name="Google Shape;47642;p35"/>
              <p:cNvSpPr/>
              <p:nvPr/>
            </p:nvSpPr>
            <p:spPr>
              <a:xfrm>
                <a:off x="1545655"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3" name="Google Shape;47643;p35"/>
              <p:cNvSpPr/>
              <p:nvPr/>
            </p:nvSpPr>
            <p:spPr>
              <a:xfrm>
                <a:off x="1729396"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4" name="Google Shape;47644;p35"/>
              <p:cNvSpPr/>
              <p:nvPr/>
            </p:nvSpPr>
            <p:spPr>
              <a:xfrm>
                <a:off x="1912207"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5" name="Google Shape;47645;p35"/>
              <p:cNvSpPr/>
              <p:nvPr/>
            </p:nvSpPr>
            <p:spPr>
              <a:xfrm>
                <a:off x="2095948" y="60715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6" name="Google Shape;47646;p35"/>
              <p:cNvSpPr/>
              <p:nvPr/>
            </p:nvSpPr>
            <p:spPr>
              <a:xfrm>
                <a:off x="2278759" y="60715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7" name="Google Shape;47647;p35"/>
              <p:cNvSpPr/>
              <p:nvPr/>
            </p:nvSpPr>
            <p:spPr>
              <a:xfrm>
                <a:off x="246250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8" name="Google Shape;47648;p35"/>
              <p:cNvSpPr/>
              <p:nvPr/>
            </p:nvSpPr>
            <p:spPr>
              <a:xfrm>
                <a:off x="264521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9" name="Google Shape;47649;p35"/>
              <p:cNvSpPr/>
              <p:nvPr/>
            </p:nvSpPr>
            <p:spPr>
              <a:xfrm>
                <a:off x="282905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0" name="Google Shape;47650;p35"/>
              <p:cNvSpPr/>
              <p:nvPr/>
            </p:nvSpPr>
            <p:spPr>
              <a:xfrm>
                <a:off x="301177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1" name="Google Shape;47651;p35"/>
              <p:cNvSpPr/>
              <p:nvPr/>
            </p:nvSpPr>
            <p:spPr>
              <a:xfrm>
                <a:off x="319560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2" name="Google Shape;47652;p35"/>
              <p:cNvSpPr/>
              <p:nvPr/>
            </p:nvSpPr>
            <p:spPr>
              <a:xfrm>
                <a:off x="337832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3" name="Google Shape;47653;p35"/>
              <p:cNvSpPr/>
              <p:nvPr/>
            </p:nvSpPr>
            <p:spPr>
              <a:xfrm>
                <a:off x="356215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4" name="Google Shape;47654;p35"/>
              <p:cNvSpPr/>
              <p:nvPr/>
            </p:nvSpPr>
            <p:spPr>
              <a:xfrm>
                <a:off x="374487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5" name="Google Shape;47655;p35"/>
              <p:cNvSpPr/>
              <p:nvPr/>
            </p:nvSpPr>
            <p:spPr>
              <a:xfrm>
                <a:off x="392870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6" name="Google Shape;47656;p35"/>
              <p:cNvSpPr/>
              <p:nvPr/>
            </p:nvSpPr>
            <p:spPr>
              <a:xfrm>
                <a:off x="4111427"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7" name="Google Shape;47657;p35"/>
              <p:cNvSpPr/>
              <p:nvPr/>
            </p:nvSpPr>
            <p:spPr>
              <a:xfrm>
                <a:off x="4295260"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8" name="Google Shape;47658;p35"/>
              <p:cNvSpPr/>
              <p:nvPr/>
            </p:nvSpPr>
            <p:spPr>
              <a:xfrm>
                <a:off x="447797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9" name="Google Shape;47659;p35"/>
              <p:cNvSpPr/>
              <p:nvPr/>
            </p:nvSpPr>
            <p:spPr>
              <a:xfrm>
                <a:off x="4661812"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0" name="Google Shape;47660;p35"/>
              <p:cNvSpPr/>
              <p:nvPr/>
            </p:nvSpPr>
            <p:spPr>
              <a:xfrm>
                <a:off x="484453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1" name="Google Shape;47661;p35"/>
              <p:cNvSpPr/>
              <p:nvPr/>
            </p:nvSpPr>
            <p:spPr>
              <a:xfrm>
                <a:off x="5028364"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2" name="Google Shape;47662;p35"/>
              <p:cNvSpPr/>
              <p:nvPr/>
            </p:nvSpPr>
            <p:spPr>
              <a:xfrm>
                <a:off x="521108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3" name="Google Shape;47663;p35"/>
              <p:cNvSpPr/>
              <p:nvPr/>
            </p:nvSpPr>
            <p:spPr>
              <a:xfrm>
                <a:off x="5394916"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4" name="Google Shape;47664;p35"/>
              <p:cNvSpPr/>
              <p:nvPr/>
            </p:nvSpPr>
            <p:spPr>
              <a:xfrm>
                <a:off x="557763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5" name="Google Shape;47665;p35"/>
              <p:cNvSpPr/>
              <p:nvPr/>
            </p:nvSpPr>
            <p:spPr>
              <a:xfrm>
                <a:off x="5761468" y="60715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6" name="Google Shape;47666;p35"/>
              <p:cNvSpPr/>
              <p:nvPr/>
            </p:nvSpPr>
            <p:spPr>
              <a:xfrm>
                <a:off x="594418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7" name="Google Shape;47667;p35"/>
              <p:cNvSpPr/>
              <p:nvPr/>
            </p:nvSpPr>
            <p:spPr>
              <a:xfrm>
                <a:off x="612699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8" name="Google Shape;47668;p35"/>
              <p:cNvSpPr/>
              <p:nvPr/>
            </p:nvSpPr>
            <p:spPr>
              <a:xfrm>
                <a:off x="6310739"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9" name="Google Shape;47669;p35"/>
              <p:cNvSpPr/>
              <p:nvPr/>
            </p:nvSpPr>
            <p:spPr>
              <a:xfrm>
                <a:off x="649355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0" name="Google Shape;47670;p35"/>
              <p:cNvSpPr/>
              <p:nvPr/>
            </p:nvSpPr>
            <p:spPr>
              <a:xfrm>
                <a:off x="6677291"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1" name="Google Shape;47671;p35"/>
              <p:cNvSpPr/>
              <p:nvPr/>
            </p:nvSpPr>
            <p:spPr>
              <a:xfrm>
                <a:off x="686010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2" name="Google Shape;47672;p35"/>
              <p:cNvSpPr/>
              <p:nvPr/>
            </p:nvSpPr>
            <p:spPr>
              <a:xfrm>
                <a:off x="7043843"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3" name="Google Shape;47673;p35"/>
              <p:cNvSpPr/>
              <p:nvPr/>
            </p:nvSpPr>
            <p:spPr>
              <a:xfrm>
                <a:off x="722665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4" name="Google Shape;47674;p35"/>
              <p:cNvSpPr/>
              <p:nvPr/>
            </p:nvSpPr>
            <p:spPr>
              <a:xfrm>
                <a:off x="7410395" y="60715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5" name="Google Shape;47675;p35"/>
              <p:cNvSpPr/>
              <p:nvPr/>
            </p:nvSpPr>
            <p:spPr>
              <a:xfrm>
                <a:off x="7593207"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6" name="Google Shape;47676;p35"/>
              <p:cNvSpPr/>
              <p:nvPr/>
            </p:nvSpPr>
            <p:spPr>
              <a:xfrm>
                <a:off x="7776947"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7" name="Google Shape;47677;p35"/>
              <p:cNvSpPr/>
              <p:nvPr/>
            </p:nvSpPr>
            <p:spPr>
              <a:xfrm>
                <a:off x="7959759"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8" name="Google Shape;47678;p35"/>
              <p:cNvSpPr/>
              <p:nvPr/>
            </p:nvSpPr>
            <p:spPr>
              <a:xfrm>
                <a:off x="8143500"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9" name="Google Shape;47679;p35"/>
              <p:cNvSpPr/>
              <p:nvPr/>
            </p:nvSpPr>
            <p:spPr>
              <a:xfrm>
                <a:off x="8326311"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0" name="Google Shape;47680;p35"/>
              <p:cNvSpPr/>
              <p:nvPr/>
            </p:nvSpPr>
            <p:spPr>
              <a:xfrm>
                <a:off x="8510052"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1" name="Google Shape;47681;p35"/>
              <p:cNvSpPr/>
              <p:nvPr/>
            </p:nvSpPr>
            <p:spPr>
              <a:xfrm>
                <a:off x="8692863"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2" name="Google Shape;47682;p35"/>
              <p:cNvSpPr/>
              <p:nvPr/>
            </p:nvSpPr>
            <p:spPr>
              <a:xfrm>
                <a:off x="8876604" y="60715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3" name="Google Shape;47683;p35"/>
              <p:cNvSpPr/>
              <p:nvPr/>
            </p:nvSpPr>
            <p:spPr>
              <a:xfrm>
                <a:off x="9059415" y="60715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84" name="Google Shape;47684;p35"/>
            <p:cNvGrpSpPr/>
            <p:nvPr/>
          </p:nvGrpSpPr>
          <p:grpSpPr>
            <a:xfrm>
              <a:off x="70735" y="758345"/>
              <a:ext cx="9002530" cy="21952"/>
              <a:chOff x="79447" y="777845"/>
              <a:chExt cx="9002530" cy="21952"/>
            </a:xfrm>
          </p:grpSpPr>
          <p:sp>
            <p:nvSpPr>
              <p:cNvPr id="47685" name="Google Shape;47685;p35"/>
              <p:cNvSpPr/>
              <p:nvPr/>
            </p:nvSpPr>
            <p:spPr>
              <a:xfrm>
                <a:off x="7944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6" name="Google Shape;47686;p35"/>
              <p:cNvSpPr/>
              <p:nvPr/>
            </p:nvSpPr>
            <p:spPr>
              <a:xfrm>
                <a:off x="263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7" name="Google Shape;47687;p35"/>
              <p:cNvSpPr/>
              <p:nvPr/>
            </p:nvSpPr>
            <p:spPr>
              <a:xfrm>
                <a:off x="445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8" name="Google Shape;47688;p35"/>
              <p:cNvSpPr/>
              <p:nvPr/>
            </p:nvSpPr>
            <p:spPr>
              <a:xfrm>
                <a:off x="629739"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9" name="Google Shape;47689;p35"/>
              <p:cNvSpPr/>
              <p:nvPr/>
            </p:nvSpPr>
            <p:spPr>
              <a:xfrm>
                <a:off x="812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0" name="Google Shape;47690;p35"/>
              <p:cNvSpPr/>
              <p:nvPr/>
            </p:nvSpPr>
            <p:spPr>
              <a:xfrm>
                <a:off x="996291"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1" name="Google Shape;47691;p35"/>
              <p:cNvSpPr/>
              <p:nvPr/>
            </p:nvSpPr>
            <p:spPr>
              <a:xfrm>
                <a:off x="1179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2" name="Google Shape;47692;p35"/>
              <p:cNvSpPr/>
              <p:nvPr/>
            </p:nvSpPr>
            <p:spPr>
              <a:xfrm>
                <a:off x="136284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3" name="Google Shape;47693;p35"/>
              <p:cNvSpPr/>
              <p:nvPr/>
            </p:nvSpPr>
            <p:spPr>
              <a:xfrm>
                <a:off x="1545655"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4" name="Google Shape;47694;p35"/>
              <p:cNvSpPr/>
              <p:nvPr/>
            </p:nvSpPr>
            <p:spPr>
              <a:xfrm>
                <a:off x="1729396"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5" name="Google Shape;47695;p35"/>
              <p:cNvSpPr/>
              <p:nvPr/>
            </p:nvSpPr>
            <p:spPr>
              <a:xfrm>
                <a:off x="1912207"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6" name="Google Shape;47696;p35"/>
              <p:cNvSpPr/>
              <p:nvPr/>
            </p:nvSpPr>
            <p:spPr>
              <a:xfrm>
                <a:off x="2095948" y="777845"/>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7" name="Google Shape;47697;p35"/>
              <p:cNvSpPr/>
              <p:nvPr/>
            </p:nvSpPr>
            <p:spPr>
              <a:xfrm>
                <a:off x="2278759" y="777845"/>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8" name="Google Shape;47698;p35"/>
              <p:cNvSpPr/>
              <p:nvPr/>
            </p:nvSpPr>
            <p:spPr>
              <a:xfrm>
                <a:off x="246250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9" name="Google Shape;47699;p35"/>
              <p:cNvSpPr/>
              <p:nvPr/>
            </p:nvSpPr>
            <p:spPr>
              <a:xfrm>
                <a:off x="264521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0" name="Google Shape;47700;p35"/>
              <p:cNvSpPr/>
              <p:nvPr/>
            </p:nvSpPr>
            <p:spPr>
              <a:xfrm>
                <a:off x="282905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1" name="Google Shape;47701;p35"/>
              <p:cNvSpPr/>
              <p:nvPr/>
            </p:nvSpPr>
            <p:spPr>
              <a:xfrm>
                <a:off x="301177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2" name="Google Shape;47702;p35"/>
              <p:cNvSpPr/>
              <p:nvPr/>
            </p:nvSpPr>
            <p:spPr>
              <a:xfrm>
                <a:off x="319560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3" name="Google Shape;47703;p35"/>
              <p:cNvSpPr/>
              <p:nvPr/>
            </p:nvSpPr>
            <p:spPr>
              <a:xfrm>
                <a:off x="337832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4" name="Google Shape;47704;p35"/>
              <p:cNvSpPr/>
              <p:nvPr/>
            </p:nvSpPr>
            <p:spPr>
              <a:xfrm>
                <a:off x="356215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5" name="Google Shape;47705;p35"/>
              <p:cNvSpPr/>
              <p:nvPr/>
            </p:nvSpPr>
            <p:spPr>
              <a:xfrm>
                <a:off x="374487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6" name="Google Shape;47706;p35"/>
              <p:cNvSpPr/>
              <p:nvPr/>
            </p:nvSpPr>
            <p:spPr>
              <a:xfrm>
                <a:off x="392870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7" name="Google Shape;47707;p35"/>
              <p:cNvSpPr/>
              <p:nvPr/>
            </p:nvSpPr>
            <p:spPr>
              <a:xfrm>
                <a:off x="4111427"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8" name="Google Shape;47708;p35"/>
              <p:cNvSpPr/>
              <p:nvPr/>
            </p:nvSpPr>
            <p:spPr>
              <a:xfrm>
                <a:off x="4295260"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9" name="Google Shape;47709;p35"/>
              <p:cNvSpPr/>
              <p:nvPr/>
            </p:nvSpPr>
            <p:spPr>
              <a:xfrm>
                <a:off x="447797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0" name="Google Shape;47710;p35"/>
              <p:cNvSpPr/>
              <p:nvPr/>
            </p:nvSpPr>
            <p:spPr>
              <a:xfrm>
                <a:off x="4661812"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1" name="Google Shape;47711;p35"/>
              <p:cNvSpPr/>
              <p:nvPr/>
            </p:nvSpPr>
            <p:spPr>
              <a:xfrm>
                <a:off x="484453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2" name="Google Shape;47712;p35"/>
              <p:cNvSpPr/>
              <p:nvPr/>
            </p:nvSpPr>
            <p:spPr>
              <a:xfrm>
                <a:off x="5028364"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3" name="Google Shape;47713;p35"/>
              <p:cNvSpPr/>
              <p:nvPr/>
            </p:nvSpPr>
            <p:spPr>
              <a:xfrm>
                <a:off x="521108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4" name="Google Shape;47714;p35"/>
              <p:cNvSpPr/>
              <p:nvPr/>
            </p:nvSpPr>
            <p:spPr>
              <a:xfrm>
                <a:off x="5394916"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5" name="Google Shape;47715;p35"/>
              <p:cNvSpPr/>
              <p:nvPr/>
            </p:nvSpPr>
            <p:spPr>
              <a:xfrm>
                <a:off x="557763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6" name="Google Shape;47716;p35"/>
              <p:cNvSpPr/>
              <p:nvPr/>
            </p:nvSpPr>
            <p:spPr>
              <a:xfrm>
                <a:off x="5761468" y="777845"/>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7" name="Google Shape;47717;p35"/>
              <p:cNvSpPr/>
              <p:nvPr/>
            </p:nvSpPr>
            <p:spPr>
              <a:xfrm>
                <a:off x="594418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8" name="Google Shape;47718;p35"/>
              <p:cNvSpPr/>
              <p:nvPr/>
            </p:nvSpPr>
            <p:spPr>
              <a:xfrm>
                <a:off x="612699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9" name="Google Shape;47719;p35"/>
              <p:cNvSpPr/>
              <p:nvPr/>
            </p:nvSpPr>
            <p:spPr>
              <a:xfrm>
                <a:off x="6310739"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0" name="Google Shape;47720;p35"/>
              <p:cNvSpPr/>
              <p:nvPr/>
            </p:nvSpPr>
            <p:spPr>
              <a:xfrm>
                <a:off x="649355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1" name="Google Shape;47721;p35"/>
              <p:cNvSpPr/>
              <p:nvPr/>
            </p:nvSpPr>
            <p:spPr>
              <a:xfrm>
                <a:off x="6677291"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2" name="Google Shape;47722;p35"/>
              <p:cNvSpPr/>
              <p:nvPr/>
            </p:nvSpPr>
            <p:spPr>
              <a:xfrm>
                <a:off x="686010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3" name="Google Shape;47723;p35"/>
              <p:cNvSpPr/>
              <p:nvPr/>
            </p:nvSpPr>
            <p:spPr>
              <a:xfrm>
                <a:off x="7043843"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4" name="Google Shape;47724;p35"/>
              <p:cNvSpPr/>
              <p:nvPr/>
            </p:nvSpPr>
            <p:spPr>
              <a:xfrm>
                <a:off x="722665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5" name="Google Shape;47725;p35"/>
              <p:cNvSpPr/>
              <p:nvPr/>
            </p:nvSpPr>
            <p:spPr>
              <a:xfrm>
                <a:off x="7410395" y="777845"/>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6" name="Google Shape;47726;p35"/>
              <p:cNvSpPr/>
              <p:nvPr/>
            </p:nvSpPr>
            <p:spPr>
              <a:xfrm>
                <a:off x="7593207"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7" name="Google Shape;47727;p35"/>
              <p:cNvSpPr/>
              <p:nvPr/>
            </p:nvSpPr>
            <p:spPr>
              <a:xfrm>
                <a:off x="7776947"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8" name="Google Shape;47728;p35"/>
              <p:cNvSpPr/>
              <p:nvPr/>
            </p:nvSpPr>
            <p:spPr>
              <a:xfrm>
                <a:off x="7959759"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9" name="Google Shape;47729;p35"/>
              <p:cNvSpPr/>
              <p:nvPr/>
            </p:nvSpPr>
            <p:spPr>
              <a:xfrm>
                <a:off x="8143500"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0" name="Google Shape;47730;p35"/>
              <p:cNvSpPr/>
              <p:nvPr/>
            </p:nvSpPr>
            <p:spPr>
              <a:xfrm>
                <a:off x="8326311"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1" name="Google Shape;47731;p35"/>
              <p:cNvSpPr/>
              <p:nvPr/>
            </p:nvSpPr>
            <p:spPr>
              <a:xfrm>
                <a:off x="8510052"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2" name="Google Shape;47732;p35"/>
              <p:cNvSpPr/>
              <p:nvPr/>
            </p:nvSpPr>
            <p:spPr>
              <a:xfrm>
                <a:off x="8692863"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3" name="Google Shape;47733;p35"/>
              <p:cNvSpPr/>
              <p:nvPr/>
            </p:nvSpPr>
            <p:spPr>
              <a:xfrm>
                <a:off x="8876604" y="777845"/>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4" name="Google Shape;47734;p35"/>
              <p:cNvSpPr/>
              <p:nvPr/>
            </p:nvSpPr>
            <p:spPr>
              <a:xfrm>
                <a:off x="9059415" y="777845"/>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5" name="Google Shape;47735;p35"/>
            <p:cNvGrpSpPr/>
            <p:nvPr/>
          </p:nvGrpSpPr>
          <p:grpSpPr>
            <a:xfrm>
              <a:off x="70735" y="929712"/>
              <a:ext cx="9002530" cy="21952"/>
              <a:chOff x="79447" y="948445"/>
              <a:chExt cx="9002530" cy="21952"/>
            </a:xfrm>
          </p:grpSpPr>
          <p:sp>
            <p:nvSpPr>
              <p:cNvPr id="47736" name="Google Shape;47736;p35"/>
              <p:cNvSpPr/>
              <p:nvPr/>
            </p:nvSpPr>
            <p:spPr>
              <a:xfrm>
                <a:off x="7944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7" name="Google Shape;47737;p35"/>
              <p:cNvSpPr/>
              <p:nvPr/>
            </p:nvSpPr>
            <p:spPr>
              <a:xfrm>
                <a:off x="263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8" name="Google Shape;47738;p35"/>
              <p:cNvSpPr/>
              <p:nvPr/>
            </p:nvSpPr>
            <p:spPr>
              <a:xfrm>
                <a:off x="445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9" name="Google Shape;47739;p35"/>
              <p:cNvSpPr/>
              <p:nvPr/>
            </p:nvSpPr>
            <p:spPr>
              <a:xfrm>
                <a:off x="629739"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0" name="Google Shape;47740;p35"/>
              <p:cNvSpPr/>
              <p:nvPr/>
            </p:nvSpPr>
            <p:spPr>
              <a:xfrm>
                <a:off x="812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1" name="Google Shape;47741;p35"/>
              <p:cNvSpPr/>
              <p:nvPr/>
            </p:nvSpPr>
            <p:spPr>
              <a:xfrm>
                <a:off x="996291"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2" name="Google Shape;47742;p35"/>
              <p:cNvSpPr/>
              <p:nvPr/>
            </p:nvSpPr>
            <p:spPr>
              <a:xfrm>
                <a:off x="1179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3" name="Google Shape;47743;p35"/>
              <p:cNvSpPr/>
              <p:nvPr/>
            </p:nvSpPr>
            <p:spPr>
              <a:xfrm>
                <a:off x="136284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4" name="Google Shape;47744;p35"/>
              <p:cNvSpPr/>
              <p:nvPr/>
            </p:nvSpPr>
            <p:spPr>
              <a:xfrm>
                <a:off x="1545655"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5" name="Google Shape;47745;p35"/>
              <p:cNvSpPr/>
              <p:nvPr/>
            </p:nvSpPr>
            <p:spPr>
              <a:xfrm>
                <a:off x="1729396"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6" name="Google Shape;47746;p35"/>
              <p:cNvSpPr/>
              <p:nvPr/>
            </p:nvSpPr>
            <p:spPr>
              <a:xfrm>
                <a:off x="1912207"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7" name="Google Shape;47747;p35"/>
              <p:cNvSpPr/>
              <p:nvPr/>
            </p:nvSpPr>
            <p:spPr>
              <a:xfrm>
                <a:off x="2095948" y="948445"/>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8" name="Google Shape;47748;p35"/>
              <p:cNvSpPr/>
              <p:nvPr/>
            </p:nvSpPr>
            <p:spPr>
              <a:xfrm>
                <a:off x="2278759" y="948445"/>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9" name="Google Shape;47749;p35"/>
              <p:cNvSpPr/>
              <p:nvPr/>
            </p:nvSpPr>
            <p:spPr>
              <a:xfrm>
                <a:off x="246250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0" name="Google Shape;47750;p35"/>
              <p:cNvSpPr/>
              <p:nvPr/>
            </p:nvSpPr>
            <p:spPr>
              <a:xfrm>
                <a:off x="264521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1" name="Google Shape;47751;p35"/>
              <p:cNvSpPr/>
              <p:nvPr/>
            </p:nvSpPr>
            <p:spPr>
              <a:xfrm>
                <a:off x="282905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2" name="Google Shape;47752;p35"/>
              <p:cNvSpPr/>
              <p:nvPr/>
            </p:nvSpPr>
            <p:spPr>
              <a:xfrm>
                <a:off x="301177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3" name="Google Shape;47753;p35"/>
              <p:cNvSpPr/>
              <p:nvPr/>
            </p:nvSpPr>
            <p:spPr>
              <a:xfrm>
                <a:off x="319560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4" name="Google Shape;47754;p35"/>
              <p:cNvSpPr/>
              <p:nvPr/>
            </p:nvSpPr>
            <p:spPr>
              <a:xfrm>
                <a:off x="337832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5" name="Google Shape;47755;p35"/>
              <p:cNvSpPr/>
              <p:nvPr/>
            </p:nvSpPr>
            <p:spPr>
              <a:xfrm>
                <a:off x="356215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6" name="Google Shape;47756;p35"/>
              <p:cNvSpPr/>
              <p:nvPr/>
            </p:nvSpPr>
            <p:spPr>
              <a:xfrm>
                <a:off x="374487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7" name="Google Shape;47757;p35"/>
              <p:cNvSpPr/>
              <p:nvPr/>
            </p:nvSpPr>
            <p:spPr>
              <a:xfrm>
                <a:off x="392870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8" name="Google Shape;47758;p35"/>
              <p:cNvSpPr/>
              <p:nvPr/>
            </p:nvSpPr>
            <p:spPr>
              <a:xfrm>
                <a:off x="4111427"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9" name="Google Shape;47759;p35"/>
              <p:cNvSpPr/>
              <p:nvPr/>
            </p:nvSpPr>
            <p:spPr>
              <a:xfrm>
                <a:off x="4295260"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0" name="Google Shape;47760;p35"/>
              <p:cNvSpPr/>
              <p:nvPr/>
            </p:nvSpPr>
            <p:spPr>
              <a:xfrm>
                <a:off x="447797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1" name="Google Shape;47761;p35"/>
              <p:cNvSpPr/>
              <p:nvPr/>
            </p:nvSpPr>
            <p:spPr>
              <a:xfrm>
                <a:off x="4661812"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2" name="Google Shape;47762;p35"/>
              <p:cNvSpPr/>
              <p:nvPr/>
            </p:nvSpPr>
            <p:spPr>
              <a:xfrm>
                <a:off x="484453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3" name="Google Shape;47763;p35"/>
              <p:cNvSpPr/>
              <p:nvPr/>
            </p:nvSpPr>
            <p:spPr>
              <a:xfrm>
                <a:off x="5028364"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4" name="Google Shape;47764;p35"/>
              <p:cNvSpPr/>
              <p:nvPr/>
            </p:nvSpPr>
            <p:spPr>
              <a:xfrm>
                <a:off x="521108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5" name="Google Shape;47765;p35"/>
              <p:cNvSpPr/>
              <p:nvPr/>
            </p:nvSpPr>
            <p:spPr>
              <a:xfrm>
                <a:off x="5394916"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6" name="Google Shape;47766;p35"/>
              <p:cNvSpPr/>
              <p:nvPr/>
            </p:nvSpPr>
            <p:spPr>
              <a:xfrm>
                <a:off x="557763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7" name="Google Shape;47767;p35"/>
              <p:cNvSpPr/>
              <p:nvPr/>
            </p:nvSpPr>
            <p:spPr>
              <a:xfrm>
                <a:off x="5761468" y="948445"/>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8" name="Google Shape;47768;p35"/>
              <p:cNvSpPr/>
              <p:nvPr/>
            </p:nvSpPr>
            <p:spPr>
              <a:xfrm>
                <a:off x="594418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9" name="Google Shape;47769;p35"/>
              <p:cNvSpPr/>
              <p:nvPr/>
            </p:nvSpPr>
            <p:spPr>
              <a:xfrm>
                <a:off x="612699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0" name="Google Shape;47770;p35"/>
              <p:cNvSpPr/>
              <p:nvPr/>
            </p:nvSpPr>
            <p:spPr>
              <a:xfrm>
                <a:off x="6310739"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1" name="Google Shape;47771;p35"/>
              <p:cNvSpPr/>
              <p:nvPr/>
            </p:nvSpPr>
            <p:spPr>
              <a:xfrm>
                <a:off x="649355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2" name="Google Shape;47772;p35"/>
              <p:cNvSpPr/>
              <p:nvPr/>
            </p:nvSpPr>
            <p:spPr>
              <a:xfrm>
                <a:off x="6677291"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3" name="Google Shape;47773;p35"/>
              <p:cNvSpPr/>
              <p:nvPr/>
            </p:nvSpPr>
            <p:spPr>
              <a:xfrm>
                <a:off x="686010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4" name="Google Shape;47774;p35"/>
              <p:cNvSpPr/>
              <p:nvPr/>
            </p:nvSpPr>
            <p:spPr>
              <a:xfrm>
                <a:off x="7043843"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5" name="Google Shape;47775;p35"/>
              <p:cNvSpPr/>
              <p:nvPr/>
            </p:nvSpPr>
            <p:spPr>
              <a:xfrm>
                <a:off x="722665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6" name="Google Shape;47776;p35"/>
              <p:cNvSpPr/>
              <p:nvPr/>
            </p:nvSpPr>
            <p:spPr>
              <a:xfrm>
                <a:off x="7410395" y="948445"/>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7" name="Google Shape;47777;p35"/>
              <p:cNvSpPr/>
              <p:nvPr/>
            </p:nvSpPr>
            <p:spPr>
              <a:xfrm>
                <a:off x="7593207"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8" name="Google Shape;47778;p35"/>
              <p:cNvSpPr/>
              <p:nvPr/>
            </p:nvSpPr>
            <p:spPr>
              <a:xfrm>
                <a:off x="7776947"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9" name="Google Shape;47779;p35"/>
              <p:cNvSpPr/>
              <p:nvPr/>
            </p:nvSpPr>
            <p:spPr>
              <a:xfrm>
                <a:off x="7959759"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0" name="Google Shape;47780;p35"/>
              <p:cNvSpPr/>
              <p:nvPr/>
            </p:nvSpPr>
            <p:spPr>
              <a:xfrm>
                <a:off x="8143500"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1" name="Google Shape;47781;p35"/>
              <p:cNvSpPr/>
              <p:nvPr/>
            </p:nvSpPr>
            <p:spPr>
              <a:xfrm>
                <a:off x="8326311"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2" name="Google Shape;47782;p35"/>
              <p:cNvSpPr/>
              <p:nvPr/>
            </p:nvSpPr>
            <p:spPr>
              <a:xfrm>
                <a:off x="8510052"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3" name="Google Shape;47783;p35"/>
              <p:cNvSpPr/>
              <p:nvPr/>
            </p:nvSpPr>
            <p:spPr>
              <a:xfrm>
                <a:off x="8692863"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4" name="Google Shape;47784;p35"/>
              <p:cNvSpPr/>
              <p:nvPr/>
            </p:nvSpPr>
            <p:spPr>
              <a:xfrm>
                <a:off x="8876604" y="948445"/>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5" name="Google Shape;47785;p35"/>
              <p:cNvSpPr/>
              <p:nvPr/>
            </p:nvSpPr>
            <p:spPr>
              <a:xfrm>
                <a:off x="9059415" y="948445"/>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6" name="Google Shape;47786;p35"/>
            <p:cNvGrpSpPr/>
            <p:nvPr/>
          </p:nvGrpSpPr>
          <p:grpSpPr>
            <a:xfrm>
              <a:off x="70735" y="1101079"/>
              <a:ext cx="9002530" cy="22993"/>
              <a:chOff x="79447" y="1118099"/>
              <a:chExt cx="9002530" cy="22993"/>
            </a:xfrm>
          </p:grpSpPr>
          <p:sp>
            <p:nvSpPr>
              <p:cNvPr id="47787" name="Google Shape;47787;p35"/>
              <p:cNvSpPr/>
              <p:nvPr/>
            </p:nvSpPr>
            <p:spPr>
              <a:xfrm>
                <a:off x="7944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8" name="Google Shape;47788;p35"/>
              <p:cNvSpPr/>
              <p:nvPr/>
            </p:nvSpPr>
            <p:spPr>
              <a:xfrm>
                <a:off x="263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9" name="Google Shape;47789;p35"/>
              <p:cNvSpPr/>
              <p:nvPr/>
            </p:nvSpPr>
            <p:spPr>
              <a:xfrm>
                <a:off x="445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0" name="Google Shape;47790;p35"/>
              <p:cNvSpPr/>
              <p:nvPr/>
            </p:nvSpPr>
            <p:spPr>
              <a:xfrm>
                <a:off x="629739"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1" name="Google Shape;47791;p35"/>
              <p:cNvSpPr/>
              <p:nvPr/>
            </p:nvSpPr>
            <p:spPr>
              <a:xfrm>
                <a:off x="812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2" name="Google Shape;47792;p35"/>
              <p:cNvSpPr/>
              <p:nvPr/>
            </p:nvSpPr>
            <p:spPr>
              <a:xfrm>
                <a:off x="996291"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3" name="Google Shape;47793;p35"/>
              <p:cNvSpPr/>
              <p:nvPr/>
            </p:nvSpPr>
            <p:spPr>
              <a:xfrm>
                <a:off x="1179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4" name="Google Shape;47794;p35"/>
              <p:cNvSpPr/>
              <p:nvPr/>
            </p:nvSpPr>
            <p:spPr>
              <a:xfrm>
                <a:off x="136284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5" name="Google Shape;47795;p35"/>
              <p:cNvSpPr/>
              <p:nvPr/>
            </p:nvSpPr>
            <p:spPr>
              <a:xfrm>
                <a:off x="1545655"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6" name="Google Shape;47796;p35"/>
              <p:cNvSpPr/>
              <p:nvPr/>
            </p:nvSpPr>
            <p:spPr>
              <a:xfrm>
                <a:off x="1729396"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7" name="Google Shape;47797;p35"/>
              <p:cNvSpPr/>
              <p:nvPr/>
            </p:nvSpPr>
            <p:spPr>
              <a:xfrm>
                <a:off x="1912207"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8" name="Google Shape;47798;p35"/>
              <p:cNvSpPr/>
              <p:nvPr/>
            </p:nvSpPr>
            <p:spPr>
              <a:xfrm>
                <a:off x="2095948" y="111809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9" name="Google Shape;47799;p35"/>
              <p:cNvSpPr/>
              <p:nvPr/>
            </p:nvSpPr>
            <p:spPr>
              <a:xfrm>
                <a:off x="2278759" y="111809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0" name="Google Shape;47800;p35"/>
              <p:cNvSpPr/>
              <p:nvPr/>
            </p:nvSpPr>
            <p:spPr>
              <a:xfrm>
                <a:off x="246250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1" name="Google Shape;47801;p35"/>
              <p:cNvSpPr/>
              <p:nvPr/>
            </p:nvSpPr>
            <p:spPr>
              <a:xfrm>
                <a:off x="264521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2" name="Google Shape;47802;p35"/>
              <p:cNvSpPr/>
              <p:nvPr/>
            </p:nvSpPr>
            <p:spPr>
              <a:xfrm>
                <a:off x="282905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3" name="Google Shape;47803;p35"/>
              <p:cNvSpPr/>
              <p:nvPr/>
            </p:nvSpPr>
            <p:spPr>
              <a:xfrm>
                <a:off x="301177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4" name="Google Shape;47804;p35"/>
              <p:cNvSpPr/>
              <p:nvPr/>
            </p:nvSpPr>
            <p:spPr>
              <a:xfrm>
                <a:off x="319560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5" name="Google Shape;47805;p35"/>
              <p:cNvSpPr/>
              <p:nvPr/>
            </p:nvSpPr>
            <p:spPr>
              <a:xfrm>
                <a:off x="337832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6" name="Google Shape;47806;p35"/>
              <p:cNvSpPr/>
              <p:nvPr/>
            </p:nvSpPr>
            <p:spPr>
              <a:xfrm>
                <a:off x="356215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7" name="Google Shape;47807;p35"/>
              <p:cNvSpPr/>
              <p:nvPr/>
            </p:nvSpPr>
            <p:spPr>
              <a:xfrm>
                <a:off x="374487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8" name="Google Shape;47808;p35"/>
              <p:cNvSpPr/>
              <p:nvPr/>
            </p:nvSpPr>
            <p:spPr>
              <a:xfrm>
                <a:off x="392870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9" name="Google Shape;47809;p35"/>
              <p:cNvSpPr/>
              <p:nvPr/>
            </p:nvSpPr>
            <p:spPr>
              <a:xfrm>
                <a:off x="4111427"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0" name="Google Shape;47810;p35"/>
              <p:cNvSpPr/>
              <p:nvPr/>
            </p:nvSpPr>
            <p:spPr>
              <a:xfrm>
                <a:off x="4295260"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1" name="Google Shape;47811;p35"/>
              <p:cNvSpPr/>
              <p:nvPr/>
            </p:nvSpPr>
            <p:spPr>
              <a:xfrm>
                <a:off x="447797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2" name="Google Shape;47812;p35"/>
              <p:cNvSpPr/>
              <p:nvPr/>
            </p:nvSpPr>
            <p:spPr>
              <a:xfrm>
                <a:off x="4661812"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3" name="Google Shape;47813;p35"/>
              <p:cNvSpPr/>
              <p:nvPr/>
            </p:nvSpPr>
            <p:spPr>
              <a:xfrm>
                <a:off x="484453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4" name="Google Shape;47814;p35"/>
              <p:cNvSpPr/>
              <p:nvPr/>
            </p:nvSpPr>
            <p:spPr>
              <a:xfrm>
                <a:off x="5028364"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5" name="Google Shape;47815;p35"/>
              <p:cNvSpPr/>
              <p:nvPr/>
            </p:nvSpPr>
            <p:spPr>
              <a:xfrm>
                <a:off x="521108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6" name="Google Shape;47816;p35"/>
              <p:cNvSpPr/>
              <p:nvPr/>
            </p:nvSpPr>
            <p:spPr>
              <a:xfrm>
                <a:off x="5394916"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7" name="Google Shape;47817;p35"/>
              <p:cNvSpPr/>
              <p:nvPr/>
            </p:nvSpPr>
            <p:spPr>
              <a:xfrm>
                <a:off x="557763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8" name="Google Shape;47818;p35"/>
              <p:cNvSpPr/>
              <p:nvPr/>
            </p:nvSpPr>
            <p:spPr>
              <a:xfrm>
                <a:off x="5761468" y="111809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9" name="Google Shape;47819;p35"/>
              <p:cNvSpPr/>
              <p:nvPr/>
            </p:nvSpPr>
            <p:spPr>
              <a:xfrm>
                <a:off x="594418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0" name="Google Shape;47820;p35"/>
              <p:cNvSpPr/>
              <p:nvPr/>
            </p:nvSpPr>
            <p:spPr>
              <a:xfrm>
                <a:off x="612699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1" name="Google Shape;47821;p35"/>
              <p:cNvSpPr/>
              <p:nvPr/>
            </p:nvSpPr>
            <p:spPr>
              <a:xfrm>
                <a:off x="6310739"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2" name="Google Shape;47822;p35"/>
              <p:cNvSpPr/>
              <p:nvPr/>
            </p:nvSpPr>
            <p:spPr>
              <a:xfrm>
                <a:off x="649355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3" name="Google Shape;47823;p35"/>
              <p:cNvSpPr/>
              <p:nvPr/>
            </p:nvSpPr>
            <p:spPr>
              <a:xfrm>
                <a:off x="6677291"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4" name="Google Shape;47824;p35"/>
              <p:cNvSpPr/>
              <p:nvPr/>
            </p:nvSpPr>
            <p:spPr>
              <a:xfrm>
                <a:off x="686010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5" name="Google Shape;47825;p35"/>
              <p:cNvSpPr/>
              <p:nvPr/>
            </p:nvSpPr>
            <p:spPr>
              <a:xfrm>
                <a:off x="7043843"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6" name="Google Shape;47826;p35"/>
              <p:cNvSpPr/>
              <p:nvPr/>
            </p:nvSpPr>
            <p:spPr>
              <a:xfrm>
                <a:off x="722665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7" name="Google Shape;47827;p35"/>
              <p:cNvSpPr/>
              <p:nvPr/>
            </p:nvSpPr>
            <p:spPr>
              <a:xfrm>
                <a:off x="7410395" y="111809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8" name="Google Shape;47828;p35"/>
              <p:cNvSpPr/>
              <p:nvPr/>
            </p:nvSpPr>
            <p:spPr>
              <a:xfrm>
                <a:off x="7593207"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9" name="Google Shape;47829;p35"/>
              <p:cNvSpPr/>
              <p:nvPr/>
            </p:nvSpPr>
            <p:spPr>
              <a:xfrm>
                <a:off x="7776947"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0" name="Google Shape;47830;p35"/>
              <p:cNvSpPr/>
              <p:nvPr/>
            </p:nvSpPr>
            <p:spPr>
              <a:xfrm>
                <a:off x="7959759"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1" name="Google Shape;47831;p35"/>
              <p:cNvSpPr/>
              <p:nvPr/>
            </p:nvSpPr>
            <p:spPr>
              <a:xfrm>
                <a:off x="8143500"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2" name="Google Shape;47832;p35"/>
              <p:cNvSpPr/>
              <p:nvPr/>
            </p:nvSpPr>
            <p:spPr>
              <a:xfrm>
                <a:off x="8326311"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3" name="Google Shape;47833;p35"/>
              <p:cNvSpPr/>
              <p:nvPr/>
            </p:nvSpPr>
            <p:spPr>
              <a:xfrm>
                <a:off x="8510052"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4" name="Google Shape;47834;p35"/>
              <p:cNvSpPr/>
              <p:nvPr/>
            </p:nvSpPr>
            <p:spPr>
              <a:xfrm>
                <a:off x="8692863"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5" name="Google Shape;47835;p35"/>
              <p:cNvSpPr/>
              <p:nvPr/>
            </p:nvSpPr>
            <p:spPr>
              <a:xfrm>
                <a:off x="8876604" y="111809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6" name="Google Shape;47836;p35"/>
              <p:cNvSpPr/>
              <p:nvPr/>
            </p:nvSpPr>
            <p:spPr>
              <a:xfrm>
                <a:off x="9059415" y="111809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37" name="Google Shape;47837;p35"/>
            <p:cNvGrpSpPr/>
            <p:nvPr/>
          </p:nvGrpSpPr>
          <p:grpSpPr>
            <a:xfrm>
              <a:off x="70735" y="1273487"/>
              <a:ext cx="9002530" cy="21952"/>
              <a:chOff x="79447" y="1287658"/>
              <a:chExt cx="9002530" cy="21952"/>
            </a:xfrm>
          </p:grpSpPr>
          <p:sp>
            <p:nvSpPr>
              <p:cNvPr id="47838" name="Google Shape;47838;p35"/>
              <p:cNvSpPr/>
              <p:nvPr/>
            </p:nvSpPr>
            <p:spPr>
              <a:xfrm>
                <a:off x="7944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9" name="Google Shape;47839;p35"/>
              <p:cNvSpPr/>
              <p:nvPr/>
            </p:nvSpPr>
            <p:spPr>
              <a:xfrm>
                <a:off x="263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0" name="Google Shape;47840;p35"/>
              <p:cNvSpPr/>
              <p:nvPr/>
            </p:nvSpPr>
            <p:spPr>
              <a:xfrm>
                <a:off x="445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1" name="Google Shape;47841;p35"/>
              <p:cNvSpPr/>
              <p:nvPr/>
            </p:nvSpPr>
            <p:spPr>
              <a:xfrm>
                <a:off x="629739"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2" name="Google Shape;47842;p35"/>
              <p:cNvSpPr/>
              <p:nvPr/>
            </p:nvSpPr>
            <p:spPr>
              <a:xfrm>
                <a:off x="812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3" name="Google Shape;47843;p35"/>
              <p:cNvSpPr/>
              <p:nvPr/>
            </p:nvSpPr>
            <p:spPr>
              <a:xfrm>
                <a:off x="996291"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4" name="Google Shape;47844;p35"/>
              <p:cNvSpPr/>
              <p:nvPr/>
            </p:nvSpPr>
            <p:spPr>
              <a:xfrm>
                <a:off x="1179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5" name="Google Shape;47845;p35"/>
              <p:cNvSpPr/>
              <p:nvPr/>
            </p:nvSpPr>
            <p:spPr>
              <a:xfrm>
                <a:off x="136284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6" name="Google Shape;47846;p35"/>
              <p:cNvSpPr/>
              <p:nvPr/>
            </p:nvSpPr>
            <p:spPr>
              <a:xfrm>
                <a:off x="1545655"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7" name="Google Shape;47847;p35"/>
              <p:cNvSpPr/>
              <p:nvPr/>
            </p:nvSpPr>
            <p:spPr>
              <a:xfrm>
                <a:off x="1729396"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8" name="Google Shape;47848;p35"/>
              <p:cNvSpPr/>
              <p:nvPr/>
            </p:nvSpPr>
            <p:spPr>
              <a:xfrm>
                <a:off x="1912207"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9" name="Google Shape;47849;p35"/>
              <p:cNvSpPr/>
              <p:nvPr/>
            </p:nvSpPr>
            <p:spPr>
              <a:xfrm>
                <a:off x="2095948" y="1287658"/>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0" name="Google Shape;47850;p35"/>
              <p:cNvSpPr/>
              <p:nvPr/>
            </p:nvSpPr>
            <p:spPr>
              <a:xfrm>
                <a:off x="2278759" y="1287658"/>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1" name="Google Shape;47851;p35"/>
              <p:cNvSpPr/>
              <p:nvPr/>
            </p:nvSpPr>
            <p:spPr>
              <a:xfrm>
                <a:off x="246250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2" name="Google Shape;47852;p35"/>
              <p:cNvSpPr/>
              <p:nvPr/>
            </p:nvSpPr>
            <p:spPr>
              <a:xfrm>
                <a:off x="264521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3" name="Google Shape;47853;p35"/>
              <p:cNvSpPr/>
              <p:nvPr/>
            </p:nvSpPr>
            <p:spPr>
              <a:xfrm>
                <a:off x="282905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4" name="Google Shape;47854;p35"/>
              <p:cNvSpPr/>
              <p:nvPr/>
            </p:nvSpPr>
            <p:spPr>
              <a:xfrm>
                <a:off x="301177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5" name="Google Shape;47855;p35"/>
              <p:cNvSpPr/>
              <p:nvPr/>
            </p:nvSpPr>
            <p:spPr>
              <a:xfrm>
                <a:off x="319560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6" name="Google Shape;47856;p35"/>
              <p:cNvSpPr/>
              <p:nvPr/>
            </p:nvSpPr>
            <p:spPr>
              <a:xfrm>
                <a:off x="337832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7" name="Google Shape;47857;p35"/>
              <p:cNvSpPr/>
              <p:nvPr/>
            </p:nvSpPr>
            <p:spPr>
              <a:xfrm>
                <a:off x="356215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8" name="Google Shape;47858;p35"/>
              <p:cNvSpPr/>
              <p:nvPr/>
            </p:nvSpPr>
            <p:spPr>
              <a:xfrm>
                <a:off x="374487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9" name="Google Shape;47859;p35"/>
              <p:cNvSpPr/>
              <p:nvPr/>
            </p:nvSpPr>
            <p:spPr>
              <a:xfrm>
                <a:off x="392870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0" name="Google Shape;47860;p35"/>
              <p:cNvSpPr/>
              <p:nvPr/>
            </p:nvSpPr>
            <p:spPr>
              <a:xfrm>
                <a:off x="4111427"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1" name="Google Shape;47861;p35"/>
              <p:cNvSpPr/>
              <p:nvPr/>
            </p:nvSpPr>
            <p:spPr>
              <a:xfrm>
                <a:off x="4295260"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2" name="Google Shape;47862;p35"/>
              <p:cNvSpPr/>
              <p:nvPr/>
            </p:nvSpPr>
            <p:spPr>
              <a:xfrm>
                <a:off x="447797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3" name="Google Shape;47863;p35"/>
              <p:cNvSpPr/>
              <p:nvPr/>
            </p:nvSpPr>
            <p:spPr>
              <a:xfrm>
                <a:off x="4661812"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4" name="Google Shape;47864;p35"/>
              <p:cNvSpPr/>
              <p:nvPr/>
            </p:nvSpPr>
            <p:spPr>
              <a:xfrm>
                <a:off x="484453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5" name="Google Shape;47865;p35"/>
              <p:cNvSpPr/>
              <p:nvPr/>
            </p:nvSpPr>
            <p:spPr>
              <a:xfrm>
                <a:off x="5028364"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6" name="Google Shape;47866;p35"/>
              <p:cNvSpPr/>
              <p:nvPr/>
            </p:nvSpPr>
            <p:spPr>
              <a:xfrm>
                <a:off x="521108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7" name="Google Shape;47867;p35"/>
              <p:cNvSpPr/>
              <p:nvPr/>
            </p:nvSpPr>
            <p:spPr>
              <a:xfrm>
                <a:off x="5394916"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8" name="Google Shape;47868;p35"/>
              <p:cNvSpPr/>
              <p:nvPr/>
            </p:nvSpPr>
            <p:spPr>
              <a:xfrm>
                <a:off x="557763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9" name="Google Shape;47869;p35"/>
              <p:cNvSpPr/>
              <p:nvPr/>
            </p:nvSpPr>
            <p:spPr>
              <a:xfrm>
                <a:off x="5761468" y="1287658"/>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0" name="Google Shape;47870;p35"/>
              <p:cNvSpPr/>
              <p:nvPr/>
            </p:nvSpPr>
            <p:spPr>
              <a:xfrm>
                <a:off x="594418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1" name="Google Shape;47871;p35"/>
              <p:cNvSpPr/>
              <p:nvPr/>
            </p:nvSpPr>
            <p:spPr>
              <a:xfrm>
                <a:off x="612699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2" name="Google Shape;47872;p35"/>
              <p:cNvSpPr/>
              <p:nvPr/>
            </p:nvSpPr>
            <p:spPr>
              <a:xfrm>
                <a:off x="6310739"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3" name="Google Shape;47873;p35"/>
              <p:cNvSpPr/>
              <p:nvPr/>
            </p:nvSpPr>
            <p:spPr>
              <a:xfrm>
                <a:off x="649355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4" name="Google Shape;47874;p35"/>
              <p:cNvSpPr/>
              <p:nvPr/>
            </p:nvSpPr>
            <p:spPr>
              <a:xfrm>
                <a:off x="6677291"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5" name="Google Shape;47875;p35"/>
              <p:cNvSpPr/>
              <p:nvPr/>
            </p:nvSpPr>
            <p:spPr>
              <a:xfrm>
                <a:off x="686010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6" name="Google Shape;47876;p35"/>
              <p:cNvSpPr/>
              <p:nvPr/>
            </p:nvSpPr>
            <p:spPr>
              <a:xfrm>
                <a:off x="7043843"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7" name="Google Shape;47877;p35"/>
              <p:cNvSpPr/>
              <p:nvPr/>
            </p:nvSpPr>
            <p:spPr>
              <a:xfrm>
                <a:off x="722665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8" name="Google Shape;47878;p35"/>
              <p:cNvSpPr/>
              <p:nvPr/>
            </p:nvSpPr>
            <p:spPr>
              <a:xfrm>
                <a:off x="7410395" y="1287658"/>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9" name="Google Shape;47879;p35"/>
              <p:cNvSpPr/>
              <p:nvPr/>
            </p:nvSpPr>
            <p:spPr>
              <a:xfrm>
                <a:off x="7593207"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0" name="Google Shape;47880;p35"/>
              <p:cNvSpPr/>
              <p:nvPr/>
            </p:nvSpPr>
            <p:spPr>
              <a:xfrm>
                <a:off x="7776947"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1" name="Google Shape;47881;p35"/>
              <p:cNvSpPr/>
              <p:nvPr/>
            </p:nvSpPr>
            <p:spPr>
              <a:xfrm>
                <a:off x="7959759"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2" name="Google Shape;47882;p35"/>
              <p:cNvSpPr/>
              <p:nvPr/>
            </p:nvSpPr>
            <p:spPr>
              <a:xfrm>
                <a:off x="8143500"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3" name="Google Shape;47883;p35"/>
              <p:cNvSpPr/>
              <p:nvPr/>
            </p:nvSpPr>
            <p:spPr>
              <a:xfrm>
                <a:off x="8326311"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4" name="Google Shape;47884;p35"/>
              <p:cNvSpPr/>
              <p:nvPr/>
            </p:nvSpPr>
            <p:spPr>
              <a:xfrm>
                <a:off x="8510052"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5" name="Google Shape;47885;p35"/>
              <p:cNvSpPr/>
              <p:nvPr/>
            </p:nvSpPr>
            <p:spPr>
              <a:xfrm>
                <a:off x="8692863"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6" name="Google Shape;47886;p35"/>
              <p:cNvSpPr/>
              <p:nvPr/>
            </p:nvSpPr>
            <p:spPr>
              <a:xfrm>
                <a:off x="8876604" y="1287658"/>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7" name="Google Shape;47887;p35"/>
              <p:cNvSpPr/>
              <p:nvPr/>
            </p:nvSpPr>
            <p:spPr>
              <a:xfrm>
                <a:off x="9059415" y="1287658"/>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88" name="Google Shape;47888;p35"/>
            <p:cNvGrpSpPr/>
            <p:nvPr/>
          </p:nvGrpSpPr>
          <p:grpSpPr>
            <a:xfrm>
              <a:off x="70735" y="1444854"/>
              <a:ext cx="9002530" cy="21952"/>
              <a:chOff x="79447" y="1458352"/>
              <a:chExt cx="9002530" cy="21952"/>
            </a:xfrm>
          </p:grpSpPr>
          <p:sp>
            <p:nvSpPr>
              <p:cNvPr id="47889" name="Google Shape;47889;p35"/>
              <p:cNvSpPr/>
              <p:nvPr/>
            </p:nvSpPr>
            <p:spPr>
              <a:xfrm>
                <a:off x="7944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0" name="Google Shape;47890;p35"/>
              <p:cNvSpPr/>
              <p:nvPr/>
            </p:nvSpPr>
            <p:spPr>
              <a:xfrm>
                <a:off x="263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1" name="Google Shape;47891;p35"/>
              <p:cNvSpPr/>
              <p:nvPr/>
            </p:nvSpPr>
            <p:spPr>
              <a:xfrm>
                <a:off x="445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2" name="Google Shape;47892;p35"/>
              <p:cNvSpPr/>
              <p:nvPr/>
            </p:nvSpPr>
            <p:spPr>
              <a:xfrm>
                <a:off x="629739"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3" name="Google Shape;47893;p35"/>
              <p:cNvSpPr/>
              <p:nvPr/>
            </p:nvSpPr>
            <p:spPr>
              <a:xfrm>
                <a:off x="812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4" name="Google Shape;47894;p35"/>
              <p:cNvSpPr/>
              <p:nvPr/>
            </p:nvSpPr>
            <p:spPr>
              <a:xfrm>
                <a:off x="996291"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5" name="Google Shape;47895;p35"/>
              <p:cNvSpPr/>
              <p:nvPr/>
            </p:nvSpPr>
            <p:spPr>
              <a:xfrm>
                <a:off x="1179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6" name="Google Shape;47896;p35"/>
              <p:cNvSpPr/>
              <p:nvPr/>
            </p:nvSpPr>
            <p:spPr>
              <a:xfrm>
                <a:off x="136284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7" name="Google Shape;47897;p35"/>
              <p:cNvSpPr/>
              <p:nvPr/>
            </p:nvSpPr>
            <p:spPr>
              <a:xfrm>
                <a:off x="1545655"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8" name="Google Shape;47898;p35"/>
              <p:cNvSpPr/>
              <p:nvPr/>
            </p:nvSpPr>
            <p:spPr>
              <a:xfrm>
                <a:off x="1729396"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9" name="Google Shape;47899;p35"/>
              <p:cNvSpPr/>
              <p:nvPr/>
            </p:nvSpPr>
            <p:spPr>
              <a:xfrm>
                <a:off x="1912207"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0" name="Google Shape;47900;p35"/>
              <p:cNvSpPr/>
              <p:nvPr/>
            </p:nvSpPr>
            <p:spPr>
              <a:xfrm>
                <a:off x="2095948" y="1458352"/>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1" name="Google Shape;47901;p35"/>
              <p:cNvSpPr/>
              <p:nvPr/>
            </p:nvSpPr>
            <p:spPr>
              <a:xfrm>
                <a:off x="2278759" y="1458352"/>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2" name="Google Shape;47902;p35"/>
              <p:cNvSpPr/>
              <p:nvPr/>
            </p:nvSpPr>
            <p:spPr>
              <a:xfrm>
                <a:off x="246250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3" name="Google Shape;47903;p35"/>
              <p:cNvSpPr/>
              <p:nvPr/>
            </p:nvSpPr>
            <p:spPr>
              <a:xfrm>
                <a:off x="264521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4" name="Google Shape;47904;p35"/>
              <p:cNvSpPr/>
              <p:nvPr/>
            </p:nvSpPr>
            <p:spPr>
              <a:xfrm>
                <a:off x="282905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5" name="Google Shape;47905;p35"/>
              <p:cNvSpPr/>
              <p:nvPr/>
            </p:nvSpPr>
            <p:spPr>
              <a:xfrm>
                <a:off x="301177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6" name="Google Shape;47906;p35"/>
              <p:cNvSpPr/>
              <p:nvPr/>
            </p:nvSpPr>
            <p:spPr>
              <a:xfrm>
                <a:off x="319560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7" name="Google Shape;47907;p35"/>
              <p:cNvSpPr/>
              <p:nvPr/>
            </p:nvSpPr>
            <p:spPr>
              <a:xfrm>
                <a:off x="337832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8" name="Google Shape;47908;p35"/>
              <p:cNvSpPr/>
              <p:nvPr/>
            </p:nvSpPr>
            <p:spPr>
              <a:xfrm>
                <a:off x="356215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9" name="Google Shape;47909;p35"/>
              <p:cNvSpPr/>
              <p:nvPr/>
            </p:nvSpPr>
            <p:spPr>
              <a:xfrm>
                <a:off x="374487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0" name="Google Shape;47910;p35"/>
              <p:cNvSpPr/>
              <p:nvPr/>
            </p:nvSpPr>
            <p:spPr>
              <a:xfrm>
                <a:off x="392870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1" name="Google Shape;47911;p35"/>
              <p:cNvSpPr/>
              <p:nvPr/>
            </p:nvSpPr>
            <p:spPr>
              <a:xfrm>
                <a:off x="4111427"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2" name="Google Shape;47912;p35"/>
              <p:cNvSpPr/>
              <p:nvPr/>
            </p:nvSpPr>
            <p:spPr>
              <a:xfrm>
                <a:off x="4295260"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3" name="Google Shape;47913;p35"/>
              <p:cNvSpPr/>
              <p:nvPr/>
            </p:nvSpPr>
            <p:spPr>
              <a:xfrm>
                <a:off x="447797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4" name="Google Shape;47914;p35"/>
              <p:cNvSpPr/>
              <p:nvPr/>
            </p:nvSpPr>
            <p:spPr>
              <a:xfrm>
                <a:off x="4661812"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5" name="Google Shape;47915;p35"/>
              <p:cNvSpPr/>
              <p:nvPr/>
            </p:nvSpPr>
            <p:spPr>
              <a:xfrm>
                <a:off x="484453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6" name="Google Shape;47916;p35"/>
              <p:cNvSpPr/>
              <p:nvPr/>
            </p:nvSpPr>
            <p:spPr>
              <a:xfrm>
                <a:off x="5028364"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7" name="Google Shape;47917;p35"/>
              <p:cNvSpPr/>
              <p:nvPr/>
            </p:nvSpPr>
            <p:spPr>
              <a:xfrm>
                <a:off x="521108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8" name="Google Shape;47918;p35"/>
              <p:cNvSpPr/>
              <p:nvPr/>
            </p:nvSpPr>
            <p:spPr>
              <a:xfrm>
                <a:off x="5394916"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9" name="Google Shape;47919;p35"/>
              <p:cNvSpPr/>
              <p:nvPr/>
            </p:nvSpPr>
            <p:spPr>
              <a:xfrm>
                <a:off x="557763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0" name="Google Shape;47920;p35"/>
              <p:cNvSpPr/>
              <p:nvPr/>
            </p:nvSpPr>
            <p:spPr>
              <a:xfrm>
                <a:off x="5761468" y="1458352"/>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1" name="Google Shape;47921;p35"/>
              <p:cNvSpPr/>
              <p:nvPr/>
            </p:nvSpPr>
            <p:spPr>
              <a:xfrm>
                <a:off x="594418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2" name="Google Shape;47922;p35"/>
              <p:cNvSpPr/>
              <p:nvPr/>
            </p:nvSpPr>
            <p:spPr>
              <a:xfrm>
                <a:off x="612699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3" name="Google Shape;47923;p35"/>
              <p:cNvSpPr/>
              <p:nvPr/>
            </p:nvSpPr>
            <p:spPr>
              <a:xfrm>
                <a:off x="6310739"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4" name="Google Shape;47924;p35"/>
              <p:cNvSpPr/>
              <p:nvPr/>
            </p:nvSpPr>
            <p:spPr>
              <a:xfrm>
                <a:off x="649355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5" name="Google Shape;47925;p35"/>
              <p:cNvSpPr/>
              <p:nvPr/>
            </p:nvSpPr>
            <p:spPr>
              <a:xfrm>
                <a:off x="6677291"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6" name="Google Shape;47926;p35"/>
              <p:cNvSpPr/>
              <p:nvPr/>
            </p:nvSpPr>
            <p:spPr>
              <a:xfrm>
                <a:off x="686010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7" name="Google Shape;47927;p35"/>
              <p:cNvSpPr/>
              <p:nvPr/>
            </p:nvSpPr>
            <p:spPr>
              <a:xfrm>
                <a:off x="7043843"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8" name="Google Shape;47928;p35"/>
              <p:cNvSpPr/>
              <p:nvPr/>
            </p:nvSpPr>
            <p:spPr>
              <a:xfrm>
                <a:off x="722665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9" name="Google Shape;47929;p35"/>
              <p:cNvSpPr/>
              <p:nvPr/>
            </p:nvSpPr>
            <p:spPr>
              <a:xfrm>
                <a:off x="7410395" y="1458352"/>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0" name="Google Shape;47930;p35"/>
              <p:cNvSpPr/>
              <p:nvPr/>
            </p:nvSpPr>
            <p:spPr>
              <a:xfrm>
                <a:off x="7593207"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1" name="Google Shape;47931;p35"/>
              <p:cNvSpPr/>
              <p:nvPr/>
            </p:nvSpPr>
            <p:spPr>
              <a:xfrm>
                <a:off x="7776947"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2" name="Google Shape;47932;p35"/>
              <p:cNvSpPr/>
              <p:nvPr/>
            </p:nvSpPr>
            <p:spPr>
              <a:xfrm>
                <a:off x="7959759"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3" name="Google Shape;47933;p35"/>
              <p:cNvSpPr/>
              <p:nvPr/>
            </p:nvSpPr>
            <p:spPr>
              <a:xfrm>
                <a:off x="8143500"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4" name="Google Shape;47934;p35"/>
              <p:cNvSpPr/>
              <p:nvPr/>
            </p:nvSpPr>
            <p:spPr>
              <a:xfrm>
                <a:off x="8326311"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5" name="Google Shape;47935;p35"/>
              <p:cNvSpPr/>
              <p:nvPr/>
            </p:nvSpPr>
            <p:spPr>
              <a:xfrm>
                <a:off x="8510052"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6" name="Google Shape;47936;p35"/>
              <p:cNvSpPr/>
              <p:nvPr/>
            </p:nvSpPr>
            <p:spPr>
              <a:xfrm>
                <a:off x="8692863"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7" name="Google Shape;47937;p35"/>
              <p:cNvSpPr/>
              <p:nvPr/>
            </p:nvSpPr>
            <p:spPr>
              <a:xfrm>
                <a:off x="8876604" y="1458352"/>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8" name="Google Shape;47938;p35"/>
              <p:cNvSpPr/>
              <p:nvPr/>
            </p:nvSpPr>
            <p:spPr>
              <a:xfrm>
                <a:off x="9059415" y="1458352"/>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9" name="Google Shape;47939;p35"/>
            <p:cNvGrpSpPr/>
            <p:nvPr/>
          </p:nvGrpSpPr>
          <p:grpSpPr>
            <a:xfrm>
              <a:off x="70735" y="1616221"/>
              <a:ext cx="9002530" cy="22993"/>
              <a:chOff x="79447" y="1627911"/>
              <a:chExt cx="9002530" cy="22993"/>
            </a:xfrm>
          </p:grpSpPr>
          <p:sp>
            <p:nvSpPr>
              <p:cNvPr id="47940" name="Google Shape;47940;p35"/>
              <p:cNvSpPr/>
              <p:nvPr/>
            </p:nvSpPr>
            <p:spPr>
              <a:xfrm>
                <a:off x="7944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1" name="Google Shape;47941;p35"/>
              <p:cNvSpPr/>
              <p:nvPr/>
            </p:nvSpPr>
            <p:spPr>
              <a:xfrm>
                <a:off x="263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2" name="Google Shape;47942;p35"/>
              <p:cNvSpPr/>
              <p:nvPr/>
            </p:nvSpPr>
            <p:spPr>
              <a:xfrm>
                <a:off x="445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3" name="Google Shape;47943;p35"/>
              <p:cNvSpPr/>
              <p:nvPr/>
            </p:nvSpPr>
            <p:spPr>
              <a:xfrm>
                <a:off x="629739"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4" name="Google Shape;47944;p35"/>
              <p:cNvSpPr/>
              <p:nvPr/>
            </p:nvSpPr>
            <p:spPr>
              <a:xfrm>
                <a:off x="812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5" name="Google Shape;47945;p35"/>
              <p:cNvSpPr/>
              <p:nvPr/>
            </p:nvSpPr>
            <p:spPr>
              <a:xfrm>
                <a:off x="996291"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6" name="Google Shape;47946;p35"/>
              <p:cNvSpPr/>
              <p:nvPr/>
            </p:nvSpPr>
            <p:spPr>
              <a:xfrm>
                <a:off x="1179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7" name="Google Shape;47947;p35"/>
              <p:cNvSpPr/>
              <p:nvPr/>
            </p:nvSpPr>
            <p:spPr>
              <a:xfrm>
                <a:off x="136284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8" name="Google Shape;47948;p35"/>
              <p:cNvSpPr/>
              <p:nvPr/>
            </p:nvSpPr>
            <p:spPr>
              <a:xfrm>
                <a:off x="1545655"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9" name="Google Shape;47949;p35"/>
              <p:cNvSpPr/>
              <p:nvPr/>
            </p:nvSpPr>
            <p:spPr>
              <a:xfrm>
                <a:off x="1729396"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0" name="Google Shape;47950;p35"/>
              <p:cNvSpPr/>
              <p:nvPr/>
            </p:nvSpPr>
            <p:spPr>
              <a:xfrm>
                <a:off x="1912207"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1" name="Google Shape;47951;p35"/>
              <p:cNvSpPr/>
              <p:nvPr/>
            </p:nvSpPr>
            <p:spPr>
              <a:xfrm>
                <a:off x="2095948" y="1627911"/>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2" name="Google Shape;47952;p35"/>
              <p:cNvSpPr/>
              <p:nvPr/>
            </p:nvSpPr>
            <p:spPr>
              <a:xfrm>
                <a:off x="2278759" y="1627911"/>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3" name="Google Shape;47953;p35"/>
              <p:cNvSpPr/>
              <p:nvPr/>
            </p:nvSpPr>
            <p:spPr>
              <a:xfrm>
                <a:off x="246250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4" name="Google Shape;47954;p35"/>
              <p:cNvSpPr/>
              <p:nvPr/>
            </p:nvSpPr>
            <p:spPr>
              <a:xfrm>
                <a:off x="264521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5" name="Google Shape;47955;p35"/>
              <p:cNvSpPr/>
              <p:nvPr/>
            </p:nvSpPr>
            <p:spPr>
              <a:xfrm>
                <a:off x="282905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6" name="Google Shape;47956;p35"/>
              <p:cNvSpPr/>
              <p:nvPr/>
            </p:nvSpPr>
            <p:spPr>
              <a:xfrm>
                <a:off x="301177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7" name="Google Shape;47957;p35"/>
              <p:cNvSpPr/>
              <p:nvPr/>
            </p:nvSpPr>
            <p:spPr>
              <a:xfrm>
                <a:off x="319560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8" name="Google Shape;47958;p35"/>
              <p:cNvSpPr/>
              <p:nvPr/>
            </p:nvSpPr>
            <p:spPr>
              <a:xfrm>
                <a:off x="337832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9" name="Google Shape;47959;p35"/>
              <p:cNvSpPr/>
              <p:nvPr/>
            </p:nvSpPr>
            <p:spPr>
              <a:xfrm>
                <a:off x="356215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0" name="Google Shape;47960;p35"/>
              <p:cNvSpPr/>
              <p:nvPr/>
            </p:nvSpPr>
            <p:spPr>
              <a:xfrm>
                <a:off x="374487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1" name="Google Shape;47961;p35"/>
              <p:cNvSpPr/>
              <p:nvPr/>
            </p:nvSpPr>
            <p:spPr>
              <a:xfrm>
                <a:off x="392870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2" name="Google Shape;47962;p35"/>
              <p:cNvSpPr/>
              <p:nvPr/>
            </p:nvSpPr>
            <p:spPr>
              <a:xfrm>
                <a:off x="4111427"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3" name="Google Shape;47963;p35"/>
              <p:cNvSpPr/>
              <p:nvPr/>
            </p:nvSpPr>
            <p:spPr>
              <a:xfrm>
                <a:off x="4295260"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4" name="Google Shape;47964;p35"/>
              <p:cNvSpPr/>
              <p:nvPr/>
            </p:nvSpPr>
            <p:spPr>
              <a:xfrm>
                <a:off x="447797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5" name="Google Shape;47965;p35"/>
              <p:cNvSpPr/>
              <p:nvPr/>
            </p:nvSpPr>
            <p:spPr>
              <a:xfrm>
                <a:off x="4661812"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6" name="Google Shape;47966;p35"/>
              <p:cNvSpPr/>
              <p:nvPr/>
            </p:nvSpPr>
            <p:spPr>
              <a:xfrm>
                <a:off x="484453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7" name="Google Shape;47967;p35"/>
              <p:cNvSpPr/>
              <p:nvPr/>
            </p:nvSpPr>
            <p:spPr>
              <a:xfrm>
                <a:off x="5028364"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8" name="Google Shape;47968;p35"/>
              <p:cNvSpPr/>
              <p:nvPr/>
            </p:nvSpPr>
            <p:spPr>
              <a:xfrm>
                <a:off x="521108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9" name="Google Shape;47969;p35"/>
              <p:cNvSpPr/>
              <p:nvPr/>
            </p:nvSpPr>
            <p:spPr>
              <a:xfrm>
                <a:off x="5394916"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0" name="Google Shape;47970;p35"/>
              <p:cNvSpPr/>
              <p:nvPr/>
            </p:nvSpPr>
            <p:spPr>
              <a:xfrm>
                <a:off x="557763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1" name="Google Shape;47971;p35"/>
              <p:cNvSpPr/>
              <p:nvPr/>
            </p:nvSpPr>
            <p:spPr>
              <a:xfrm>
                <a:off x="5761468" y="1627911"/>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2" name="Google Shape;47972;p35"/>
              <p:cNvSpPr/>
              <p:nvPr/>
            </p:nvSpPr>
            <p:spPr>
              <a:xfrm>
                <a:off x="594418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3" name="Google Shape;47973;p35"/>
              <p:cNvSpPr/>
              <p:nvPr/>
            </p:nvSpPr>
            <p:spPr>
              <a:xfrm>
                <a:off x="612699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4" name="Google Shape;47974;p35"/>
              <p:cNvSpPr/>
              <p:nvPr/>
            </p:nvSpPr>
            <p:spPr>
              <a:xfrm>
                <a:off x="6310739"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5" name="Google Shape;47975;p35"/>
              <p:cNvSpPr/>
              <p:nvPr/>
            </p:nvSpPr>
            <p:spPr>
              <a:xfrm>
                <a:off x="649355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6" name="Google Shape;47976;p35"/>
              <p:cNvSpPr/>
              <p:nvPr/>
            </p:nvSpPr>
            <p:spPr>
              <a:xfrm>
                <a:off x="6677291"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7" name="Google Shape;47977;p35"/>
              <p:cNvSpPr/>
              <p:nvPr/>
            </p:nvSpPr>
            <p:spPr>
              <a:xfrm>
                <a:off x="686010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8" name="Google Shape;47978;p35"/>
              <p:cNvSpPr/>
              <p:nvPr/>
            </p:nvSpPr>
            <p:spPr>
              <a:xfrm>
                <a:off x="7043843"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9" name="Google Shape;47979;p35"/>
              <p:cNvSpPr/>
              <p:nvPr/>
            </p:nvSpPr>
            <p:spPr>
              <a:xfrm>
                <a:off x="722665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0" name="Google Shape;47980;p35"/>
              <p:cNvSpPr/>
              <p:nvPr/>
            </p:nvSpPr>
            <p:spPr>
              <a:xfrm>
                <a:off x="7410395" y="1627911"/>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1" name="Google Shape;47981;p35"/>
              <p:cNvSpPr/>
              <p:nvPr/>
            </p:nvSpPr>
            <p:spPr>
              <a:xfrm>
                <a:off x="7593207"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2" name="Google Shape;47982;p35"/>
              <p:cNvSpPr/>
              <p:nvPr/>
            </p:nvSpPr>
            <p:spPr>
              <a:xfrm>
                <a:off x="7776947"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3" name="Google Shape;47983;p35"/>
              <p:cNvSpPr/>
              <p:nvPr/>
            </p:nvSpPr>
            <p:spPr>
              <a:xfrm>
                <a:off x="7959759"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4" name="Google Shape;47984;p35"/>
              <p:cNvSpPr/>
              <p:nvPr/>
            </p:nvSpPr>
            <p:spPr>
              <a:xfrm>
                <a:off x="8143500"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5" name="Google Shape;47985;p35"/>
              <p:cNvSpPr/>
              <p:nvPr/>
            </p:nvSpPr>
            <p:spPr>
              <a:xfrm>
                <a:off x="8326311"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6" name="Google Shape;47986;p35"/>
              <p:cNvSpPr/>
              <p:nvPr/>
            </p:nvSpPr>
            <p:spPr>
              <a:xfrm>
                <a:off x="8510052"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7" name="Google Shape;47987;p35"/>
              <p:cNvSpPr/>
              <p:nvPr/>
            </p:nvSpPr>
            <p:spPr>
              <a:xfrm>
                <a:off x="8692863"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8" name="Google Shape;47988;p35"/>
              <p:cNvSpPr/>
              <p:nvPr/>
            </p:nvSpPr>
            <p:spPr>
              <a:xfrm>
                <a:off x="8876604" y="1627911"/>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9" name="Google Shape;47989;p35"/>
              <p:cNvSpPr/>
              <p:nvPr/>
            </p:nvSpPr>
            <p:spPr>
              <a:xfrm>
                <a:off x="9059415" y="1627911"/>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0" name="Google Shape;47990;p35"/>
            <p:cNvGrpSpPr/>
            <p:nvPr/>
          </p:nvGrpSpPr>
          <p:grpSpPr>
            <a:xfrm>
              <a:off x="70735" y="1788629"/>
              <a:ext cx="9002530" cy="21952"/>
              <a:chOff x="79447" y="1798606"/>
              <a:chExt cx="9002530" cy="21952"/>
            </a:xfrm>
          </p:grpSpPr>
          <p:sp>
            <p:nvSpPr>
              <p:cNvPr id="47991" name="Google Shape;47991;p35"/>
              <p:cNvSpPr/>
              <p:nvPr/>
            </p:nvSpPr>
            <p:spPr>
              <a:xfrm>
                <a:off x="7944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2" name="Google Shape;47992;p35"/>
              <p:cNvSpPr/>
              <p:nvPr/>
            </p:nvSpPr>
            <p:spPr>
              <a:xfrm>
                <a:off x="263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3" name="Google Shape;47993;p35"/>
              <p:cNvSpPr/>
              <p:nvPr/>
            </p:nvSpPr>
            <p:spPr>
              <a:xfrm>
                <a:off x="445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4" name="Google Shape;47994;p35"/>
              <p:cNvSpPr/>
              <p:nvPr/>
            </p:nvSpPr>
            <p:spPr>
              <a:xfrm>
                <a:off x="629739"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5" name="Google Shape;47995;p35"/>
              <p:cNvSpPr/>
              <p:nvPr/>
            </p:nvSpPr>
            <p:spPr>
              <a:xfrm>
                <a:off x="812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6" name="Google Shape;47996;p35"/>
              <p:cNvSpPr/>
              <p:nvPr/>
            </p:nvSpPr>
            <p:spPr>
              <a:xfrm>
                <a:off x="996291"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7" name="Google Shape;47997;p35"/>
              <p:cNvSpPr/>
              <p:nvPr/>
            </p:nvSpPr>
            <p:spPr>
              <a:xfrm>
                <a:off x="1179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8" name="Google Shape;47998;p35"/>
              <p:cNvSpPr/>
              <p:nvPr/>
            </p:nvSpPr>
            <p:spPr>
              <a:xfrm>
                <a:off x="136284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9" name="Google Shape;47999;p35"/>
              <p:cNvSpPr/>
              <p:nvPr/>
            </p:nvSpPr>
            <p:spPr>
              <a:xfrm>
                <a:off x="1545655"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0" name="Google Shape;48000;p35"/>
              <p:cNvSpPr/>
              <p:nvPr/>
            </p:nvSpPr>
            <p:spPr>
              <a:xfrm>
                <a:off x="1729396"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1" name="Google Shape;48001;p35"/>
              <p:cNvSpPr/>
              <p:nvPr/>
            </p:nvSpPr>
            <p:spPr>
              <a:xfrm>
                <a:off x="1912207"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2" name="Google Shape;48002;p35"/>
              <p:cNvSpPr/>
              <p:nvPr/>
            </p:nvSpPr>
            <p:spPr>
              <a:xfrm>
                <a:off x="2095948" y="1798606"/>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3" name="Google Shape;48003;p35"/>
              <p:cNvSpPr/>
              <p:nvPr/>
            </p:nvSpPr>
            <p:spPr>
              <a:xfrm>
                <a:off x="2278759" y="1798606"/>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4" name="Google Shape;48004;p35"/>
              <p:cNvSpPr/>
              <p:nvPr/>
            </p:nvSpPr>
            <p:spPr>
              <a:xfrm>
                <a:off x="246250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5" name="Google Shape;48005;p35"/>
              <p:cNvSpPr/>
              <p:nvPr/>
            </p:nvSpPr>
            <p:spPr>
              <a:xfrm>
                <a:off x="264521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6" name="Google Shape;48006;p35"/>
              <p:cNvSpPr/>
              <p:nvPr/>
            </p:nvSpPr>
            <p:spPr>
              <a:xfrm>
                <a:off x="282905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7" name="Google Shape;48007;p35"/>
              <p:cNvSpPr/>
              <p:nvPr/>
            </p:nvSpPr>
            <p:spPr>
              <a:xfrm>
                <a:off x="301177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8" name="Google Shape;48008;p35"/>
              <p:cNvSpPr/>
              <p:nvPr/>
            </p:nvSpPr>
            <p:spPr>
              <a:xfrm>
                <a:off x="319560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9" name="Google Shape;48009;p35"/>
              <p:cNvSpPr/>
              <p:nvPr/>
            </p:nvSpPr>
            <p:spPr>
              <a:xfrm>
                <a:off x="337832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0" name="Google Shape;48010;p35"/>
              <p:cNvSpPr/>
              <p:nvPr/>
            </p:nvSpPr>
            <p:spPr>
              <a:xfrm>
                <a:off x="356215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1" name="Google Shape;48011;p35"/>
              <p:cNvSpPr/>
              <p:nvPr/>
            </p:nvSpPr>
            <p:spPr>
              <a:xfrm>
                <a:off x="374487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2" name="Google Shape;48012;p35"/>
              <p:cNvSpPr/>
              <p:nvPr/>
            </p:nvSpPr>
            <p:spPr>
              <a:xfrm>
                <a:off x="392870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3" name="Google Shape;48013;p35"/>
              <p:cNvSpPr/>
              <p:nvPr/>
            </p:nvSpPr>
            <p:spPr>
              <a:xfrm>
                <a:off x="4111427"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4" name="Google Shape;48014;p35"/>
              <p:cNvSpPr/>
              <p:nvPr/>
            </p:nvSpPr>
            <p:spPr>
              <a:xfrm>
                <a:off x="4295260"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5" name="Google Shape;48015;p35"/>
              <p:cNvSpPr/>
              <p:nvPr/>
            </p:nvSpPr>
            <p:spPr>
              <a:xfrm>
                <a:off x="447797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6" name="Google Shape;48016;p35"/>
              <p:cNvSpPr/>
              <p:nvPr/>
            </p:nvSpPr>
            <p:spPr>
              <a:xfrm>
                <a:off x="4661812"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7" name="Google Shape;48017;p35"/>
              <p:cNvSpPr/>
              <p:nvPr/>
            </p:nvSpPr>
            <p:spPr>
              <a:xfrm>
                <a:off x="484453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8" name="Google Shape;48018;p35"/>
              <p:cNvSpPr/>
              <p:nvPr/>
            </p:nvSpPr>
            <p:spPr>
              <a:xfrm>
                <a:off x="5028364"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9" name="Google Shape;48019;p35"/>
              <p:cNvSpPr/>
              <p:nvPr/>
            </p:nvSpPr>
            <p:spPr>
              <a:xfrm>
                <a:off x="521108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0" name="Google Shape;48020;p35"/>
              <p:cNvSpPr/>
              <p:nvPr/>
            </p:nvSpPr>
            <p:spPr>
              <a:xfrm>
                <a:off x="5394916"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1" name="Google Shape;48021;p35"/>
              <p:cNvSpPr/>
              <p:nvPr/>
            </p:nvSpPr>
            <p:spPr>
              <a:xfrm>
                <a:off x="557763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2" name="Google Shape;48022;p35"/>
              <p:cNvSpPr/>
              <p:nvPr/>
            </p:nvSpPr>
            <p:spPr>
              <a:xfrm>
                <a:off x="5761468" y="1798606"/>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3" name="Google Shape;48023;p35"/>
              <p:cNvSpPr/>
              <p:nvPr/>
            </p:nvSpPr>
            <p:spPr>
              <a:xfrm>
                <a:off x="594418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4" name="Google Shape;48024;p35"/>
              <p:cNvSpPr/>
              <p:nvPr/>
            </p:nvSpPr>
            <p:spPr>
              <a:xfrm>
                <a:off x="612699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5" name="Google Shape;48025;p35"/>
              <p:cNvSpPr/>
              <p:nvPr/>
            </p:nvSpPr>
            <p:spPr>
              <a:xfrm>
                <a:off x="6310739"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6" name="Google Shape;48026;p35"/>
              <p:cNvSpPr/>
              <p:nvPr/>
            </p:nvSpPr>
            <p:spPr>
              <a:xfrm>
                <a:off x="649355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7" name="Google Shape;48027;p35"/>
              <p:cNvSpPr/>
              <p:nvPr/>
            </p:nvSpPr>
            <p:spPr>
              <a:xfrm>
                <a:off x="6677291"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8" name="Google Shape;48028;p35"/>
              <p:cNvSpPr/>
              <p:nvPr/>
            </p:nvSpPr>
            <p:spPr>
              <a:xfrm>
                <a:off x="686010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9" name="Google Shape;48029;p35"/>
              <p:cNvSpPr/>
              <p:nvPr/>
            </p:nvSpPr>
            <p:spPr>
              <a:xfrm>
                <a:off x="7043843"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0" name="Google Shape;48030;p35"/>
              <p:cNvSpPr/>
              <p:nvPr/>
            </p:nvSpPr>
            <p:spPr>
              <a:xfrm>
                <a:off x="722665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1" name="Google Shape;48031;p35"/>
              <p:cNvSpPr/>
              <p:nvPr/>
            </p:nvSpPr>
            <p:spPr>
              <a:xfrm>
                <a:off x="7410395" y="1798606"/>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2" name="Google Shape;48032;p35"/>
              <p:cNvSpPr/>
              <p:nvPr/>
            </p:nvSpPr>
            <p:spPr>
              <a:xfrm>
                <a:off x="7593207"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3" name="Google Shape;48033;p35"/>
              <p:cNvSpPr/>
              <p:nvPr/>
            </p:nvSpPr>
            <p:spPr>
              <a:xfrm>
                <a:off x="7776947"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4" name="Google Shape;48034;p35"/>
              <p:cNvSpPr/>
              <p:nvPr/>
            </p:nvSpPr>
            <p:spPr>
              <a:xfrm>
                <a:off x="7959759"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5" name="Google Shape;48035;p35"/>
              <p:cNvSpPr/>
              <p:nvPr/>
            </p:nvSpPr>
            <p:spPr>
              <a:xfrm>
                <a:off x="8143500"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6" name="Google Shape;48036;p35"/>
              <p:cNvSpPr/>
              <p:nvPr/>
            </p:nvSpPr>
            <p:spPr>
              <a:xfrm>
                <a:off x="8326311"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7" name="Google Shape;48037;p35"/>
              <p:cNvSpPr/>
              <p:nvPr/>
            </p:nvSpPr>
            <p:spPr>
              <a:xfrm>
                <a:off x="8510052"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8" name="Google Shape;48038;p35"/>
              <p:cNvSpPr/>
              <p:nvPr/>
            </p:nvSpPr>
            <p:spPr>
              <a:xfrm>
                <a:off x="8692863"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9" name="Google Shape;48039;p35"/>
              <p:cNvSpPr/>
              <p:nvPr/>
            </p:nvSpPr>
            <p:spPr>
              <a:xfrm>
                <a:off x="8876604" y="1798606"/>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0" name="Google Shape;48040;p35"/>
              <p:cNvSpPr/>
              <p:nvPr/>
            </p:nvSpPr>
            <p:spPr>
              <a:xfrm>
                <a:off x="9059415" y="1798606"/>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41" name="Google Shape;48041;p35"/>
            <p:cNvGrpSpPr/>
            <p:nvPr/>
          </p:nvGrpSpPr>
          <p:grpSpPr>
            <a:xfrm>
              <a:off x="70735" y="1959996"/>
              <a:ext cx="9002530" cy="21952"/>
              <a:chOff x="79447" y="1969206"/>
              <a:chExt cx="9002530" cy="21952"/>
            </a:xfrm>
          </p:grpSpPr>
          <p:sp>
            <p:nvSpPr>
              <p:cNvPr id="48042" name="Google Shape;48042;p35"/>
              <p:cNvSpPr/>
              <p:nvPr/>
            </p:nvSpPr>
            <p:spPr>
              <a:xfrm>
                <a:off x="7944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3" name="Google Shape;48043;p35"/>
              <p:cNvSpPr/>
              <p:nvPr/>
            </p:nvSpPr>
            <p:spPr>
              <a:xfrm>
                <a:off x="263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4" name="Google Shape;48044;p35"/>
              <p:cNvSpPr/>
              <p:nvPr/>
            </p:nvSpPr>
            <p:spPr>
              <a:xfrm>
                <a:off x="445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5" name="Google Shape;48045;p35"/>
              <p:cNvSpPr/>
              <p:nvPr/>
            </p:nvSpPr>
            <p:spPr>
              <a:xfrm>
                <a:off x="629739"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6" name="Google Shape;48046;p35"/>
              <p:cNvSpPr/>
              <p:nvPr/>
            </p:nvSpPr>
            <p:spPr>
              <a:xfrm>
                <a:off x="812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7" name="Google Shape;48047;p35"/>
              <p:cNvSpPr/>
              <p:nvPr/>
            </p:nvSpPr>
            <p:spPr>
              <a:xfrm>
                <a:off x="996291"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8" name="Google Shape;48048;p35"/>
              <p:cNvSpPr/>
              <p:nvPr/>
            </p:nvSpPr>
            <p:spPr>
              <a:xfrm>
                <a:off x="1179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9" name="Google Shape;48049;p35"/>
              <p:cNvSpPr/>
              <p:nvPr/>
            </p:nvSpPr>
            <p:spPr>
              <a:xfrm>
                <a:off x="136284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0" name="Google Shape;48050;p35"/>
              <p:cNvSpPr/>
              <p:nvPr/>
            </p:nvSpPr>
            <p:spPr>
              <a:xfrm>
                <a:off x="1545655"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1" name="Google Shape;48051;p35"/>
              <p:cNvSpPr/>
              <p:nvPr/>
            </p:nvSpPr>
            <p:spPr>
              <a:xfrm>
                <a:off x="1729396"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2" name="Google Shape;48052;p35"/>
              <p:cNvSpPr/>
              <p:nvPr/>
            </p:nvSpPr>
            <p:spPr>
              <a:xfrm>
                <a:off x="1912207"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3" name="Google Shape;48053;p35"/>
              <p:cNvSpPr/>
              <p:nvPr/>
            </p:nvSpPr>
            <p:spPr>
              <a:xfrm>
                <a:off x="2095948" y="1969206"/>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4" name="Google Shape;48054;p35"/>
              <p:cNvSpPr/>
              <p:nvPr/>
            </p:nvSpPr>
            <p:spPr>
              <a:xfrm>
                <a:off x="2278759" y="1969206"/>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5" name="Google Shape;48055;p35"/>
              <p:cNvSpPr/>
              <p:nvPr/>
            </p:nvSpPr>
            <p:spPr>
              <a:xfrm>
                <a:off x="246250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6" name="Google Shape;48056;p35"/>
              <p:cNvSpPr/>
              <p:nvPr/>
            </p:nvSpPr>
            <p:spPr>
              <a:xfrm>
                <a:off x="264521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7" name="Google Shape;48057;p35"/>
              <p:cNvSpPr/>
              <p:nvPr/>
            </p:nvSpPr>
            <p:spPr>
              <a:xfrm>
                <a:off x="282905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8" name="Google Shape;48058;p35"/>
              <p:cNvSpPr/>
              <p:nvPr/>
            </p:nvSpPr>
            <p:spPr>
              <a:xfrm>
                <a:off x="301177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9" name="Google Shape;48059;p35"/>
              <p:cNvSpPr/>
              <p:nvPr/>
            </p:nvSpPr>
            <p:spPr>
              <a:xfrm>
                <a:off x="319560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0" name="Google Shape;48060;p35"/>
              <p:cNvSpPr/>
              <p:nvPr/>
            </p:nvSpPr>
            <p:spPr>
              <a:xfrm>
                <a:off x="337832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1" name="Google Shape;48061;p35"/>
              <p:cNvSpPr/>
              <p:nvPr/>
            </p:nvSpPr>
            <p:spPr>
              <a:xfrm>
                <a:off x="356215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2" name="Google Shape;48062;p35"/>
              <p:cNvSpPr/>
              <p:nvPr/>
            </p:nvSpPr>
            <p:spPr>
              <a:xfrm>
                <a:off x="374487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3" name="Google Shape;48063;p35"/>
              <p:cNvSpPr/>
              <p:nvPr/>
            </p:nvSpPr>
            <p:spPr>
              <a:xfrm>
                <a:off x="392870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4" name="Google Shape;48064;p35"/>
              <p:cNvSpPr/>
              <p:nvPr/>
            </p:nvSpPr>
            <p:spPr>
              <a:xfrm>
                <a:off x="4111427"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5" name="Google Shape;48065;p35"/>
              <p:cNvSpPr/>
              <p:nvPr/>
            </p:nvSpPr>
            <p:spPr>
              <a:xfrm>
                <a:off x="4295260"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6" name="Google Shape;48066;p35"/>
              <p:cNvSpPr/>
              <p:nvPr/>
            </p:nvSpPr>
            <p:spPr>
              <a:xfrm>
                <a:off x="447797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7" name="Google Shape;48067;p35"/>
              <p:cNvSpPr/>
              <p:nvPr/>
            </p:nvSpPr>
            <p:spPr>
              <a:xfrm>
                <a:off x="4661812"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8" name="Google Shape;48068;p35"/>
              <p:cNvSpPr/>
              <p:nvPr/>
            </p:nvSpPr>
            <p:spPr>
              <a:xfrm>
                <a:off x="484453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9" name="Google Shape;48069;p35"/>
              <p:cNvSpPr/>
              <p:nvPr/>
            </p:nvSpPr>
            <p:spPr>
              <a:xfrm>
                <a:off x="5028364"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0" name="Google Shape;48070;p35"/>
              <p:cNvSpPr/>
              <p:nvPr/>
            </p:nvSpPr>
            <p:spPr>
              <a:xfrm>
                <a:off x="521108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1" name="Google Shape;48071;p35"/>
              <p:cNvSpPr/>
              <p:nvPr/>
            </p:nvSpPr>
            <p:spPr>
              <a:xfrm>
                <a:off x="5394916"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2" name="Google Shape;48072;p35"/>
              <p:cNvSpPr/>
              <p:nvPr/>
            </p:nvSpPr>
            <p:spPr>
              <a:xfrm>
                <a:off x="557763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3" name="Google Shape;48073;p35"/>
              <p:cNvSpPr/>
              <p:nvPr/>
            </p:nvSpPr>
            <p:spPr>
              <a:xfrm>
                <a:off x="5761468" y="1969206"/>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4" name="Google Shape;48074;p35"/>
              <p:cNvSpPr/>
              <p:nvPr/>
            </p:nvSpPr>
            <p:spPr>
              <a:xfrm>
                <a:off x="594418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5" name="Google Shape;48075;p35"/>
              <p:cNvSpPr/>
              <p:nvPr/>
            </p:nvSpPr>
            <p:spPr>
              <a:xfrm>
                <a:off x="612699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6" name="Google Shape;48076;p35"/>
              <p:cNvSpPr/>
              <p:nvPr/>
            </p:nvSpPr>
            <p:spPr>
              <a:xfrm>
                <a:off x="6310739"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7" name="Google Shape;48077;p35"/>
              <p:cNvSpPr/>
              <p:nvPr/>
            </p:nvSpPr>
            <p:spPr>
              <a:xfrm>
                <a:off x="649355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8" name="Google Shape;48078;p35"/>
              <p:cNvSpPr/>
              <p:nvPr/>
            </p:nvSpPr>
            <p:spPr>
              <a:xfrm>
                <a:off x="6677291"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9" name="Google Shape;48079;p35"/>
              <p:cNvSpPr/>
              <p:nvPr/>
            </p:nvSpPr>
            <p:spPr>
              <a:xfrm>
                <a:off x="686010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0" name="Google Shape;48080;p35"/>
              <p:cNvSpPr/>
              <p:nvPr/>
            </p:nvSpPr>
            <p:spPr>
              <a:xfrm>
                <a:off x="7043843"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1" name="Google Shape;48081;p35"/>
              <p:cNvSpPr/>
              <p:nvPr/>
            </p:nvSpPr>
            <p:spPr>
              <a:xfrm>
                <a:off x="722665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2" name="Google Shape;48082;p35"/>
              <p:cNvSpPr/>
              <p:nvPr/>
            </p:nvSpPr>
            <p:spPr>
              <a:xfrm>
                <a:off x="7410395" y="1969206"/>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3" name="Google Shape;48083;p35"/>
              <p:cNvSpPr/>
              <p:nvPr/>
            </p:nvSpPr>
            <p:spPr>
              <a:xfrm>
                <a:off x="7593207"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4" name="Google Shape;48084;p35"/>
              <p:cNvSpPr/>
              <p:nvPr/>
            </p:nvSpPr>
            <p:spPr>
              <a:xfrm>
                <a:off x="7776947"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5" name="Google Shape;48085;p35"/>
              <p:cNvSpPr/>
              <p:nvPr/>
            </p:nvSpPr>
            <p:spPr>
              <a:xfrm>
                <a:off x="7959759"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6" name="Google Shape;48086;p35"/>
              <p:cNvSpPr/>
              <p:nvPr/>
            </p:nvSpPr>
            <p:spPr>
              <a:xfrm>
                <a:off x="8143500"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7" name="Google Shape;48087;p35"/>
              <p:cNvSpPr/>
              <p:nvPr/>
            </p:nvSpPr>
            <p:spPr>
              <a:xfrm>
                <a:off x="8326311"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8" name="Google Shape;48088;p35"/>
              <p:cNvSpPr/>
              <p:nvPr/>
            </p:nvSpPr>
            <p:spPr>
              <a:xfrm>
                <a:off x="8510052"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9" name="Google Shape;48089;p35"/>
              <p:cNvSpPr/>
              <p:nvPr/>
            </p:nvSpPr>
            <p:spPr>
              <a:xfrm>
                <a:off x="8692863"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0" name="Google Shape;48090;p35"/>
              <p:cNvSpPr/>
              <p:nvPr/>
            </p:nvSpPr>
            <p:spPr>
              <a:xfrm>
                <a:off x="8876604" y="1969206"/>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1" name="Google Shape;48091;p35"/>
              <p:cNvSpPr/>
              <p:nvPr/>
            </p:nvSpPr>
            <p:spPr>
              <a:xfrm>
                <a:off x="9059415" y="1969206"/>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92" name="Google Shape;48092;p35"/>
            <p:cNvGrpSpPr/>
            <p:nvPr/>
          </p:nvGrpSpPr>
          <p:grpSpPr>
            <a:xfrm>
              <a:off x="70735" y="2131363"/>
              <a:ext cx="9002530" cy="22993"/>
              <a:chOff x="79447" y="2138859"/>
              <a:chExt cx="9002530" cy="22993"/>
            </a:xfrm>
          </p:grpSpPr>
          <p:sp>
            <p:nvSpPr>
              <p:cNvPr id="48093" name="Google Shape;48093;p35"/>
              <p:cNvSpPr/>
              <p:nvPr/>
            </p:nvSpPr>
            <p:spPr>
              <a:xfrm>
                <a:off x="7944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4" name="Google Shape;48094;p35"/>
              <p:cNvSpPr/>
              <p:nvPr/>
            </p:nvSpPr>
            <p:spPr>
              <a:xfrm>
                <a:off x="263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5" name="Google Shape;48095;p35"/>
              <p:cNvSpPr/>
              <p:nvPr/>
            </p:nvSpPr>
            <p:spPr>
              <a:xfrm>
                <a:off x="445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6" name="Google Shape;48096;p35"/>
              <p:cNvSpPr/>
              <p:nvPr/>
            </p:nvSpPr>
            <p:spPr>
              <a:xfrm>
                <a:off x="629739"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7" name="Google Shape;48097;p35"/>
              <p:cNvSpPr/>
              <p:nvPr/>
            </p:nvSpPr>
            <p:spPr>
              <a:xfrm>
                <a:off x="812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8" name="Google Shape;48098;p35"/>
              <p:cNvSpPr/>
              <p:nvPr/>
            </p:nvSpPr>
            <p:spPr>
              <a:xfrm>
                <a:off x="996291"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9" name="Google Shape;48099;p35"/>
              <p:cNvSpPr/>
              <p:nvPr/>
            </p:nvSpPr>
            <p:spPr>
              <a:xfrm>
                <a:off x="1179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0" name="Google Shape;48100;p35"/>
              <p:cNvSpPr/>
              <p:nvPr/>
            </p:nvSpPr>
            <p:spPr>
              <a:xfrm>
                <a:off x="136284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1" name="Google Shape;48101;p35"/>
              <p:cNvSpPr/>
              <p:nvPr/>
            </p:nvSpPr>
            <p:spPr>
              <a:xfrm>
                <a:off x="1545655"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2" name="Google Shape;48102;p35"/>
              <p:cNvSpPr/>
              <p:nvPr/>
            </p:nvSpPr>
            <p:spPr>
              <a:xfrm>
                <a:off x="1729396"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3" name="Google Shape;48103;p35"/>
              <p:cNvSpPr/>
              <p:nvPr/>
            </p:nvSpPr>
            <p:spPr>
              <a:xfrm>
                <a:off x="1912207"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4" name="Google Shape;48104;p35"/>
              <p:cNvSpPr/>
              <p:nvPr/>
            </p:nvSpPr>
            <p:spPr>
              <a:xfrm>
                <a:off x="2095948" y="2138859"/>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5" name="Google Shape;48105;p35"/>
              <p:cNvSpPr/>
              <p:nvPr/>
            </p:nvSpPr>
            <p:spPr>
              <a:xfrm>
                <a:off x="2278759" y="2138859"/>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6" name="Google Shape;48106;p35"/>
              <p:cNvSpPr/>
              <p:nvPr/>
            </p:nvSpPr>
            <p:spPr>
              <a:xfrm>
                <a:off x="246250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7" name="Google Shape;48107;p35"/>
              <p:cNvSpPr/>
              <p:nvPr/>
            </p:nvSpPr>
            <p:spPr>
              <a:xfrm>
                <a:off x="264521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8" name="Google Shape;48108;p35"/>
              <p:cNvSpPr/>
              <p:nvPr/>
            </p:nvSpPr>
            <p:spPr>
              <a:xfrm>
                <a:off x="282905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9" name="Google Shape;48109;p35"/>
              <p:cNvSpPr/>
              <p:nvPr/>
            </p:nvSpPr>
            <p:spPr>
              <a:xfrm>
                <a:off x="301177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0" name="Google Shape;48110;p35"/>
              <p:cNvSpPr/>
              <p:nvPr/>
            </p:nvSpPr>
            <p:spPr>
              <a:xfrm>
                <a:off x="319560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1" name="Google Shape;48111;p35"/>
              <p:cNvSpPr/>
              <p:nvPr/>
            </p:nvSpPr>
            <p:spPr>
              <a:xfrm>
                <a:off x="337832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2" name="Google Shape;48112;p35"/>
              <p:cNvSpPr/>
              <p:nvPr/>
            </p:nvSpPr>
            <p:spPr>
              <a:xfrm>
                <a:off x="356215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3" name="Google Shape;48113;p35"/>
              <p:cNvSpPr/>
              <p:nvPr/>
            </p:nvSpPr>
            <p:spPr>
              <a:xfrm>
                <a:off x="374487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4" name="Google Shape;48114;p35"/>
              <p:cNvSpPr/>
              <p:nvPr/>
            </p:nvSpPr>
            <p:spPr>
              <a:xfrm>
                <a:off x="392870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5" name="Google Shape;48115;p35"/>
              <p:cNvSpPr/>
              <p:nvPr/>
            </p:nvSpPr>
            <p:spPr>
              <a:xfrm>
                <a:off x="4111427"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6" name="Google Shape;48116;p35"/>
              <p:cNvSpPr/>
              <p:nvPr/>
            </p:nvSpPr>
            <p:spPr>
              <a:xfrm>
                <a:off x="4295260"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7" name="Google Shape;48117;p35"/>
              <p:cNvSpPr/>
              <p:nvPr/>
            </p:nvSpPr>
            <p:spPr>
              <a:xfrm>
                <a:off x="447797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8" name="Google Shape;48118;p35"/>
              <p:cNvSpPr/>
              <p:nvPr/>
            </p:nvSpPr>
            <p:spPr>
              <a:xfrm>
                <a:off x="4661812"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9" name="Google Shape;48119;p35"/>
              <p:cNvSpPr/>
              <p:nvPr/>
            </p:nvSpPr>
            <p:spPr>
              <a:xfrm>
                <a:off x="484453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0" name="Google Shape;48120;p35"/>
              <p:cNvSpPr/>
              <p:nvPr/>
            </p:nvSpPr>
            <p:spPr>
              <a:xfrm>
                <a:off x="5028364"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1" name="Google Shape;48121;p35"/>
              <p:cNvSpPr/>
              <p:nvPr/>
            </p:nvSpPr>
            <p:spPr>
              <a:xfrm>
                <a:off x="521108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2" name="Google Shape;48122;p35"/>
              <p:cNvSpPr/>
              <p:nvPr/>
            </p:nvSpPr>
            <p:spPr>
              <a:xfrm>
                <a:off x="5394916"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3" name="Google Shape;48123;p35"/>
              <p:cNvSpPr/>
              <p:nvPr/>
            </p:nvSpPr>
            <p:spPr>
              <a:xfrm>
                <a:off x="557763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4" name="Google Shape;48124;p35"/>
              <p:cNvSpPr/>
              <p:nvPr/>
            </p:nvSpPr>
            <p:spPr>
              <a:xfrm>
                <a:off x="5761468" y="2138859"/>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5" name="Google Shape;48125;p35"/>
              <p:cNvSpPr/>
              <p:nvPr/>
            </p:nvSpPr>
            <p:spPr>
              <a:xfrm>
                <a:off x="594418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6" name="Google Shape;48126;p35"/>
              <p:cNvSpPr/>
              <p:nvPr/>
            </p:nvSpPr>
            <p:spPr>
              <a:xfrm>
                <a:off x="612699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7" name="Google Shape;48127;p35"/>
              <p:cNvSpPr/>
              <p:nvPr/>
            </p:nvSpPr>
            <p:spPr>
              <a:xfrm>
                <a:off x="6310739"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8" name="Google Shape;48128;p35"/>
              <p:cNvSpPr/>
              <p:nvPr/>
            </p:nvSpPr>
            <p:spPr>
              <a:xfrm>
                <a:off x="649355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9" name="Google Shape;48129;p35"/>
              <p:cNvSpPr/>
              <p:nvPr/>
            </p:nvSpPr>
            <p:spPr>
              <a:xfrm>
                <a:off x="6677291"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0" name="Google Shape;48130;p35"/>
              <p:cNvSpPr/>
              <p:nvPr/>
            </p:nvSpPr>
            <p:spPr>
              <a:xfrm>
                <a:off x="686010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1" name="Google Shape;48131;p35"/>
              <p:cNvSpPr/>
              <p:nvPr/>
            </p:nvSpPr>
            <p:spPr>
              <a:xfrm>
                <a:off x="7043843"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2" name="Google Shape;48132;p35"/>
              <p:cNvSpPr/>
              <p:nvPr/>
            </p:nvSpPr>
            <p:spPr>
              <a:xfrm>
                <a:off x="722665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3" name="Google Shape;48133;p35"/>
              <p:cNvSpPr/>
              <p:nvPr/>
            </p:nvSpPr>
            <p:spPr>
              <a:xfrm>
                <a:off x="7410395" y="2138859"/>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4" name="Google Shape;48134;p35"/>
              <p:cNvSpPr/>
              <p:nvPr/>
            </p:nvSpPr>
            <p:spPr>
              <a:xfrm>
                <a:off x="7593207"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5" name="Google Shape;48135;p35"/>
              <p:cNvSpPr/>
              <p:nvPr/>
            </p:nvSpPr>
            <p:spPr>
              <a:xfrm>
                <a:off x="7776947"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6" name="Google Shape;48136;p35"/>
              <p:cNvSpPr/>
              <p:nvPr/>
            </p:nvSpPr>
            <p:spPr>
              <a:xfrm>
                <a:off x="7959759"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7" name="Google Shape;48137;p35"/>
              <p:cNvSpPr/>
              <p:nvPr/>
            </p:nvSpPr>
            <p:spPr>
              <a:xfrm>
                <a:off x="8143500"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8" name="Google Shape;48138;p35"/>
              <p:cNvSpPr/>
              <p:nvPr/>
            </p:nvSpPr>
            <p:spPr>
              <a:xfrm>
                <a:off x="8326311"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9" name="Google Shape;48139;p35"/>
              <p:cNvSpPr/>
              <p:nvPr/>
            </p:nvSpPr>
            <p:spPr>
              <a:xfrm>
                <a:off x="8510052"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0" name="Google Shape;48140;p35"/>
              <p:cNvSpPr/>
              <p:nvPr/>
            </p:nvSpPr>
            <p:spPr>
              <a:xfrm>
                <a:off x="8692863"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1" name="Google Shape;48141;p35"/>
              <p:cNvSpPr/>
              <p:nvPr/>
            </p:nvSpPr>
            <p:spPr>
              <a:xfrm>
                <a:off x="8876604" y="2138859"/>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2" name="Google Shape;48142;p35"/>
              <p:cNvSpPr/>
              <p:nvPr/>
            </p:nvSpPr>
            <p:spPr>
              <a:xfrm>
                <a:off x="9059415" y="2138859"/>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3" name="Google Shape;48143;p35"/>
            <p:cNvGrpSpPr/>
            <p:nvPr/>
          </p:nvGrpSpPr>
          <p:grpSpPr>
            <a:xfrm>
              <a:off x="70735" y="2303771"/>
              <a:ext cx="9002530" cy="21952"/>
              <a:chOff x="79447" y="2309459"/>
              <a:chExt cx="9002530" cy="21952"/>
            </a:xfrm>
          </p:grpSpPr>
          <p:sp>
            <p:nvSpPr>
              <p:cNvPr id="48144" name="Google Shape;48144;p35"/>
              <p:cNvSpPr/>
              <p:nvPr/>
            </p:nvSpPr>
            <p:spPr>
              <a:xfrm>
                <a:off x="7944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5" name="Google Shape;48145;p35"/>
              <p:cNvSpPr/>
              <p:nvPr/>
            </p:nvSpPr>
            <p:spPr>
              <a:xfrm>
                <a:off x="263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6" name="Google Shape;48146;p35"/>
              <p:cNvSpPr/>
              <p:nvPr/>
            </p:nvSpPr>
            <p:spPr>
              <a:xfrm>
                <a:off x="445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7" name="Google Shape;48147;p35"/>
              <p:cNvSpPr/>
              <p:nvPr/>
            </p:nvSpPr>
            <p:spPr>
              <a:xfrm>
                <a:off x="629739"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8" name="Google Shape;48148;p35"/>
              <p:cNvSpPr/>
              <p:nvPr/>
            </p:nvSpPr>
            <p:spPr>
              <a:xfrm>
                <a:off x="812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9" name="Google Shape;48149;p35"/>
              <p:cNvSpPr/>
              <p:nvPr/>
            </p:nvSpPr>
            <p:spPr>
              <a:xfrm>
                <a:off x="996291"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0" name="Google Shape;48150;p35"/>
              <p:cNvSpPr/>
              <p:nvPr/>
            </p:nvSpPr>
            <p:spPr>
              <a:xfrm>
                <a:off x="1179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1" name="Google Shape;48151;p35"/>
              <p:cNvSpPr/>
              <p:nvPr/>
            </p:nvSpPr>
            <p:spPr>
              <a:xfrm>
                <a:off x="136284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2" name="Google Shape;48152;p35"/>
              <p:cNvSpPr/>
              <p:nvPr/>
            </p:nvSpPr>
            <p:spPr>
              <a:xfrm>
                <a:off x="1545655"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3" name="Google Shape;48153;p35"/>
              <p:cNvSpPr/>
              <p:nvPr/>
            </p:nvSpPr>
            <p:spPr>
              <a:xfrm>
                <a:off x="1729396"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4" name="Google Shape;48154;p35"/>
              <p:cNvSpPr/>
              <p:nvPr/>
            </p:nvSpPr>
            <p:spPr>
              <a:xfrm>
                <a:off x="1912207"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5" name="Google Shape;48155;p35"/>
              <p:cNvSpPr/>
              <p:nvPr/>
            </p:nvSpPr>
            <p:spPr>
              <a:xfrm>
                <a:off x="2095948" y="2309459"/>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6" name="Google Shape;48156;p35"/>
              <p:cNvSpPr/>
              <p:nvPr/>
            </p:nvSpPr>
            <p:spPr>
              <a:xfrm>
                <a:off x="2278759" y="2309459"/>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7" name="Google Shape;48157;p35"/>
              <p:cNvSpPr/>
              <p:nvPr/>
            </p:nvSpPr>
            <p:spPr>
              <a:xfrm>
                <a:off x="246250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8" name="Google Shape;48158;p35"/>
              <p:cNvSpPr/>
              <p:nvPr/>
            </p:nvSpPr>
            <p:spPr>
              <a:xfrm>
                <a:off x="264521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9" name="Google Shape;48159;p35"/>
              <p:cNvSpPr/>
              <p:nvPr/>
            </p:nvSpPr>
            <p:spPr>
              <a:xfrm>
                <a:off x="282905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0" name="Google Shape;48160;p35"/>
              <p:cNvSpPr/>
              <p:nvPr/>
            </p:nvSpPr>
            <p:spPr>
              <a:xfrm>
                <a:off x="301177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1" name="Google Shape;48161;p35"/>
              <p:cNvSpPr/>
              <p:nvPr/>
            </p:nvSpPr>
            <p:spPr>
              <a:xfrm>
                <a:off x="319560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2" name="Google Shape;48162;p35"/>
              <p:cNvSpPr/>
              <p:nvPr/>
            </p:nvSpPr>
            <p:spPr>
              <a:xfrm>
                <a:off x="337832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3" name="Google Shape;48163;p35"/>
              <p:cNvSpPr/>
              <p:nvPr/>
            </p:nvSpPr>
            <p:spPr>
              <a:xfrm>
                <a:off x="356215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4" name="Google Shape;48164;p35"/>
              <p:cNvSpPr/>
              <p:nvPr/>
            </p:nvSpPr>
            <p:spPr>
              <a:xfrm>
                <a:off x="374487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5" name="Google Shape;48165;p35"/>
              <p:cNvSpPr/>
              <p:nvPr/>
            </p:nvSpPr>
            <p:spPr>
              <a:xfrm>
                <a:off x="392870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6" name="Google Shape;48166;p35"/>
              <p:cNvSpPr/>
              <p:nvPr/>
            </p:nvSpPr>
            <p:spPr>
              <a:xfrm>
                <a:off x="4111427"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7" name="Google Shape;48167;p35"/>
              <p:cNvSpPr/>
              <p:nvPr/>
            </p:nvSpPr>
            <p:spPr>
              <a:xfrm>
                <a:off x="4295260"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8" name="Google Shape;48168;p35"/>
              <p:cNvSpPr/>
              <p:nvPr/>
            </p:nvSpPr>
            <p:spPr>
              <a:xfrm>
                <a:off x="447797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9" name="Google Shape;48169;p35"/>
              <p:cNvSpPr/>
              <p:nvPr/>
            </p:nvSpPr>
            <p:spPr>
              <a:xfrm>
                <a:off x="4661812"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0" name="Google Shape;48170;p35"/>
              <p:cNvSpPr/>
              <p:nvPr/>
            </p:nvSpPr>
            <p:spPr>
              <a:xfrm>
                <a:off x="484453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1" name="Google Shape;48171;p35"/>
              <p:cNvSpPr/>
              <p:nvPr/>
            </p:nvSpPr>
            <p:spPr>
              <a:xfrm>
                <a:off x="5028364"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2" name="Google Shape;48172;p35"/>
              <p:cNvSpPr/>
              <p:nvPr/>
            </p:nvSpPr>
            <p:spPr>
              <a:xfrm>
                <a:off x="521108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3" name="Google Shape;48173;p35"/>
              <p:cNvSpPr/>
              <p:nvPr/>
            </p:nvSpPr>
            <p:spPr>
              <a:xfrm>
                <a:off x="5394916"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4" name="Google Shape;48174;p35"/>
              <p:cNvSpPr/>
              <p:nvPr/>
            </p:nvSpPr>
            <p:spPr>
              <a:xfrm>
                <a:off x="557763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5" name="Google Shape;48175;p35"/>
              <p:cNvSpPr/>
              <p:nvPr/>
            </p:nvSpPr>
            <p:spPr>
              <a:xfrm>
                <a:off x="5761468" y="2309459"/>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6" name="Google Shape;48176;p35"/>
              <p:cNvSpPr/>
              <p:nvPr/>
            </p:nvSpPr>
            <p:spPr>
              <a:xfrm>
                <a:off x="594418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7" name="Google Shape;48177;p35"/>
              <p:cNvSpPr/>
              <p:nvPr/>
            </p:nvSpPr>
            <p:spPr>
              <a:xfrm>
                <a:off x="612699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8" name="Google Shape;48178;p35"/>
              <p:cNvSpPr/>
              <p:nvPr/>
            </p:nvSpPr>
            <p:spPr>
              <a:xfrm>
                <a:off x="6310739"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9" name="Google Shape;48179;p35"/>
              <p:cNvSpPr/>
              <p:nvPr/>
            </p:nvSpPr>
            <p:spPr>
              <a:xfrm>
                <a:off x="649355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0" name="Google Shape;48180;p35"/>
              <p:cNvSpPr/>
              <p:nvPr/>
            </p:nvSpPr>
            <p:spPr>
              <a:xfrm>
                <a:off x="6677291"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1" name="Google Shape;48181;p35"/>
              <p:cNvSpPr/>
              <p:nvPr/>
            </p:nvSpPr>
            <p:spPr>
              <a:xfrm>
                <a:off x="686010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2" name="Google Shape;48182;p35"/>
              <p:cNvSpPr/>
              <p:nvPr/>
            </p:nvSpPr>
            <p:spPr>
              <a:xfrm>
                <a:off x="7043843"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3" name="Google Shape;48183;p35"/>
              <p:cNvSpPr/>
              <p:nvPr/>
            </p:nvSpPr>
            <p:spPr>
              <a:xfrm>
                <a:off x="722665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4" name="Google Shape;48184;p35"/>
              <p:cNvSpPr/>
              <p:nvPr/>
            </p:nvSpPr>
            <p:spPr>
              <a:xfrm>
                <a:off x="7410395" y="2309459"/>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5" name="Google Shape;48185;p35"/>
              <p:cNvSpPr/>
              <p:nvPr/>
            </p:nvSpPr>
            <p:spPr>
              <a:xfrm>
                <a:off x="7593207"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6" name="Google Shape;48186;p35"/>
              <p:cNvSpPr/>
              <p:nvPr/>
            </p:nvSpPr>
            <p:spPr>
              <a:xfrm>
                <a:off x="7776947"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7" name="Google Shape;48187;p35"/>
              <p:cNvSpPr/>
              <p:nvPr/>
            </p:nvSpPr>
            <p:spPr>
              <a:xfrm>
                <a:off x="7959759"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8" name="Google Shape;48188;p35"/>
              <p:cNvSpPr/>
              <p:nvPr/>
            </p:nvSpPr>
            <p:spPr>
              <a:xfrm>
                <a:off x="8143500"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9" name="Google Shape;48189;p35"/>
              <p:cNvSpPr/>
              <p:nvPr/>
            </p:nvSpPr>
            <p:spPr>
              <a:xfrm>
                <a:off x="8326311"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0" name="Google Shape;48190;p35"/>
              <p:cNvSpPr/>
              <p:nvPr/>
            </p:nvSpPr>
            <p:spPr>
              <a:xfrm>
                <a:off x="8510052"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1" name="Google Shape;48191;p35"/>
              <p:cNvSpPr/>
              <p:nvPr/>
            </p:nvSpPr>
            <p:spPr>
              <a:xfrm>
                <a:off x="8692863"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2" name="Google Shape;48192;p35"/>
              <p:cNvSpPr/>
              <p:nvPr/>
            </p:nvSpPr>
            <p:spPr>
              <a:xfrm>
                <a:off x="8876604" y="2309459"/>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3" name="Google Shape;48193;p35"/>
              <p:cNvSpPr/>
              <p:nvPr/>
            </p:nvSpPr>
            <p:spPr>
              <a:xfrm>
                <a:off x="9059415" y="2309459"/>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94" name="Google Shape;48194;p35"/>
            <p:cNvGrpSpPr/>
            <p:nvPr/>
          </p:nvGrpSpPr>
          <p:grpSpPr>
            <a:xfrm>
              <a:off x="70735" y="2475138"/>
              <a:ext cx="9002530" cy="21952"/>
              <a:chOff x="79447" y="2480154"/>
              <a:chExt cx="9002530" cy="21952"/>
            </a:xfrm>
          </p:grpSpPr>
          <p:sp>
            <p:nvSpPr>
              <p:cNvPr id="48195" name="Google Shape;48195;p35"/>
              <p:cNvSpPr/>
              <p:nvPr/>
            </p:nvSpPr>
            <p:spPr>
              <a:xfrm>
                <a:off x="7944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6" name="Google Shape;48196;p35"/>
              <p:cNvSpPr/>
              <p:nvPr/>
            </p:nvSpPr>
            <p:spPr>
              <a:xfrm>
                <a:off x="263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7" name="Google Shape;48197;p35"/>
              <p:cNvSpPr/>
              <p:nvPr/>
            </p:nvSpPr>
            <p:spPr>
              <a:xfrm>
                <a:off x="445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8" name="Google Shape;48198;p35"/>
              <p:cNvSpPr/>
              <p:nvPr/>
            </p:nvSpPr>
            <p:spPr>
              <a:xfrm>
                <a:off x="629739"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9" name="Google Shape;48199;p35"/>
              <p:cNvSpPr/>
              <p:nvPr/>
            </p:nvSpPr>
            <p:spPr>
              <a:xfrm>
                <a:off x="812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0" name="Google Shape;48200;p35"/>
              <p:cNvSpPr/>
              <p:nvPr/>
            </p:nvSpPr>
            <p:spPr>
              <a:xfrm>
                <a:off x="996291"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1" name="Google Shape;48201;p35"/>
              <p:cNvSpPr/>
              <p:nvPr/>
            </p:nvSpPr>
            <p:spPr>
              <a:xfrm>
                <a:off x="1179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2" name="Google Shape;48202;p35"/>
              <p:cNvSpPr/>
              <p:nvPr/>
            </p:nvSpPr>
            <p:spPr>
              <a:xfrm>
                <a:off x="136284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3" name="Google Shape;48203;p35"/>
              <p:cNvSpPr/>
              <p:nvPr/>
            </p:nvSpPr>
            <p:spPr>
              <a:xfrm>
                <a:off x="1545655"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4" name="Google Shape;48204;p35"/>
              <p:cNvSpPr/>
              <p:nvPr/>
            </p:nvSpPr>
            <p:spPr>
              <a:xfrm>
                <a:off x="1729396"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5" name="Google Shape;48205;p35"/>
              <p:cNvSpPr/>
              <p:nvPr/>
            </p:nvSpPr>
            <p:spPr>
              <a:xfrm>
                <a:off x="1912207"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6" name="Google Shape;48206;p35"/>
              <p:cNvSpPr/>
              <p:nvPr/>
            </p:nvSpPr>
            <p:spPr>
              <a:xfrm>
                <a:off x="2095948" y="2480154"/>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7" name="Google Shape;48207;p35"/>
              <p:cNvSpPr/>
              <p:nvPr/>
            </p:nvSpPr>
            <p:spPr>
              <a:xfrm>
                <a:off x="2278759" y="2480154"/>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8" name="Google Shape;48208;p35"/>
              <p:cNvSpPr/>
              <p:nvPr/>
            </p:nvSpPr>
            <p:spPr>
              <a:xfrm>
                <a:off x="246250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9" name="Google Shape;48209;p35"/>
              <p:cNvSpPr/>
              <p:nvPr/>
            </p:nvSpPr>
            <p:spPr>
              <a:xfrm>
                <a:off x="264521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0" name="Google Shape;48210;p35"/>
              <p:cNvSpPr/>
              <p:nvPr/>
            </p:nvSpPr>
            <p:spPr>
              <a:xfrm>
                <a:off x="282905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1" name="Google Shape;48211;p35"/>
              <p:cNvSpPr/>
              <p:nvPr/>
            </p:nvSpPr>
            <p:spPr>
              <a:xfrm>
                <a:off x="301177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2" name="Google Shape;48212;p35"/>
              <p:cNvSpPr/>
              <p:nvPr/>
            </p:nvSpPr>
            <p:spPr>
              <a:xfrm>
                <a:off x="319560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3" name="Google Shape;48213;p35"/>
              <p:cNvSpPr/>
              <p:nvPr/>
            </p:nvSpPr>
            <p:spPr>
              <a:xfrm>
                <a:off x="337832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4" name="Google Shape;48214;p35"/>
              <p:cNvSpPr/>
              <p:nvPr/>
            </p:nvSpPr>
            <p:spPr>
              <a:xfrm>
                <a:off x="356215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5" name="Google Shape;48215;p35"/>
              <p:cNvSpPr/>
              <p:nvPr/>
            </p:nvSpPr>
            <p:spPr>
              <a:xfrm>
                <a:off x="374487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6" name="Google Shape;48216;p35"/>
              <p:cNvSpPr/>
              <p:nvPr/>
            </p:nvSpPr>
            <p:spPr>
              <a:xfrm>
                <a:off x="392870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7" name="Google Shape;48217;p35"/>
              <p:cNvSpPr/>
              <p:nvPr/>
            </p:nvSpPr>
            <p:spPr>
              <a:xfrm>
                <a:off x="4111427"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8" name="Google Shape;48218;p35"/>
              <p:cNvSpPr/>
              <p:nvPr/>
            </p:nvSpPr>
            <p:spPr>
              <a:xfrm>
                <a:off x="4295260"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9" name="Google Shape;48219;p35"/>
              <p:cNvSpPr/>
              <p:nvPr/>
            </p:nvSpPr>
            <p:spPr>
              <a:xfrm>
                <a:off x="447797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0" name="Google Shape;48220;p35"/>
              <p:cNvSpPr/>
              <p:nvPr/>
            </p:nvSpPr>
            <p:spPr>
              <a:xfrm>
                <a:off x="4661812"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1" name="Google Shape;48221;p35"/>
              <p:cNvSpPr/>
              <p:nvPr/>
            </p:nvSpPr>
            <p:spPr>
              <a:xfrm>
                <a:off x="484453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2" name="Google Shape;48222;p35"/>
              <p:cNvSpPr/>
              <p:nvPr/>
            </p:nvSpPr>
            <p:spPr>
              <a:xfrm>
                <a:off x="5028364"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3" name="Google Shape;48223;p35"/>
              <p:cNvSpPr/>
              <p:nvPr/>
            </p:nvSpPr>
            <p:spPr>
              <a:xfrm>
                <a:off x="521108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4" name="Google Shape;48224;p35"/>
              <p:cNvSpPr/>
              <p:nvPr/>
            </p:nvSpPr>
            <p:spPr>
              <a:xfrm>
                <a:off x="5394916"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5" name="Google Shape;48225;p35"/>
              <p:cNvSpPr/>
              <p:nvPr/>
            </p:nvSpPr>
            <p:spPr>
              <a:xfrm>
                <a:off x="557763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6" name="Google Shape;48226;p35"/>
              <p:cNvSpPr/>
              <p:nvPr/>
            </p:nvSpPr>
            <p:spPr>
              <a:xfrm>
                <a:off x="5761468" y="2480154"/>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7" name="Google Shape;48227;p35"/>
              <p:cNvSpPr/>
              <p:nvPr/>
            </p:nvSpPr>
            <p:spPr>
              <a:xfrm>
                <a:off x="594418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8" name="Google Shape;48228;p35"/>
              <p:cNvSpPr/>
              <p:nvPr/>
            </p:nvSpPr>
            <p:spPr>
              <a:xfrm>
                <a:off x="612699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9" name="Google Shape;48229;p35"/>
              <p:cNvSpPr/>
              <p:nvPr/>
            </p:nvSpPr>
            <p:spPr>
              <a:xfrm>
                <a:off x="6310739"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0" name="Google Shape;48230;p35"/>
              <p:cNvSpPr/>
              <p:nvPr/>
            </p:nvSpPr>
            <p:spPr>
              <a:xfrm>
                <a:off x="649355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1" name="Google Shape;48231;p35"/>
              <p:cNvSpPr/>
              <p:nvPr/>
            </p:nvSpPr>
            <p:spPr>
              <a:xfrm>
                <a:off x="6677291"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2" name="Google Shape;48232;p35"/>
              <p:cNvSpPr/>
              <p:nvPr/>
            </p:nvSpPr>
            <p:spPr>
              <a:xfrm>
                <a:off x="686010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3" name="Google Shape;48233;p35"/>
              <p:cNvSpPr/>
              <p:nvPr/>
            </p:nvSpPr>
            <p:spPr>
              <a:xfrm>
                <a:off x="7043843"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4" name="Google Shape;48234;p35"/>
              <p:cNvSpPr/>
              <p:nvPr/>
            </p:nvSpPr>
            <p:spPr>
              <a:xfrm>
                <a:off x="722665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5" name="Google Shape;48235;p35"/>
              <p:cNvSpPr/>
              <p:nvPr/>
            </p:nvSpPr>
            <p:spPr>
              <a:xfrm>
                <a:off x="7410395" y="2480154"/>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6" name="Google Shape;48236;p35"/>
              <p:cNvSpPr/>
              <p:nvPr/>
            </p:nvSpPr>
            <p:spPr>
              <a:xfrm>
                <a:off x="7593207"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7" name="Google Shape;48237;p35"/>
              <p:cNvSpPr/>
              <p:nvPr/>
            </p:nvSpPr>
            <p:spPr>
              <a:xfrm>
                <a:off x="7776947"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8" name="Google Shape;48238;p35"/>
              <p:cNvSpPr/>
              <p:nvPr/>
            </p:nvSpPr>
            <p:spPr>
              <a:xfrm>
                <a:off x="7959759"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9" name="Google Shape;48239;p35"/>
              <p:cNvSpPr/>
              <p:nvPr/>
            </p:nvSpPr>
            <p:spPr>
              <a:xfrm>
                <a:off x="8143500"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0" name="Google Shape;48240;p35"/>
              <p:cNvSpPr/>
              <p:nvPr/>
            </p:nvSpPr>
            <p:spPr>
              <a:xfrm>
                <a:off x="8326311"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1" name="Google Shape;48241;p35"/>
              <p:cNvSpPr/>
              <p:nvPr/>
            </p:nvSpPr>
            <p:spPr>
              <a:xfrm>
                <a:off x="8510052"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2" name="Google Shape;48242;p35"/>
              <p:cNvSpPr/>
              <p:nvPr/>
            </p:nvSpPr>
            <p:spPr>
              <a:xfrm>
                <a:off x="8692863"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3" name="Google Shape;48243;p35"/>
              <p:cNvSpPr/>
              <p:nvPr/>
            </p:nvSpPr>
            <p:spPr>
              <a:xfrm>
                <a:off x="8876604" y="2480154"/>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4" name="Google Shape;48244;p35"/>
              <p:cNvSpPr/>
              <p:nvPr/>
            </p:nvSpPr>
            <p:spPr>
              <a:xfrm>
                <a:off x="9059415" y="2480154"/>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45" name="Google Shape;48245;p35"/>
            <p:cNvGrpSpPr/>
            <p:nvPr/>
          </p:nvGrpSpPr>
          <p:grpSpPr>
            <a:xfrm>
              <a:off x="70735" y="2646505"/>
              <a:ext cx="9002530" cy="21952"/>
              <a:chOff x="79447" y="2650753"/>
              <a:chExt cx="9002530" cy="21952"/>
            </a:xfrm>
          </p:grpSpPr>
          <p:sp>
            <p:nvSpPr>
              <p:cNvPr id="48246" name="Google Shape;48246;p35"/>
              <p:cNvSpPr/>
              <p:nvPr/>
            </p:nvSpPr>
            <p:spPr>
              <a:xfrm>
                <a:off x="7944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7" name="Google Shape;48247;p35"/>
              <p:cNvSpPr/>
              <p:nvPr/>
            </p:nvSpPr>
            <p:spPr>
              <a:xfrm>
                <a:off x="263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8" name="Google Shape;48248;p35"/>
              <p:cNvSpPr/>
              <p:nvPr/>
            </p:nvSpPr>
            <p:spPr>
              <a:xfrm>
                <a:off x="445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9" name="Google Shape;48249;p35"/>
              <p:cNvSpPr/>
              <p:nvPr/>
            </p:nvSpPr>
            <p:spPr>
              <a:xfrm>
                <a:off x="629739"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0" name="Google Shape;48250;p35"/>
              <p:cNvSpPr/>
              <p:nvPr/>
            </p:nvSpPr>
            <p:spPr>
              <a:xfrm>
                <a:off x="812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1" name="Google Shape;48251;p35"/>
              <p:cNvSpPr/>
              <p:nvPr/>
            </p:nvSpPr>
            <p:spPr>
              <a:xfrm>
                <a:off x="996291"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2" name="Google Shape;48252;p35"/>
              <p:cNvSpPr/>
              <p:nvPr/>
            </p:nvSpPr>
            <p:spPr>
              <a:xfrm>
                <a:off x="1179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3" name="Google Shape;48253;p35"/>
              <p:cNvSpPr/>
              <p:nvPr/>
            </p:nvSpPr>
            <p:spPr>
              <a:xfrm>
                <a:off x="136284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4" name="Google Shape;48254;p35"/>
              <p:cNvSpPr/>
              <p:nvPr/>
            </p:nvSpPr>
            <p:spPr>
              <a:xfrm>
                <a:off x="1545655"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5" name="Google Shape;48255;p35"/>
              <p:cNvSpPr/>
              <p:nvPr/>
            </p:nvSpPr>
            <p:spPr>
              <a:xfrm>
                <a:off x="1729396"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6" y="232"/>
                      <a:pt x="231" y="177"/>
                      <a:pt x="231" y="111"/>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6" name="Google Shape;48256;p35"/>
              <p:cNvSpPr/>
              <p:nvPr/>
            </p:nvSpPr>
            <p:spPr>
              <a:xfrm>
                <a:off x="1912207"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7" name="Google Shape;48257;p35"/>
              <p:cNvSpPr/>
              <p:nvPr/>
            </p:nvSpPr>
            <p:spPr>
              <a:xfrm>
                <a:off x="2095948" y="2650753"/>
                <a:ext cx="21540" cy="21952"/>
              </a:xfrm>
              <a:custGeom>
                <a:avLst/>
                <a:gdLst/>
                <a:ahLst/>
                <a:cxnLst/>
                <a:rect l="l" t="t" r="r" b="b"/>
                <a:pathLst>
                  <a:path w="232" h="232" extrusionOk="0">
                    <a:moveTo>
                      <a:pt x="110" y="1"/>
                    </a:moveTo>
                    <a:cubicBezTo>
                      <a:pt x="45" y="1"/>
                      <a:pt x="1" y="56"/>
                      <a:pt x="1" y="111"/>
                    </a:cubicBezTo>
                    <a:cubicBezTo>
                      <a:pt x="1" y="177"/>
                      <a:pt x="45"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8" name="Google Shape;48258;p35"/>
              <p:cNvSpPr/>
              <p:nvPr/>
            </p:nvSpPr>
            <p:spPr>
              <a:xfrm>
                <a:off x="2278759" y="2650753"/>
                <a:ext cx="22468" cy="21952"/>
              </a:xfrm>
              <a:custGeom>
                <a:avLst/>
                <a:gdLst/>
                <a:ahLst/>
                <a:cxnLst/>
                <a:rect l="l" t="t" r="r" b="b"/>
                <a:pathLst>
                  <a:path w="242"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9" name="Google Shape;48259;p35"/>
              <p:cNvSpPr/>
              <p:nvPr/>
            </p:nvSpPr>
            <p:spPr>
              <a:xfrm>
                <a:off x="246250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0" name="Google Shape;48260;p35"/>
              <p:cNvSpPr/>
              <p:nvPr/>
            </p:nvSpPr>
            <p:spPr>
              <a:xfrm>
                <a:off x="264521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1" name="Google Shape;48261;p35"/>
              <p:cNvSpPr/>
              <p:nvPr/>
            </p:nvSpPr>
            <p:spPr>
              <a:xfrm>
                <a:off x="282905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2" name="Google Shape;48262;p35"/>
              <p:cNvSpPr/>
              <p:nvPr/>
            </p:nvSpPr>
            <p:spPr>
              <a:xfrm>
                <a:off x="301177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3" name="Google Shape;48263;p35"/>
              <p:cNvSpPr/>
              <p:nvPr/>
            </p:nvSpPr>
            <p:spPr>
              <a:xfrm>
                <a:off x="319560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4" name="Google Shape;48264;p35"/>
              <p:cNvSpPr/>
              <p:nvPr/>
            </p:nvSpPr>
            <p:spPr>
              <a:xfrm>
                <a:off x="337832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5" name="Google Shape;48265;p35"/>
              <p:cNvSpPr/>
              <p:nvPr/>
            </p:nvSpPr>
            <p:spPr>
              <a:xfrm>
                <a:off x="356215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6" name="Google Shape;48266;p35"/>
              <p:cNvSpPr/>
              <p:nvPr/>
            </p:nvSpPr>
            <p:spPr>
              <a:xfrm>
                <a:off x="374487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7" name="Google Shape;48267;p35"/>
              <p:cNvSpPr/>
              <p:nvPr/>
            </p:nvSpPr>
            <p:spPr>
              <a:xfrm>
                <a:off x="392870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8" name="Google Shape;48268;p35"/>
              <p:cNvSpPr/>
              <p:nvPr/>
            </p:nvSpPr>
            <p:spPr>
              <a:xfrm>
                <a:off x="4111427"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9" name="Google Shape;48269;p35"/>
              <p:cNvSpPr/>
              <p:nvPr/>
            </p:nvSpPr>
            <p:spPr>
              <a:xfrm>
                <a:off x="4295260"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0" name="Google Shape;48270;p35"/>
              <p:cNvSpPr/>
              <p:nvPr/>
            </p:nvSpPr>
            <p:spPr>
              <a:xfrm>
                <a:off x="447797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1" name="Google Shape;48271;p35"/>
              <p:cNvSpPr/>
              <p:nvPr/>
            </p:nvSpPr>
            <p:spPr>
              <a:xfrm>
                <a:off x="4661812"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2" name="Google Shape;48272;p35"/>
              <p:cNvSpPr/>
              <p:nvPr/>
            </p:nvSpPr>
            <p:spPr>
              <a:xfrm>
                <a:off x="484453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3" name="Google Shape;48273;p35"/>
              <p:cNvSpPr/>
              <p:nvPr/>
            </p:nvSpPr>
            <p:spPr>
              <a:xfrm>
                <a:off x="5028364"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4" name="Google Shape;48274;p35"/>
              <p:cNvSpPr/>
              <p:nvPr/>
            </p:nvSpPr>
            <p:spPr>
              <a:xfrm>
                <a:off x="521108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5" name="Google Shape;48275;p35"/>
              <p:cNvSpPr/>
              <p:nvPr/>
            </p:nvSpPr>
            <p:spPr>
              <a:xfrm>
                <a:off x="5394916"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6" name="Google Shape;48276;p35"/>
              <p:cNvSpPr/>
              <p:nvPr/>
            </p:nvSpPr>
            <p:spPr>
              <a:xfrm>
                <a:off x="557763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88" y="232"/>
                      <a:pt x="232" y="177"/>
                      <a:pt x="232" y="111"/>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7" name="Google Shape;48277;p35"/>
              <p:cNvSpPr/>
              <p:nvPr/>
            </p:nvSpPr>
            <p:spPr>
              <a:xfrm>
                <a:off x="5761468" y="2650753"/>
                <a:ext cx="21540" cy="21952"/>
              </a:xfrm>
              <a:custGeom>
                <a:avLst/>
                <a:gdLst/>
                <a:ahLst/>
                <a:cxnLst/>
                <a:rect l="l" t="t" r="r" b="b"/>
                <a:pathLst>
                  <a:path w="232" h="232" extrusionOk="0">
                    <a:moveTo>
                      <a:pt x="110" y="1"/>
                    </a:moveTo>
                    <a:cubicBezTo>
                      <a:pt x="44" y="1"/>
                      <a:pt x="0" y="56"/>
                      <a:pt x="0" y="111"/>
                    </a:cubicBezTo>
                    <a:cubicBezTo>
                      <a:pt x="0" y="177"/>
                      <a:pt x="44" y="232"/>
                      <a:pt x="110" y="232"/>
                    </a:cubicBezTo>
                    <a:cubicBezTo>
                      <a:pt x="176" y="232"/>
                      <a:pt x="231" y="177"/>
                      <a:pt x="231" y="111"/>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8" name="Google Shape;48278;p35"/>
              <p:cNvSpPr/>
              <p:nvPr/>
            </p:nvSpPr>
            <p:spPr>
              <a:xfrm>
                <a:off x="594418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9" name="Google Shape;48279;p35"/>
              <p:cNvSpPr/>
              <p:nvPr/>
            </p:nvSpPr>
            <p:spPr>
              <a:xfrm>
                <a:off x="612699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0" name="Google Shape;48280;p35"/>
              <p:cNvSpPr/>
              <p:nvPr/>
            </p:nvSpPr>
            <p:spPr>
              <a:xfrm>
                <a:off x="6310739"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1" name="Google Shape;48281;p35"/>
              <p:cNvSpPr/>
              <p:nvPr/>
            </p:nvSpPr>
            <p:spPr>
              <a:xfrm>
                <a:off x="649355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2" name="Google Shape;48282;p35"/>
              <p:cNvSpPr/>
              <p:nvPr/>
            </p:nvSpPr>
            <p:spPr>
              <a:xfrm>
                <a:off x="6677291"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3" name="Google Shape;48283;p35"/>
              <p:cNvSpPr/>
              <p:nvPr/>
            </p:nvSpPr>
            <p:spPr>
              <a:xfrm>
                <a:off x="686010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4" name="Google Shape;48284;p35"/>
              <p:cNvSpPr/>
              <p:nvPr/>
            </p:nvSpPr>
            <p:spPr>
              <a:xfrm>
                <a:off x="7043843"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5" name="Google Shape;48285;p35"/>
              <p:cNvSpPr/>
              <p:nvPr/>
            </p:nvSpPr>
            <p:spPr>
              <a:xfrm>
                <a:off x="722665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6" name="Google Shape;48286;p35"/>
              <p:cNvSpPr/>
              <p:nvPr/>
            </p:nvSpPr>
            <p:spPr>
              <a:xfrm>
                <a:off x="7410395" y="2650753"/>
                <a:ext cx="21540" cy="21952"/>
              </a:xfrm>
              <a:custGeom>
                <a:avLst/>
                <a:gdLst/>
                <a:ahLst/>
                <a:cxnLst/>
                <a:rect l="l" t="t" r="r" b="b"/>
                <a:pathLst>
                  <a:path w="232" h="232" extrusionOk="0">
                    <a:moveTo>
                      <a:pt x="122" y="1"/>
                    </a:moveTo>
                    <a:cubicBezTo>
                      <a:pt x="56" y="1"/>
                      <a:pt x="1" y="56"/>
                      <a:pt x="1" y="111"/>
                    </a:cubicBezTo>
                    <a:cubicBezTo>
                      <a:pt x="1" y="177"/>
                      <a:pt x="56" y="232"/>
                      <a:pt x="122" y="232"/>
                    </a:cubicBezTo>
                    <a:cubicBezTo>
                      <a:pt x="177" y="232"/>
                      <a:pt x="232" y="177"/>
                      <a:pt x="232" y="111"/>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7" name="Google Shape;48287;p35"/>
              <p:cNvSpPr/>
              <p:nvPr/>
            </p:nvSpPr>
            <p:spPr>
              <a:xfrm>
                <a:off x="7593207"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8" name="Google Shape;48288;p35"/>
              <p:cNvSpPr/>
              <p:nvPr/>
            </p:nvSpPr>
            <p:spPr>
              <a:xfrm>
                <a:off x="7776947"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9" name="Google Shape;48289;p35"/>
              <p:cNvSpPr/>
              <p:nvPr/>
            </p:nvSpPr>
            <p:spPr>
              <a:xfrm>
                <a:off x="7959759"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0" name="Google Shape;48290;p35"/>
              <p:cNvSpPr/>
              <p:nvPr/>
            </p:nvSpPr>
            <p:spPr>
              <a:xfrm>
                <a:off x="8143500"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1" name="Google Shape;48291;p35"/>
              <p:cNvSpPr/>
              <p:nvPr/>
            </p:nvSpPr>
            <p:spPr>
              <a:xfrm>
                <a:off x="8326311"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2" name="Google Shape;48292;p35"/>
              <p:cNvSpPr/>
              <p:nvPr/>
            </p:nvSpPr>
            <p:spPr>
              <a:xfrm>
                <a:off x="8510052"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3" name="Google Shape;48293;p35"/>
              <p:cNvSpPr/>
              <p:nvPr/>
            </p:nvSpPr>
            <p:spPr>
              <a:xfrm>
                <a:off x="8692863"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4" name="Google Shape;48294;p35"/>
              <p:cNvSpPr/>
              <p:nvPr/>
            </p:nvSpPr>
            <p:spPr>
              <a:xfrm>
                <a:off x="8876604" y="2650753"/>
                <a:ext cx="21540" cy="21952"/>
              </a:xfrm>
              <a:custGeom>
                <a:avLst/>
                <a:gdLst/>
                <a:ahLst/>
                <a:cxnLst/>
                <a:rect l="l" t="t" r="r" b="b"/>
                <a:pathLst>
                  <a:path w="232" h="232" extrusionOk="0">
                    <a:moveTo>
                      <a:pt x="111" y="1"/>
                    </a:moveTo>
                    <a:cubicBezTo>
                      <a:pt x="56" y="1"/>
                      <a:pt x="1" y="56"/>
                      <a:pt x="1" y="111"/>
                    </a:cubicBezTo>
                    <a:cubicBezTo>
                      <a:pt x="1" y="177"/>
                      <a:pt x="56" y="232"/>
                      <a:pt x="111" y="232"/>
                    </a:cubicBezTo>
                    <a:cubicBezTo>
                      <a:pt x="177" y="232"/>
                      <a:pt x="232" y="177"/>
                      <a:pt x="232" y="111"/>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5" name="Google Shape;48295;p35"/>
              <p:cNvSpPr/>
              <p:nvPr/>
            </p:nvSpPr>
            <p:spPr>
              <a:xfrm>
                <a:off x="9059415" y="2650753"/>
                <a:ext cx="22561" cy="21952"/>
              </a:xfrm>
              <a:custGeom>
                <a:avLst/>
                <a:gdLst/>
                <a:ahLst/>
                <a:cxnLst/>
                <a:rect l="l" t="t" r="r" b="b"/>
                <a:pathLst>
                  <a:path w="243" h="232" extrusionOk="0">
                    <a:moveTo>
                      <a:pt x="121" y="1"/>
                    </a:moveTo>
                    <a:cubicBezTo>
                      <a:pt x="55" y="1"/>
                      <a:pt x="0" y="56"/>
                      <a:pt x="0" y="111"/>
                    </a:cubicBezTo>
                    <a:cubicBezTo>
                      <a:pt x="0" y="177"/>
                      <a:pt x="55" y="232"/>
                      <a:pt x="121" y="232"/>
                    </a:cubicBezTo>
                    <a:cubicBezTo>
                      <a:pt x="187" y="232"/>
                      <a:pt x="242" y="177"/>
                      <a:pt x="242" y="111"/>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96" name="Google Shape;48296;p35"/>
            <p:cNvGrpSpPr/>
            <p:nvPr/>
          </p:nvGrpSpPr>
          <p:grpSpPr>
            <a:xfrm>
              <a:off x="70735" y="2817872"/>
              <a:ext cx="9002530" cy="21952"/>
              <a:chOff x="79447" y="2821448"/>
              <a:chExt cx="9002530" cy="21952"/>
            </a:xfrm>
          </p:grpSpPr>
          <p:sp>
            <p:nvSpPr>
              <p:cNvPr id="48297" name="Google Shape;48297;p35"/>
              <p:cNvSpPr/>
              <p:nvPr/>
            </p:nvSpPr>
            <p:spPr>
              <a:xfrm>
                <a:off x="7944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8" name="Google Shape;48298;p35"/>
              <p:cNvSpPr/>
              <p:nvPr/>
            </p:nvSpPr>
            <p:spPr>
              <a:xfrm>
                <a:off x="263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9" name="Google Shape;48299;p35"/>
              <p:cNvSpPr/>
              <p:nvPr/>
            </p:nvSpPr>
            <p:spPr>
              <a:xfrm>
                <a:off x="445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0" name="Google Shape;48300;p35"/>
              <p:cNvSpPr/>
              <p:nvPr/>
            </p:nvSpPr>
            <p:spPr>
              <a:xfrm>
                <a:off x="629739"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1" name="Google Shape;48301;p35"/>
              <p:cNvSpPr/>
              <p:nvPr/>
            </p:nvSpPr>
            <p:spPr>
              <a:xfrm>
                <a:off x="812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2" name="Google Shape;48302;p35"/>
              <p:cNvSpPr/>
              <p:nvPr/>
            </p:nvSpPr>
            <p:spPr>
              <a:xfrm>
                <a:off x="996291"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3" name="Google Shape;48303;p35"/>
              <p:cNvSpPr/>
              <p:nvPr/>
            </p:nvSpPr>
            <p:spPr>
              <a:xfrm>
                <a:off x="1179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4" name="Google Shape;48304;p35"/>
              <p:cNvSpPr/>
              <p:nvPr/>
            </p:nvSpPr>
            <p:spPr>
              <a:xfrm>
                <a:off x="136284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5" name="Google Shape;48305;p35"/>
              <p:cNvSpPr/>
              <p:nvPr/>
            </p:nvSpPr>
            <p:spPr>
              <a:xfrm>
                <a:off x="1545655"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6" name="Google Shape;48306;p35"/>
              <p:cNvSpPr/>
              <p:nvPr/>
            </p:nvSpPr>
            <p:spPr>
              <a:xfrm>
                <a:off x="1729396"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6" y="231"/>
                      <a:pt x="231" y="176"/>
                      <a:pt x="231" y="110"/>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7" name="Google Shape;48307;p35"/>
              <p:cNvSpPr/>
              <p:nvPr/>
            </p:nvSpPr>
            <p:spPr>
              <a:xfrm>
                <a:off x="1912207"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8" name="Google Shape;48308;p35"/>
              <p:cNvSpPr/>
              <p:nvPr/>
            </p:nvSpPr>
            <p:spPr>
              <a:xfrm>
                <a:off x="2095948" y="2821448"/>
                <a:ext cx="21540" cy="21952"/>
              </a:xfrm>
              <a:custGeom>
                <a:avLst/>
                <a:gdLst/>
                <a:ahLst/>
                <a:cxnLst/>
                <a:rect l="l" t="t" r="r" b="b"/>
                <a:pathLst>
                  <a:path w="232" h="232" extrusionOk="0">
                    <a:moveTo>
                      <a:pt x="110" y="1"/>
                    </a:moveTo>
                    <a:cubicBezTo>
                      <a:pt x="45" y="1"/>
                      <a:pt x="1" y="45"/>
                      <a:pt x="1" y="110"/>
                    </a:cubicBezTo>
                    <a:cubicBezTo>
                      <a:pt x="1" y="176"/>
                      <a:pt x="45"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9" name="Google Shape;48309;p35"/>
              <p:cNvSpPr/>
              <p:nvPr/>
            </p:nvSpPr>
            <p:spPr>
              <a:xfrm>
                <a:off x="2278759" y="2821448"/>
                <a:ext cx="22468" cy="21952"/>
              </a:xfrm>
              <a:custGeom>
                <a:avLst/>
                <a:gdLst/>
                <a:ahLst/>
                <a:cxnLst/>
                <a:rect l="l" t="t" r="r" b="b"/>
                <a:pathLst>
                  <a:path w="242"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0" name="Google Shape;48310;p35"/>
              <p:cNvSpPr/>
              <p:nvPr/>
            </p:nvSpPr>
            <p:spPr>
              <a:xfrm>
                <a:off x="246250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1" name="Google Shape;48311;p35"/>
              <p:cNvSpPr/>
              <p:nvPr/>
            </p:nvSpPr>
            <p:spPr>
              <a:xfrm>
                <a:off x="264521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2" name="Google Shape;48312;p35"/>
              <p:cNvSpPr/>
              <p:nvPr/>
            </p:nvSpPr>
            <p:spPr>
              <a:xfrm>
                <a:off x="282905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3" name="Google Shape;48313;p35"/>
              <p:cNvSpPr/>
              <p:nvPr/>
            </p:nvSpPr>
            <p:spPr>
              <a:xfrm>
                <a:off x="301177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4" name="Google Shape;48314;p35"/>
              <p:cNvSpPr/>
              <p:nvPr/>
            </p:nvSpPr>
            <p:spPr>
              <a:xfrm>
                <a:off x="319560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5" name="Google Shape;48315;p35"/>
              <p:cNvSpPr/>
              <p:nvPr/>
            </p:nvSpPr>
            <p:spPr>
              <a:xfrm>
                <a:off x="337832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6" name="Google Shape;48316;p35"/>
              <p:cNvSpPr/>
              <p:nvPr/>
            </p:nvSpPr>
            <p:spPr>
              <a:xfrm>
                <a:off x="356215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7" name="Google Shape;48317;p35"/>
              <p:cNvSpPr/>
              <p:nvPr/>
            </p:nvSpPr>
            <p:spPr>
              <a:xfrm>
                <a:off x="374487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8" name="Google Shape;48318;p35"/>
              <p:cNvSpPr/>
              <p:nvPr/>
            </p:nvSpPr>
            <p:spPr>
              <a:xfrm>
                <a:off x="392870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9" name="Google Shape;48319;p35"/>
              <p:cNvSpPr/>
              <p:nvPr/>
            </p:nvSpPr>
            <p:spPr>
              <a:xfrm>
                <a:off x="4111427"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0" name="Google Shape;48320;p35"/>
              <p:cNvSpPr/>
              <p:nvPr/>
            </p:nvSpPr>
            <p:spPr>
              <a:xfrm>
                <a:off x="4295260"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1" name="Google Shape;48321;p35"/>
              <p:cNvSpPr/>
              <p:nvPr/>
            </p:nvSpPr>
            <p:spPr>
              <a:xfrm>
                <a:off x="447797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2" name="Google Shape;48322;p35"/>
              <p:cNvSpPr/>
              <p:nvPr/>
            </p:nvSpPr>
            <p:spPr>
              <a:xfrm>
                <a:off x="4661812"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3" name="Google Shape;48323;p35"/>
              <p:cNvSpPr/>
              <p:nvPr/>
            </p:nvSpPr>
            <p:spPr>
              <a:xfrm>
                <a:off x="484453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4" name="Google Shape;48324;p35"/>
              <p:cNvSpPr/>
              <p:nvPr/>
            </p:nvSpPr>
            <p:spPr>
              <a:xfrm>
                <a:off x="5028364"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5" name="Google Shape;48325;p35"/>
              <p:cNvSpPr/>
              <p:nvPr/>
            </p:nvSpPr>
            <p:spPr>
              <a:xfrm>
                <a:off x="521108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6" name="Google Shape;48326;p35"/>
              <p:cNvSpPr/>
              <p:nvPr/>
            </p:nvSpPr>
            <p:spPr>
              <a:xfrm>
                <a:off x="5394916"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7" name="Google Shape;48327;p35"/>
              <p:cNvSpPr/>
              <p:nvPr/>
            </p:nvSpPr>
            <p:spPr>
              <a:xfrm>
                <a:off x="557763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88" y="231"/>
                      <a:pt x="232" y="176"/>
                      <a:pt x="232" y="110"/>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8" name="Google Shape;48328;p35"/>
              <p:cNvSpPr/>
              <p:nvPr/>
            </p:nvSpPr>
            <p:spPr>
              <a:xfrm>
                <a:off x="5761468" y="2821448"/>
                <a:ext cx="21540" cy="21952"/>
              </a:xfrm>
              <a:custGeom>
                <a:avLst/>
                <a:gdLst/>
                <a:ahLst/>
                <a:cxnLst/>
                <a:rect l="l" t="t" r="r" b="b"/>
                <a:pathLst>
                  <a:path w="232" h="232" extrusionOk="0">
                    <a:moveTo>
                      <a:pt x="110" y="1"/>
                    </a:moveTo>
                    <a:cubicBezTo>
                      <a:pt x="44" y="1"/>
                      <a:pt x="0" y="45"/>
                      <a:pt x="0" y="110"/>
                    </a:cubicBezTo>
                    <a:cubicBezTo>
                      <a:pt x="0" y="176"/>
                      <a:pt x="44" y="231"/>
                      <a:pt x="110" y="231"/>
                    </a:cubicBezTo>
                    <a:cubicBezTo>
                      <a:pt x="176" y="231"/>
                      <a:pt x="231" y="176"/>
                      <a:pt x="231" y="110"/>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9" name="Google Shape;48329;p35"/>
              <p:cNvSpPr/>
              <p:nvPr/>
            </p:nvSpPr>
            <p:spPr>
              <a:xfrm>
                <a:off x="594418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0" name="Google Shape;48330;p35"/>
              <p:cNvSpPr/>
              <p:nvPr/>
            </p:nvSpPr>
            <p:spPr>
              <a:xfrm>
                <a:off x="612699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1" name="Google Shape;48331;p35"/>
              <p:cNvSpPr/>
              <p:nvPr/>
            </p:nvSpPr>
            <p:spPr>
              <a:xfrm>
                <a:off x="6310739"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2" name="Google Shape;48332;p35"/>
              <p:cNvSpPr/>
              <p:nvPr/>
            </p:nvSpPr>
            <p:spPr>
              <a:xfrm>
                <a:off x="649355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3" name="Google Shape;48333;p35"/>
              <p:cNvSpPr/>
              <p:nvPr/>
            </p:nvSpPr>
            <p:spPr>
              <a:xfrm>
                <a:off x="6677291"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4" name="Google Shape;48334;p35"/>
              <p:cNvSpPr/>
              <p:nvPr/>
            </p:nvSpPr>
            <p:spPr>
              <a:xfrm>
                <a:off x="686010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5" name="Google Shape;48335;p35"/>
              <p:cNvSpPr/>
              <p:nvPr/>
            </p:nvSpPr>
            <p:spPr>
              <a:xfrm>
                <a:off x="7043843"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6" name="Google Shape;48336;p35"/>
              <p:cNvSpPr/>
              <p:nvPr/>
            </p:nvSpPr>
            <p:spPr>
              <a:xfrm>
                <a:off x="722665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7" name="Google Shape;48337;p35"/>
              <p:cNvSpPr/>
              <p:nvPr/>
            </p:nvSpPr>
            <p:spPr>
              <a:xfrm>
                <a:off x="7410395" y="2821448"/>
                <a:ext cx="21540" cy="21952"/>
              </a:xfrm>
              <a:custGeom>
                <a:avLst/>
                <a:gdLst/>
                <a:ahLst/>
                <a:cxnLst/>
                <a:rect l="l" t="t" r="r" b="b"/>
                <a:pathLst>
                  <a:path w="232" h="232" extrusionOk="0">
                    <a:moveTo>
                      <a:pt x="122" y="1"/>
                    </a:moveTo>
                    <a:cubicBezTo>
                      <a:pt x="56" y="1"/>
                      <a:pt x="1" y="45"/>
                      <a:pt x="1" y="110"/>
                    </a:cubicBezTo>
                    <a:cubicBezTo>
                      <a:pt x="1" y="176"/>
                      <a:pt x="56" y="231"/>
                      <a:pt x="122" y="231"/>
                    </a:cubicBezTo>
                    <a:cubicBezTo>
                      <a:pt x="177" y="231"/>
                      <a:pt x="232" y="176"/>
                      <a:pt x="232" y="110"/>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8" name="Google Shape;48338;p35"/>
              <p:cNvSpPr/>
              <p:nvPr/>
            </p:nvSpPr>
            <p:spPr>
              <a:xfrm>
                <a:off x="7593207"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9" name="Google Shape;48339;p35"/>
              <p:cNvSpPr/>
              <p:nvPr/>
            </p:nvSpPr>
            <p:spPr>
              <a:xfrm>
                <a:off x="7776947"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0" name="Google Shape;48340;p35"/>
              <p:cNvSpPr/>
              <p:nvPr/>
            </p:nvSpPr>
            <p:spPr>
              <a:xfrm>
                <a:off x="7959759"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1" name="Google Shape;48341;p35"/>
              <p:cNvSpPr/>
              <p:nvPr/>
            </p:nvSpPr>
            <p:spPr>
              <a:xfrm>
                <a:off x="8143500"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2" name="Google Shape;48342;p35"/>
              <p:cNvSpPr/>
              <p:nvPr/>
            </p:nvSpPr>
            <p:spPr>
              <a:xfrm>
                <a:off x="8326311"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3" name="Google Shape;48343;p35"/>
              <p:cNvSpPr/>
              <p:nvPr/>
            </p:nvSpPr>
            <p:spPr>
              <a:xfrm>
                <a:off x="8510052"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4" name="Google Shape;48344;p35"/>
              <p:cNvSpPr/>
              <p:nvPr/>
            </p:nvSpPr>
            <p:spPr>
              <a:xfrm>
                <a:off x="8692863"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5" name="Google Shape;48345;p35"/>
              <p:cNvSpPr/>
              <p:nvPr/>
            </p:nvSpPr>
            <p:spPr>
              <a:xfrm>
                <a:off x="8876604" y="2821448"/>
                <a:ext cx="21540" cy="21952"/>
              </a:xfrm>
              <a:custGeom>
                <a:avLst/>
                <a:gdLst/>
                <a:ahLst/>
                <a:cxnLst/>
                <a:rect l="l" t="t" r="r" b="b"/>
                <a:pathLst>
                  <a:path w="232" h="232" extrusionOk="0">
                    <a:moveTo>
                      <a:pt x="111" y="1"/>
                    </a:moveTo>
                    <a:cubicBezTo>
                      <a:pt x="56" y="1"/>
                      <a:pt x="1" y="45"/>
                      <a:pt x="1" y="110"/>
                    </a:cubicBezTo>
                    <a:cubicBezTo>
                      <a:pt x="1" y="176"/>
                      <a:pt x="56" y="231"/>
                      <a:pt x="111" y="231"/>
                    </a:cubicBezTo>
                    <a:cubicBezTo>
                      <a:pt x="177" y="231"/>
                      <a:pt x="232" y="176"/>
                      <a:pt x="232" y="110"/>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6" name="Google Shape;48346;p35"/>
              <p:cNvSpPr/>
              <p:nvPr/>
            </p:nvSpPr>
            <p:spPr>
              <a:xfrm>
                <a:off x="9059415" y="2821448"/>
                <a:ext cx="22561" cy="21952"/>
              </a:xfrm>
              <a:custGeom>
                <a:avLst/>
                <a:gdLst/>
                <a:ahLst/>
                <a:cxnLst/>
                <a:rect l="l" t="t" r="r" b="b"/>
                <a:pathLst>
                  <a:path w="243" h="232" extrusionOk="0">
                    <a:moveTo>
                      <a:pt x="121" y="1"/>
                    </a:moveTo>
                    <a:cubicBezTo>
                      <a:pt x="55" y="1"/>
                      <a:pt x="0" y="45"/>
                      <a:pt x="0" y="110"/>
                    </a:cubicBezTo>
                    <a:cubicBezTo>
                      <a:pt x="0" y="176"/>
                      <a:pt x="55" y="231"/>
                      <a:pt x="121" y="231"/>
                    </a:cubicBezTo>
                    <a:cubicBezTo>
                      <a:pt x="187" y="231"/>
                      <a:pt x="242" y="176"/>
                      <a:pt x="242" y="110"/>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7" name="Google Shape;48347;p35"/>
            <p:cNvGrpSpPr/>
            <p:nvPr/>
          </p:nvGrpSpPr>
          <p:grpSpPr>
            <a:xfrm>
              <a:off x="70735" y="2989239"/>
              <a:ext cx="9002530" cy="22898"/>
              <a:chOff x="79447" y="2991102"/>
              <a:chExt cx="9002530" cy="22898"/>
            </a:xfrm>
          </p:grpSpPr>
          <p:sp>
            <p:nvSpPr>
              <p:cNvPr id="48348" name="Google Shape;48348;p35"/>
              <p:cNvSpPr/>
              <p:nvPr/>
            </p:nvSpPr>
            <p:spPr>
              <a:xfrm>
                <a:off x="7944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9" name="Google Shape;48349;p35"/>
              <p:cNvSpPr/>
              <p:nvPr/>
            </p:nvSpPr>
            <p:spPr>
              <a:xfrm>
                <a:off x="263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0" name="Google Shape;48350;p35"/>
              <p:cNvSpPr/>
              <p:nvPr/>
            </p:nvSpPr>
            <p:spPr>
              <a:xfrm>
                <a:off x="445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1" name="Google Shape;48351;p35"/>
              <p:cNvSpPr/>
              <p:nvPr/>
            </p:nvSpPr>
            <p:spPr>
              <a:xfrm>
                <a:off x="629739"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2" name="Google Shape;48352;p35"/>
              <p:cNvSpPr/>
              <p:nvPr/>
            </p:nvSpPr>
            <p:spPr>
              <a:xfrm>
                <a:off x="812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3" name="Google Shape;48353;p35"/>
              <p:cNvSpPr/>
              <p:nvPr/>
            </p:nvSpPr>
            <p:spPr>
              <a:xfrm>
                <a:off x="996291"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4" name="Google Shape;48354;p35"/>
              <p:cNvSpPr/>
              <p:nvPr/>
            </p:nvSpPr>
            <p:spPr>
              <a:xfrm>
                <a:off x="1179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5" name="Google Shape;48355;p35"/>
              <p:cNvSpPr/>
              <p:nvPr/>
            </p:nvSpPr>
            <p:spPr>
              <a:xfrm>
                <a:off x="136284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6" name="Google Shape;48356;p35"/>
              <p:cNvSpPr/>
              <p:nvPr/>
            </p:nvSpPr>
            <p:spPr>
              <a:xfrm>
                <a:off x="1545655"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7" name="Google Shape;48357;p35"/>
              <p:cNvSpPr/>
              <p:nvPr/>
            </p:nvSpPr>
            <p:spPr>
              <a:xfrm>
                <a:off x="1729396"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8" name="Google Shape;48358;p35"/>
              <p:cNvSpPr/>
              <p:nvPr/>
            </p:nvSpPr>
            <p:spPr>
              <a:xfrm>
                <a:off x="1912207"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9" name="Google Shape;48359;p35"/>
              <p:cNvSpPr/>
              <p:nvPr/>
            </p:nvSpPr>
            <p:spPr>
              <a:xfrm>
                <a:off x="2095948" y="2991102"/>
                <a:ext cx="21540" cy="22898"/>
              </a:xfrm>
              <a:custGeom>
                <a:avLst/>
                <a:gdLst/>
                <a:ahLst/>
                <a:cxnLst/>
                <a:rect l="l" t="t" r="r" b="b"/>
                <a:pathLst>
                  <a:path w="232" h="242"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0" name="Google Shape;48360;p35"/>
              <p:cNvSpPr/>
              <p:nvPr/>
            </p:nvSpPr>
            <p:spPr>
              <a:xfrm>
                <a:off x="2278759" y="2991102"/>
                <a:ext cx="22468" cy="22898"/>
              </a:xfrm>
              <a:custGeom>
                <a:avLst/>
                <a:gdLst/>
                <a:ahLst/>
                <a:cxnLst/>
                <a:rect l="l" t="t" r="r" b="b"/>
                <a:pathLst>
                  <a:path w="242"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1" name="Google Shape;48361;p35"/>
              <p:cNvSpPr/>
              <p:nvPr/>
            </p:nvSpPr>
            <p:spPr>
              <a:xfrm>
                <a:off x="246250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2" name="Google Shape;48362;p35"/>
              <p:cNvSpPr/>
              <p:nvPr/>
            </p:nvSpPr>
            <p:spPr>
              <a:xfrm>
                <a:off x="264521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3" name="Google Shape;48363;p35"/>
              <p:cNvSpPr/>
              <p:nvPr/>
            </p:nvSpPr>
            <p:spPr>
              <a:xfrm>
                <a:off x="282905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4" name="Google Shape;48364;p35"/>
              <p:cNvSpPr/>
              <p:nvPr/>
            </p:nvSpPr>
            <p:spPr>
              <a:xfrm>
                <a:off x="301177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5" name="Google Shape;48365;p35"/>
              <p:cNvSpPr/>
              <p:nvPr/>
            </p:nvSpPr>
            <p:spPr>
              <a:xfrm>
                <a:off x="319560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6" name="Google Shape;48366;p35"/>
              <p:cNvSpPr/>
              <p:nvPr/>
            </p:nvSpPr>
            <p:spPr>
              <a:xfrm>
                <a:off x="337832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7" name="Google Shape;48367;p35"/>
              <p:cNvSpPr/>
              <p:nvPr/>
            </p:nvSpPr>
            <p:spPr>
              <a:xfrm>
                <a:off x="356215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8" name="Google Shape;48368;p35"/>
              <p:cNvSpPr/>
              <p:nvPr/>
            </p:nvSpPr>
            <p:spPr>
              <a:xfrm>
                <a:off x="374487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9" name="Google Shape;48369;p35"/>
              <p:cNvSpPr/>
              <p:nvPr/>
            </p:nvSpPr>
            <p:spPr>
              <a:xfrm>
                <a:off x="392870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0" name="Google Shape;48370;p35"/>
              <p:cNvSpPr/>
              <p:nvPr/>
            </p:nvSpPr>
            <p:spPr>
              <a:xfrm>
                <a:off x="4111427"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1" name="Google Shape;48371;p35"/>
              <p:cNvSpPr/>
              <p:nvPr/>
            </p:nvSpPr>
            <p:spPr>
              <a:xfrm>
                <a:off x="4295260"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2" name="Google Shape;48372;p35"/>
              <p:cNvSpPr/>
              <p:nvPr/>
            </p:nvSpPr>
            <p:spPr>
              <a:xfrm>
                <a:off x="447797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3" name="Google Shape;48373;p35"/>
              <p:cNvSpPr/>
              <p:nvPr/>
            </p:nvSpPr>
            <p:spPr>
              <a:xfrm>
                <a:off x="4661812"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4" name="Google Shape;48374;p35"/>
              <p:cNvSpPr/>
              <p:nvPr/>
            </p:nvSpPr>
            <p:spPr>
              <a:xfrm>
                <a:off x="484453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5" name="Google Shape;48375;p35"/>
              <p:cNvSpPr/>
              <p:nvPr/>
            </p:nvSpPr>
            <p:spPr>
              <a:xfrm>
                <a:off x="5028364"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6" name="Google Shape;48376;p35"/>
              <p:cNvSpPr/>
              <p:nvPr/>
            </p:nvSpPr>
            <p:spPr>
              <a:xfrm>
                <a:off x="521108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7" name="Google Shape;48377;p35"/>
              <p:cNvSpPr/>
              <p:nvPr/>
            </p:nvSpPr>
            <p:spPr>
              <a:xfrm>
                <a:off x="5394916"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8" name="Google Shape;48378;p35"/>
              <p:cNvSpPr/>
              <p:nvPr/>
            </p:nvSpPr>
            <p:spPr>
              <a:xfrm>
                <a:off x="557763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9" name="Google Shape;48379;p35"/>
              <p:cNvSpPr/>
              <p:nvPr/>
            </p:nvSpPr>
            <p:spPr>
              <a:xfrm>
                <a:off x="5761468" y="2991102"/>
                <a:ext cx="21540" cy="22898"/>
              </a:xfrm>
              <a:custGeom>
                <a:avLst/>
                <a:gdLst/>
                <a:ahLst/>
                <a:cxnLst/>
                <a:rect l="l" t="t" r="r" b="b"/>
                <a:pathLst>
                  <a:path w="232" h="242"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0" name="Google Shape;48380;p35"/>
              <p:cNvSpPr/>
              <p:nvPr/>
            </p:nvSpPr>
            <p:spPr>
              <a:xfrm>
                <a:off x="594418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1" name="Google Shape;48381;p35"/>
              <p:cNvSpPr/>
              <p:nvPr/>
            </p:nvSpPr>
            <p:spPr>
              <a:xfrm>
                <a:off x="612699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2" name="Google Shape;48382;p35"/>
              <p:cNvSpPr/>
              <p:nvPr/>
            </p:nvSpPr>
            <p:spPr>
              <a:xfrm>
                <a:off x="6310739"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3" name="Google Shape;48383;p35"/>
              <p:cNvSpPr/>
              <p:nvPr/>
            </p:nvSpPr>
            <p:spPr>
              <a:xfrm>
                <a:off x="649355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4" name="Google Shape;48384;p35"/>
              <p:cNvSpPr/>
              <p:nvPr/>
            </p:nvSpPr>
            <p:spPr>
              <a:xfrm>
                <a:off x="6677291"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5" name="Google Shape;48385;p35"/>
              <p:cNvSpPr/>
              <p:nvPr/>
            </p:nvSpPr>
            <p:spPr>
              <a:xfrm>
                <a:off x="686010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6" name="Google Shape;48386;p35"/>
              <p:cNvSpPr/>
              <p:nvPr/>
            </p:nvSpPr>
            <p:spPr>
              <a:xfrm>
                <a:off x="7043843"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7" name="Google Shape;48387;p35"/>
              <p:cNvSpPr/>
              <p:nvPr/>
            </p:nvSpPr>
            <p:spPr>
              <a:xfrm>
                <a:off x="722665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8" name="Google Shape;48388;p35"/>
              <p:cNvSpPr/>
              <p:nvPr/>
            </p:nvSpPr>
            <p:spPr>
              <a:xfrm>
                <a:off x="7410395" y="2991102"/>
                <a:ext cx="21540" cy="22898"/>
              </a:xfrm>
              <a:custGeom>
                <a:avLst/>
                <a:gdLst/>
                <a:ahLst/>
                <a:cxnLst/>
                <a:rect l="l" t="t" r="r" b="b"/>
                <a:pathLst>
                  <a:path w="232" h="242"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9" name="Google Shape;48389;p35"/>
              <p:cNvSpPr/>
              <p:nvPr/>
            </p:nvSpPr>
            <p:spPr>
              <a:xfrm>
                <a:off x="7593207"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0" name="Google Shape;48390;p35"/>
              <p:cNvSpPr/>
              <p:nvPr/>
            </p:nvSpPr>
            <p:spPr>
              <a:xfrm>
                <a:off x="7776947"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1" name="Google Shape;48391;p35"/>
              <p:cNvSpPr/>
              <p:nvPr/>
            </p:nvSpPr>
            <p:spPr>
              <a:xfrm>
                <a:off x="7959759"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2" name="Google Shape;48392;p35"/>
              <p:cNvSpPr/>
              <p:nvPr/>
            </p:nvSpPr>
            <p:spPr>
              <a:xfrm>
                <a:off x="8143500"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3" name="Google Shape;48393;p35"/>
              <p:cNvSpPr/>
              <p:nvPr/>
            </p:nvSpPr>
            <p:spPr>
              <a:xfrm>
                <a:off x="8326311"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4" name="Google Shape;48394;p35"/>
              <p:cNvSpPr/>
              <p:nvPr/>
            </p:nvSpPr>
            <p:spPr>
              <a:xfrm>
                <a:off x="8510052"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5" name="Google Shape;48395;p35"/>
              <p:cNvSpPr/>
              <p:nvPr/>
            </p:nvSpPr>
            <p:spPr>
              <a:xfrm>
                <a:off x="8692863"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6" name="Google Shape;48396;p35"/>
              <p:cNvSpPr/>
              <p:nvPr/>
            </p:nvSpPr>
            <p:spPr>
              <a:xfrm>
                <a:off x="8876604" y="2991102"/>
                <a:ext cx="21540" cy="22898"/>
              </a:xfrm>
              <a:custGeom>
                <a:avLst/>
                <a:gdLst/>
                <a:ahLst/>
                <a:cxnLst/>
                <a:rect l="l" t="t" r="r" b="b"/>
                <a:pathLst>
                  <a:path w="232" h="242"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7" name="Google Shape;48397;p35"/>
              <p:cNvSpPr/>
              <p:nvPr/>
            </p:nvSpPr>
            <p:spPr>
              <a:xfrm>
                <a:off x="9059415" y="2991102"/>
                <a:ext cx="22561" cy="22898"/>
              </a:xfrm>
              <a:custGeom>
                <a:avLst/>
                <a:gdLst/>
                <a:ahLst/>
                <a:cxnLst/>
                <a:rect l="l" t="t" r="r" b="b"/>
                <a:pathLst>
                  <a:path w="243" h="242"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98" name="Google Shape;48398;p35"/>
            <p:cNvGrpSpPr/>
            <p:nvPr/>
          </p:nvGrpSpPr>
          <p:grpSpPr>
            <a:xfrm>
              <a:off x="70735" y="3161552"/>
              <a:ext cx="9002530" cy="21952"/>
              <a:chOff x="79447" y="3161701"/>
              <a:chExt cx="9002530" cy="21952"/>
            </a:xfrm>
          </p:grpSpPr>
          <p:sp>
            <p:nvSpPr>
              <p:cNvPr id="48399" name="Google Shape;48399;p35"/>
              <p:cNvSpPr/>
              <p:nvPr/>
            </p:nvSpPr>
            <p:spPr>
              <a:xfrm>
                <a:off x="7944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0" name="Google Shape;48400;p35"/>
              <p:cNvSpPr/>
              <p:nvPr/>
            </p:nvSpPr>
            <p:spPr>
              <a:xfrm>
                <a:off x="263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1" name="Google Shape;48401;p35"/>
              <p:cNvSpPr/>
              <p:nvPr/>
            </p:nvSpPr>
            <p:spPr>
              <a:xfrm>
                <a:off x="445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2" name="Google Shape;48402;p35"/>
              <p:cNvSpPr/>
              <p:nvPr/>
            </p:nvSpPr>
            <p:spPr>
              <a:xfrm>
                <a:off x="629739"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3" name="Google Shape;48403;p35"/>
              <p:cNvSpPr/>
              <p:nvPr/>
            </p:nvSpPr>
            <p:spPr>
              <a:xfrm>
                <a:off x="812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4" name="Google Shape;48404;p35"/>
              <p:cNvSpPr/>
              <p:nvPr/>
            </p:nvSpPr>
            <p:spPr>
              <a:xfrm>
                <a:off x="996291"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5" name="Google Shape;48405;p35"/>
              <p:cNvSpPr/>
              <p:nvPr/>
            </p:nvSpPr>
            <p:spPr>
              <a:xfrm>
                <a:off x="1179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6" name="Google Shape;48406;p35"/>
              <p:cNvSpPr/>
              <p:nvPr/>
            </p:nvSpPr>
            <p:spPr>
              <a:xfrm>
                <a:off x="136284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7" name="Google Shape;48407;p35"/>
              <p:cNvSpPr/>
              <p:nvPr/>
            </p:nvSpPr>
            <p:spPr>
              <a:xfrm>
                <a:off x="1545655"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8" name="Google Shape;48408;p35"/>
              <p:cNvSpPr/>
              <p:nvPr/>
            </p:nvSpPr>
            <p:spPr>
              <a:xfrm>
                <a:off x="1729396"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6" y="232"/>
                      <a:pt x="231" y="177"/>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9" name="Google Shape;48409;p35"/>
              <p:cNvSpPr/>
              <p:nvPr/>
            </p:nvSpPr>
            <p:spPr>
              <a:xfrm>
                <a:off x="1912207"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0" name="Google Shape;48410;p35"/>
              <p:cNvSpPr/>
              <p:nvPr/>
            </p:nvSpPr>
            <p:spPr>
              <a:xfrm>
                <a:off x="2095948" y="3161701"/>
                <a:ext cx="21540" cy="21952"/>
              </a:xfrm>
              <a:custGeom>
                <a:avLst/>
                <a:gdLst/>
                <a:ahLst/>
                <a:cxnLst/>
                <a:rect l="l" t="t" r="r" b="b"/>
                <a:pathLst>
                  <a:path w="232" h="232" extrusionOk="0">
                    <a:moveTo>
                      <a:pt x="110" y="1"/>
                    </a:moveTo>
                    <a:cubicBezTo>
                      <a:pt x="45" y="1"/>
                      <a:pt x="1" y="56"/>
                      <a:pt x="1" y="122"/>
                    </a:cubicBezTo>
                    <a:cubicBezTo>
                      <a:pt x="1" y="177"/>
                      <a:pt x="45"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1" name="Google Shape;48411;p35"/>
              <p:cNvSpPr/>
              <p:nvPr/>
            </p:nvSpPr>
            <p:spPr>
              <a:xfrm>
                <a:off x="2278759" y="3161701"/>
                <a:ext cx="22468" cy="21952"/>
              </a:xfrm>
              <a:custGeom>
                <a:avLst/>
                <a:gdLst/>
                <a:ahLst/>
                <a:cxnLst/>
                <a:rect l="l" t="t" r="r" b="b"/>
                <a:pathLst>
                  <a:path w="242"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2" name="Google Shape;48412;p35"/>
              <p:cNvSpPr/>
              <p:nvPr/>
            </p:nvSpPr>
            <p:spPr>
              <a:xfrm>
                <a:off x="246250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3" name="Google Shape;48413;p35"/>
              <p:cNvSpPr/>
              <p:nvPr/>
            </p:nvSpPr>
            <p:spPr>
              <a:xfrm>
                <a:off x="264521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4" name="Google Shape;48414;p35"/>
              <p:cNvSpPr/>
              <p:nvPr/>
            </p:nvSpPr>
            <p:spPr>
              <a:xfrm>
                <a:off x="282905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5" name="Google Shape;48415;p35"/>
              <p:cNvSpPr/>
              <p:nvPr/>
            </p:nvSpPr>
            <p:spPr>
              <a:xfrm>
                <a:off x="301177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6" name="Google Shape;48416;p35"/>
              <p:cNvSpPr/>
              <p:nvPr/>
            </p:nvSpPr>
            <p:spPr>
              <a:xfrm>
                <a:off x="319560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7" name="Google Shape;48417;p35"/>
              <p:cNvSpPr/>
              <p:nvPr/>
            </p:nvSpPr>
            <p:spPr>
              <a:xfrm>
                <a:off x="337832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8" name="Google Shape;48418;p35"/>
              <p:cNvSpPr/>
              <p:nvPr/>
            </p:nvSpPr>
            <p:spPr>
              <a:xfrm>
                <a:off x="356215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9" name="Google Shape;48419;p35"/>
              <p:cNvSpPr/>
              <p:nvPr/>
            </p:nvSpPr>
            <p:spPr>
              <a:xfrm>
                <a:off x="374487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0" name="Google Shape;48420;p35"/>
              <p:cNvSpPr/>
              <p:nvPr/>
            </p:nvSpPr>
            <p:spPr>
              <a:xfrm>
                <a:off x="392870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1" name="Google Shape;48421;p35"/>
              <p:cNvSpPr/>
              <p:nvPr/>
            </p:nvSpPr>
            <p:spPr>
              <a:xfrm>
                <a:off x="4111427"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2" name="Google Shape;48422;p35"/>
              <p:cNvSpPr/>
              <p:nvPr/>
            </p:nvSpPr>
            <p:spPr>
              <a:xfrm>
                <a:off x="4295260"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3" name="Google Shape;48423;p35"/>
              <p:cNvSpPr/>
              <p:nvPr/>
            </p:nvSpPr>
            <p:spPr>
              <a:xfrm>
                <a:off x="447797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4" name="Google Shape;48424;p35"/>
              <p:cNvSpPr/>
              <p:nvPr/>
            </p:nvSpPr>
            <p:spPr>
              <a:xfrm>
                <a:off x="4661812"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5" name="Google Shape;48425;p35"/>
              <p:cNvSpPr/>
              <p:nvPr/>
            </p:nvSpPr>
            <p:spPr>
              <a:xfrm>
                <a:off x="484453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6" name="Google Shape;48426;p35"/>
              <p:cNvSpPr/>
              <p:nvPr/>
            </p:nvSpPr>
            <p:spPr>
              <a:xfrm>
                <a:off x="5028364"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7" name="Google Shape;48427;p35"/>
              <p:cNvSpPr/>
              <p:nvPr/>
            </p:nvSpPr>
            <p:spPr>
              <a:xfrm>
                <a:off x="521108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8" name="Google Shape;48428;p35"/>
              <p:cNvSpPr/>
              <p:nvPr/>
            </p:nvSpPr>
            <p:spPr>
              <a:xfrm>
                <a:off x="5394916"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9" name="Google Shape;48429;p35"/>
              <p:cNvSpPr/>
              <p:nvPr/>
            </p:nvSpPr>
            <p:spPr>
              <a:xfrm>
                <a:off x="557763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88" y="232"/>
                      <a:pt x="232" y="177"/>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0" name="Google Shape;48430;p35"/>
              <p:cNvSpPr/>
              <p:nvPr/>
            </p:nvSpPr>
            <p:spPr>
              <a:xfrm>
                <a:off x="5761468" y="3161701"/>
                <a:ext cx="21540" cy="21952"/>
              </a:xfrm>
              <a:custGeom>
                <a:avLst/>
                <a:gdLst/>
                <a:ahLst/>
                <a:cxnLst/>
                <a:rect l="l" t="t" r="r" b="b"/>
                <a:pathLst>
                  <a:path w="232" h="232" extrusionOk="0">
                    <a:moveTo>
                      <a:pt x="110" y="1"/>
                    </a:moveTo>
                    <a:cubicBezTo>
                      <a:pt x="44" y="1"/>
                      <a:pt x="0" y="56"/>
                      <a:pt x="0" y="122"/>
                    </a:cubicBezTo>
                    <a:cubicBezTo>
                      <a:pt x="0" y="177"/>
                      <a:pt x="44" y="232"/>
                      <a:pt x="110" y="232"/>
                    </a:cubicBezTo>
                    <a:cubicBezTo>
                      <a:pt x="176" y="232"/>
                      <a:pt x="231" y="177"/>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1" name="Google Shape;48431;p35"/>
              <p:cNvSpPr/>
              <p:nvPr/>
            </p:nvSpPr>
            <p:spPr>
              <a:xfrm>
                <a:off x="594418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2" name="Google Shape;48432;p35"/>
              <p:cNvSpPr/>
              <p:nvPr/>
            </p:nvSpPr>
            <p:spPr>
              <a:xfrm>
                <a:off x="612699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3" name="Google Shape;48433;p35"/>
              <p:cNvSpPr/>
              <p:nvPr/>
            </p:nvSpPr>
            <p:spPr>
              <a:xfrm>
                <a:off x="6310739"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4" name="Google Shape;48434;p35"/>
              <p:cNvSpPr/>
              <p:nvPr/>
            </p:nvSpPr>
            <p:spPr>
              <a:xfrm>
                <a:off x="649355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5" name="Google Shape;48435;p35"/>
              <p:cNvSpPr/>
              <p:nvPr/>
            </p:nvSpPr>
            <p:spPr>
              <a:xfrm>
                <a:off x="6677291"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6" name="Google Shape;48436;p35"/>
              <p:cNvSpPr/>
              <p:nvPr/>
            </p:nvSpPr>
            <p:spPr>
              <a:xfrm>
                <a:off x="686010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7" name="Google Shape;48437;p35"/>
              <p:cNvSpPr/>
              <p:nvPr/>
            </p:nvSpPr>
            <p:spPr>
              <a:xfrm>
                <a:off x="7043843"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8" name="Google Shape;48438;p35"/>
              <p:cNvSpPr/>
              <p:nvPr/>
            </p:nvSpPr>
            <p:spPr>
              <a:xfrm>
                <a:off x="722665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9" name="Google Shape;48439;p35"/>
              <p:cNvSpPr/>
              <p:nvPr/>
            </p:nvSpPr>
            <p:spPr>
              <a:xfrm>
                <a:off x="7410395" y="3161701"/>
                <a:ext cx="21540" cy="21952"/>
              </a:xfrm>
              <a:custGeom>
                <a:avLst/>
                <a:gdLst/>
                <a:ahLst/>
                <a:cxnLst/>
                <a:rect l="l" t="t" r="r" b="b"/>
                <a:pathLst>
                  <a:path w="232" h="232" extrusionOk="0">
                    <a:moveTo>
                      <a:pt x="122" y="1"/>
                    </a:moveTo>
                    <a:cubicBezTo>
                      <a:pt x="56" y="1"/>
                      <a:pt x="1" y="56"/>
                      <a:pt x="1" y="122"/>
                    </a:cubicBezTo>
                    <a:cubicBezTo>
                      <a:pt x="1" y="177"/>
                      <a:pt x="56" y="232"/>
                      <a:pt x="122" y="232"/>
                    </a:cubicBezTo>
                    <a:cubicBezTo>
                      <a:pt x="177" y="232"/>
                      <a:pt x="232" y="177"/>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0" name="Google Shape;48440;p35"/>
              <p:cNvSpPr/>
              <p:nvPr/>
            </p:nvSpPr>
            <p:spPr>
              <a:xfrm>
                <a:off x="7593207"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1" name="Google Shape;48441;p35"/>
              <p:cNvSpPr/>
              <p:nvPr/>
            </p:nvSpPr>
            <p:spPr>
              <a:xfrm>
                <a:off x="7776947"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2" name="Google Shape;48442;p35"/>
              <p:cNvSpPr/>
              <p:nvPr/>
            </p:nvSpPr>
            <p:spPr>
              <a:xfrm>
                <a:off x="7959759"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3" name="Google Shape;48443;p35"/>
              <p:cNvSpPr/>
              <p:nvPr/>
            </p:nvSpPr>
            <p:spPr>
              <a:xfrm>
                <a:off x="8143500"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4" name="Google Shape;48444;p35"/>
              <p:cNvSpPr/>
              <p:nvPr/>
            </p:nvSpPr>
            <p:spPr>
              <a:xfrm>
                <a:off x="8326311"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5" name="Google Shape;48445;p35"/>
              <p:cNvSpPr/>
              <p:nvPr/>
            </p:nvSpPr>
            <p:spPr>
              <a:xfrm>
                <a:off x="8510052"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6" name="Google Shape;48446;p35"/>
              <p:cNvSpPr/>
              <p:nvPr/>
            </p:nvSpPr>
            <p:spPr>
              <a:xfrm>
                <a:off x="8692863"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7" name="Google Shape;48447;p35"/>
              <p:cNvSpPr/>
              <p:nvPr/>
            </p:nvSpPr>
            <p:spPr>
              <a:xfrm>
                <a:off x="8876604" y="3161701"/>
                <a:ext cx="21540" cy="21952"/>
              </a:xfrm>
              <a:custGeom>
                <a:avLst/>
                <a:gdLst/>
                <a:ahLst/>
                <a:cxnLst/>
                <a:rect l="l" t="t" r="r" b="b"/>
                <a:pathLst>
                  <a:path w="232" h="232" extrusionOk="0">
                    <a:moveTo>
                      <a:pt x="111" y="1"/>
                    </a:moveTo>
                    <a:cubicBezTo>
                      <a:pt x="56" y="1"/>
                      <a:pt x="1" y="56"/>
                      <a:pt x="1" y="122"/>
                    </a:cubicBezTo>
                    <a:cubicBezTo>
                      <a:pt x="1" y="177"/>
                      <a:pt x="56" y="232"/>
                      <a:pt x="111" y="232"/>
                    </a:cubicBezTo>
                    <a:cubicBezTo>
                      <a:pt x="177" y="232"/>
                      <a:pt x="232" y="177"/>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8" name="Google Shape;48448;p35"/>
              <p:cNvSpPr/>
              <p:nvPr/>
            </p:nvSpPr>
            <p:spPr>
              <a:xfrm>
                <a:off x="9059415" y="3161701"/>
                <a:ext cx="22561" cy="21952"/>
              </a:xfrm>
              <a:custGeom>
                <a:avLst/>
                <a:gdLst/>
                <a:ahLst/>
                <a:cxnLst/>
                <a:rect l="l" t="t" r="r" b="b"/>
                <a:pathLst>
                  <a:path w="243" h="232" extrusionOk="0">
                    <a:moveTo>
                      <a:pt x="121" y="1"/>
                    </a:moveTo>
                    <a:cubicBezTo>
                      <a:pt x="55" y="1"/>
                      <a:pt x="0" y="56"/>
                      <a:pt x="0" y="122"/>
                    </a:cubicBezTo>
                    <a:cubicBezTo>
                      <a:pt x="0" y="177"/>
                      <a:pt x="55" y="232"/>
                      <a:pt x="121" y="232"/>
                    </a:cubicBezTo>
                    <a:cubicBezTo>
                      <a:pt x="187" y="232"/>
                      <a:pt x="242" y="177"/>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9" name="Google Shape;48449;p35"/>
            <p:cNvGrpSpPr/>
            <p:nvPr/>
          </p:nvGrpSpPr>
          <p:grpSpPr>
            <a:xfrm>
              <a:off x="70735" y="3332919"/>
              <a:ext cx="9002530" cy="21952"/>
              <a:chOff x="79447" y="3332396"/>
              <a:chExt cx="9002530" cy="21952"/>
            </a:xfrm>
          </p:grpSpPr>
          <p:sp>
            <p:nvSpPr>
              <p:cNvPr id="48450" name="Google Shape;48450;p35"/>
              <p:cNvSpPr/>
              <p:nvPr/>
            </p:nvSpPr>
            <p:spPr>
              <a:xfrm>
                <a:off x="7944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1" name="Google Shape;48451;p35"/>
              <p:cNvSpPr/>
              <p:nvPr/>
            </p:nvSpPr>
            <p:spPr>
              <a:xfrm>
                <a:off x="263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2" name="Google Shape;48452;p35"/>
              <p:cNvSpPr/>
              <p:nvPr/>
            </p:nvSpPr>
            <p:spPr>
              <a:xfrm>
                <a:off x="445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3" name="Google Shape;48453;p35"/>
              <p:cNvSpPr/>
              <p:nvPr/>
            </p:nvSpPr>
            <p:spPr>
              <a:xfrm>
                <a:off x="629739"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4" name="Google Shape;48454;p35"/>
              <p:cNvSpPr/>
              <p:nvPr/>
            </p:nvSpPr>
            <p:spPr>
              <a:xfrm>
                <a:off x="812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5" name="Google Shape;48455;p35"/>
              <p:cNvSpPr/>
              <p:nvPr/>
            </p:nvSpPr>
            <p:spPr>
              <a:xfrm>
                <a:off x="996291"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6" name="Google Shape;48456;p35"/>
              <p:cNvSpPr/>
              <p:nvPr/>
            </p:nvSpPr>
            <p:spPr>
              <a:xfrm>
                <a:off x="1179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7" name="Google Shape;48457;p35"/>
              <p:cNvSpPr/>
              <p:nvPr/>
            </p:nvSpPr>
            <p:spPr>
              <a:xfrm>
                <a:off x="136284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8" name="Google Shape;48458;p35"/>
              <p:cNvSpPr/>
              <p:nvPr/>
            </p:nvSpPr>
            <p:spPr>
              <a:xfrm>
                <a:off x="1545655"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9" name="Google Shape;48459;p35"/>
              <p:cNvSpPr/>
              <p:nvPr/>
            </p:nvSpPr>
            <p:spPr>
              <a:xfrm>
                <a:off x="1729396"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0" name="Google Shape;48460;p35"/>
              <p:cNvSpPr/>
              <p:nvPr/>
            </p:nvSpPr>
            <p:spPr>
              <a:xfrm>
                <a:off x="1912207"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1" name="Google Shape;48461;p35"/>
              <p:cNvSpPr/>
              <p:nvPr/>
            </p:nvSpPr>
            <p:spPr>
              <a:xfrm>
                <a:off x="2095948" y="3332396"/>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2" name="Google Shape;48462;p35"/>
              <p:cNvSpPr/>
              <p:nvPr/>
            </p:nvSpPr>
            <p:spPr>
              <a:xfrm>
                <a:off x="2278759" y="3332396"/>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3" name="Google Shape;48463;p35"/>
              <p:cNvSpPr/>
              <p:nvPr/>
            </p:nvSpPr>
            <p:spPr>
              <a:xfrm>
                <a:off x="246250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4" name="Google Shape;48464;p35"/>
              <p:cNvSpPr/>
              <p:nvPr/>
            </p:nvSpPr>
            <p:spPr>
              <a:xfrm>
                <a:off x="264521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5" name="Google Shape;48465;p35"/>
              <p:cNvSpPr/>
              <p:nvPr/>
            </p:nvSpPr>
            <p:spPr>
              <a:xfrm>
                <a:off x="282905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6" name="Google Shape;48466;p35"/>
              <p:cNvSpPr/>
              <p:nvPr/>
            </p:nvSpPr>
            <p:spPr>
              <a:xfrm>
                <a:off x="301177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7" name="Google Shape;48467;p35"/>
              <p:cNvSpPr/>
              <p:nvPr/>
            </p:nvSpPr>
            <p:spPr>
              <a:xfrm>
                <a:off x="319560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8" name="Google Shape;48468;p35"/>
              <p:cNvSpPr/>
              <p:nvPr/>
            </p:nvSpPr>
            <p:spPr>
              <a:xfrm>
                <a:off x="337832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9" name="Google Shape;48469;p35"/>
              <p:cNvSpPr/>
              <p:nvPr/>
            </p:nvSpPr>
            <p:spPr>
              <a:xfrm>
                <a:off x="356215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0" name="Google Shape;48470;p35"/>
              <p:cNvSpPr/>
              <p:nvPr/>
            </p:nvSpPr>
            <p:spPr>
              <a:xfrm>
                <a:off x="374487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1" name="Google Shape;48471;p35"/>
              <p:cNvSpPr/>
              <p:nvPr/>
            </p:nvSpPr>
            <p:spPr>
              <a:xfrm>
                <a:off x="392870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2" name="Google Shape;48472;p35"/>
              <p:cNvSpPr/>
              <p:nvPr/>
            </p:nvSpPr>
            <p:spPr>
              <a:xfrm>
                <a:off x="4111427"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3" name="Google Shape;48473;p35"/>
              <p:cNvSpPr/>
              <p:nvPr/>
            </p:nvSpPr>
            <p:spPr>
              <a:xfrm>
                <a:off x="4295260"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4" name="Google Shape;48474;p35"/>
              <p:cNvSpPr/>
              <p:nvPr/>
            </p:nvSpPr>
            <p:spPr>
              <a:xfrm>
                <a:off x="447797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5" name="Google Shape;48475;p35"/>
              <p:cNvSpPr/>
              <p:nvPr/>
            </p:nvSpPr>
            <p:spPr>
              <a:xfrm>
                <a:off x="4661812"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6" name="Google Shape;48476;p35"/>
              <p:cNvSpPr/>
              <p:nvPr/>
            </p:nvSpPr>
            <p:spPr>
              <a:xfrm>
                <a:off x="484453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7" name="Google Shape;48477;p35"/>
              <p:cNvSpPr/>
              <p:nvPr/>
            </p:nvSpPr>
            <p:spPr>
              <a:xfrm>
                <a:off x="5028364"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8" name="Google Shape;48478;p35"/>
              <p:cNvSpPr/>
              <p:nvPr/>
            </p:nvSpPr>
            <p:spPr>
              <a:xfrm>
                <a:off x="521108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9" name="Google Shape;48479;p35"/>
              <p:cNvSpPr/>
              <p:nvPr/>
            </p:nvSpPr>
            <p:spPr>
              <a:xfrm>
                <a:off x="5394916"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0" name="Google Shape;48480;p35"/>
              <p:cNvSpPr/>
              <p:nvPr/>
            </p:nvSpPr>
            <p:spPr>
              <a:xfrm>
                <a:off x="557763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1" name="Google Shape;48481;p35"/>
              <p:cNvSpPr/>
              <p:nvPr/>
            </p:nvSpPr>
            <p:spPr>
              <a:xfrm>
                <a:off x="5761468" y="3332396"/>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2" name="Google Shape;48482;p35"/>
              <p:cNvSpPr/>
              <p:nvPr/>
            </p:nvSpPr>
            <p:spPr>
              <a:xfrm>
                <a:off x="594418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3" name="Google Shape;48483;p35"/>
              <p:cNvSpPr/>
              <p:nvPr/>
            </p:nvSpPr>
            <p:spPr>
              <a:xfrm>
                <a:off x="612699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4" name="Google Shape;48484;p35"/>
              <p:cNvSpPr/>
              <p:nvPr/>
            </p:nvSpPr>
            <p:spPr>
              <a:xfrm>
                <a:off x="6310739"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5" name="Google Shape;48485;p35"/>
              <p:cNvSpPr/>
              <p:nvPr/>
            </p:nvSpPr>
            <p:spPr>
              <a:xfrm>
                <a:off x="649355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6" name="Google Shape;48486;p35"/>
              <p:cNvSpPr/>
              <p:nvPr/>
            </p:nvSpPr>
            <p:spPr>
              <a:xfrm>
                <a:off x="6677291"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7" name="Google Shape;48487;p35"/>
              <p:cNvSpPr/>
              <p:nvPr/>
            </p:nvSpPr>
            <p:spPr>
              <a:xfrm>
                <a:off x="686010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8" name="Google Shape;48488;p35"/>
              <p:cNvSpPr/>
              <p:nvPr/>
            </p:nvSpPr>
            <p:spPr>
              <a:xfrm>
                <a:off x="7043843"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9" name="Google Shape;48489;p35"/>
              <p:cNvSpPr/>
              <p:nvPr/>
            </p:nvSpPr>
            <p:spPr>
              <a:xfrm>
                <a:off x="722665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0" name="Google Shape;48490;p35"/>
              <p:cNvSpPr/>
              <p:nvPr/>
            </p:nvSpPr>
            <p:spPr>
              <a:xfrm>
                <a:off x="7410395" y="3332396"/>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1" name="Google Shape;48491;p35"/>
              <p:cNvSpPr/>
              <p:nvPr/>
            </p:nvSpPr>
            <p:spPr>
              <a:xfrm>
                <a:off x="7593207"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2" name="Google Shape;48492;p35"/>
              <p:cNvSpPr/>
              <p:nvPr/>
            </p:nvSpPr>
            <p:spPr>
              <a:xfrm>
                <a:off x="7776947"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3" name="Google Shape;48493;p35"/>
              <p:cNvSpPr/>
              <p:nvPr/>
            </p:nvSpPr>
            <p:spPr>
              <a:xfrm>
                <a:off x="7959759"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4" name="Google Shape;48494;p35"/>
              <p:cNvSpPr/>
              <p:nvPr/>
            </p:nvSpPr>
            <p:spPr>
              <a:xfrm>
                <a:off x="8143500"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5" name="Google Shape;48495;p35"/>
              <p:cNvSpPr/>
              <p:nvPr/>
            </p:nvSpPr>
            <p:spPr>
              <a:xfrm>
                <a:off x="8326311"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6" name="Google Shape;48496;p35"/>
              <p:cNvSpPr/>
              <p:nvPr/>
            </p:nvSpPr>
            <p:spPr>
              <a:xfrm>
                <a:off x="8510052"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7" name="Google Shape;48497;p35"/>
              <p:cNvSpPr/>
              <p:nvPr/>
            </p:nvSpPr>
            <p:spPr>
              <a:xfrm>
                <a:off x="8692863"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8" name="Google Shape;48498;p35"/>
              <p:cNvSpPr/>
              <p:nvPr/>
            </p:nvSpPr>
            <p:spPr>
              <a:xfrm>
                <a:off x="8876604" y="3332396"/>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9" name="Google Shape;48499;p35"/>
              <p:cNvSpPr/>
              <p:nvPr/>
            </p:nvSpPr>
            <p:spPr>
              <a:xfrm>
                <a:off x="9059415" y="3332396"/>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00" name="Google Shape;48500;p35"/>
            <p:cNvGrpSpPr/>
            <p:nvPr/>
          </p:nvGrpSpPr>
          <p:grpSpPr>
            <a:xfrm>
              <a:off x="70735" y="3504286"/>
              <a:ext cx="9002530" cy="22993"/>
              <a:chOff x="79447" y="3501955"/>
              <a:chExt cx="9002530" cy="22993"/>
            </a:xfrm>
          </p:grpSpPr>
          <p:sp>
            <p:nvSpPr>
              <p:cNvPr id="48501" name="Google Shape;48501;p35"/>
              <p:cNvSpPr/>
              <p:nvPr/>
            </p:nvSpPr>
            <p:spPr>
              <a:xfrm>
                <a:off x="7944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2" name="Google Shape;48502;p35"/>
              <p:cNvSpPr/>
              <p:nvPr/>
            </p:nvSpPr>
            <p:spPr>
              <a:xfrm>
                <a:off x="263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3" name="Google Shape;48503;p35"/>
              <p:cNvSpPr/>
              <p:nvPr/>
            </p:nvSpPr>
            <p:spPr>
              <a:xfrm>
                <a:off x="445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4" name="Google Shape;48504;p35"/>
              <p:cNvSpPr/>
              <p:nvPr/>
            </p:nvSpPr>
            <p:spPr>
              <a:xfrm>
                <a:off x="629739"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5" name="Google Shape;48505;p35"/>
              <p:cNvSpPr/>
              <p:nvPr/>
            </p:nvSpPr>
            <p:spPr>
              <a:xfrm>
                <a:off x="812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6" name="Google Shape;48506;p35"/>
              <p:cNvSpPr/>
              <p:nvPr/>
            </p:nvSpPr>
            <p:spPr>
              <a:xfrm>
                <a:off x="996291"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7" name="Google Shape;48507;p35"/>
              <p:cNvSpPr/>
              <p:nvPr/>
            </p:nvSpPr>
            <p:spPr>
              <a:xfrm>
                <a:off x="1179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8" name="Google Shape;48508;p35"/>
              <p:cNvSpPr/>
              <p:nvPr/>
            </p:nvSpPr>
            <p:spPr>
              <a:xfrm>
                <a:off x="136284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9" name="Google Shape;48509;p35"/>
              <p:cNvSpPr/>
              <p:nvPr/>
            </p:nvSpPr>
            <p:spPr>
              <a:xfrm>
                <a:off x="1545655"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0" name="Google Shape;48510;p35"/>
              <p:cNvSpPr/>
              <p:nvPr/>
            </p:nvSpPr>
            <p:spPr>
              <a:xfrm>
                <a:off x="1729396"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1" name="Google Shape;48511;p35"/>
              <p:cNvSpPr/>
              <p:nvPr/>
            </p:nvSpPr>
            <p:spPr>
              <a:xfrm>
                <a:off x="1912207"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2" name="Google Shape;48512;p35"/>
              <p:cNvSpPr/>
              <p:nvPr/>
            </p:nvSpPr>
            <p:spPr>
              <a:xfrm>
                <a:off x="2095948" y="3501955"/>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3" name="Google Shape;48513;p35"/>
              <p:cNvSpPr/>
              <p:nvPr/>
            </p:nvSpPr>
            <p:spPr>
              <a:xfrm>
                <a:off x="2278759" y="3501955"/>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4" name="Google Shape;48514;p35"/>
              <p:cNvSpPr/>
              <p:nvPr/>
            </p:nvSpPr>
            <p:spPr>
              <a:xfrm>
                <a:off x="246250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5" name="Google Shape;48515;p35"/>
              <p:cNvSpPr/>
              <p:nvPr/>
            </p:nvSpPr>
            <p:spPr>
              <a:xfrm>
                <a:off x="264521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6" name="Google Shape;48516;p35"/>
              <p:cNvSpPr/>
              <p:nvPr/>
            </p:nvSpPr>
            <p:spPr>
              <a:xfrm>
                <a:off x="282905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7" name="Google Shape;48517;p35"/>
              <p:cNvSpPr/>
              <p:nvPr/>
            </p:nvSpPr>
            <p:spPr>
              <a:xfrm>
                <a:off x="301177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8" name="Google Shape;48518;p35"/>
              <p:cNvSpPr/>
              <p:nvPr/>
            </p:nvSpPr>
            <p:spPr>
              <a:xfrm>
                <a:off x="319560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9" name="Google Shape;48519;p35"/>
              <p:cNvSpPr/>
              <p:nvPr/>
            </p:nvSpPr>
            <p:spPr>
              <a:xfrm>
                <a:off x="337832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0" name="Google Shape;48520;p35"/>
              <p:cNvSpPr/>
              <p:nvPr/>
            </p:nvSpPr>
            <p:spPr>
              <a:xfrm>
                <a:off x="356215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1" name="Google Shape;48521;p35"/>
              <p:cNvSpPr/>
              <p:nvPr/>
            </p:nvSpPr>
            <p:spPr>
              <a:xfrm>
                <a:off x="374487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2" name="Google Shape;48522;p35"/>
              <p:cNvSpPr/>
              <p:nvPr/>
            </p:nvSpPr>
            <p:spPr>
              <a:xfrm>
                <a:off x="392870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3" name="Google Shape;48523;p35"/>
              <p:cNvSpPr/>
              <p:nvPr/>
            </p:nvSpPr>
            <p:spPr>
              <a:xfrm>
                <a:off x="4111427"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4" name="Google Shape;48524;p35"/>
              <p:cNvSpPr/>
              <p:nvPr/>
            </p:nvSpPr>
            <p:spPr>
              <a:xfrm>
                <a:off x="4295260"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5" name="Google Shape;48525;p35"/>
              <p:cNvSpPr/>
              <p:nvPr/>
            </p:nvSpPr>
            <p:spPr>
              <a:xfrm>
                <a:off x="447797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6" name="Google Shape;48526;p35"/>
              <p:cNvSpPr/>
              <p:nvPr/>
            </p:nvSpPr>
            <p:spPr>
              <a:xfrm>
                <a:off x="4661812"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7" name="Google Shape;48527;p35"/>
              <p:cNvSpPr/>
              <p:nvPr/>
            </p:nvSpPr>
            <p:spPr>
              <a:xfrm>
                <a:off x="484453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8" name="Google Shape;48528;p35"/>
              <p:cNvSpPr/>
              <p:nvPr/>
            </p:nvSpPr>
            <p:spPr>
              <a:xfrm>
                <a:off x="5028364"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9" name="Google Shape;48529;p35"/>
              <p:cNvSpPr/>
              <p:nvPr/>
            </p:nvSpPr>
            <p:spPr>
              <a:xfrm>
                <a:off x="521108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0" name="Google Shape;48530;p35"/>
              <p:cNvSpPr/>
              <p:nvPr/>
            </p:nvSpPr>
            <p:spPr>
              <a:xfrm>
                <a:off x="5394916"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1" name="Google Shape;48531;p35"/>
              <p:cNvSpPr/>
              <p:nvPr/>
            </p:nvSpPr>
            <p:spPr>
              <a:xfrm>
                <a:off x="557763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2" name="Google Shape;48532;p35"/>
              <p:cNvSpPr/>
              <p:nvPr/>
            </p:nvSpPr>
            <p:spPr>
              <a:xfrm>
                <a:off x="5761468" y="3501955"/>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3" name="Google Shape;48533;p35"/>
              <p:cNvSpPr/>
              <p:nvPr/>
            </p:nvSpPr>
            <p:spPr>
              <a:xfrm>
                <a:off x="594418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4" name="Google Shape;48534;p35"/>
              <p:cNvSpPr/>
              <p:nvPr/>
            </p:nvSpPr>
            <p:spPr>
              <a:xfrm>
                <a:off x="612699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5" name="Google Shape;48535;p35"/>
              <p:cNvSpPr/>
              <p:nvPr/>
            </p:nvSpPr>
            <p:spPr>
              <a:xfrm>
                <a:off x="6310739"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6" name="Google Shape;48536;p35"/>
              <p:cNvSpPr/>
              <p:nvPr/>
            </p:nvSpPr>
            <p:spPr>
              <a:xfrm>
                <a:off x="649355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7" name="Google Shape;48537;p35"/>
              <p:cNvSpPr/>
              <p:nvPr/>
            </p:nvSpPr>
            <p:spPr>
              <a:xfrm>
                <a:off x="6677291"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8" name="Google Shape;48538;p35"/>
              <p:cNvSpPr/>
              <p:nvPr/>
            </p:nvSpPr>
            <p:spPr>
              <a:xfrm>
                <a:off x="686010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9" name="Google Shape;48539;p35"/>
              <p:cNvSpPr/>
              <p:nvPr/>
            </p:nvSpPr>
            <p:spPr>
              <a:xfrm>
                <a:off x="7043843"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0" name="Google Shape;48540;p35"/>
              <p:cNvSpPr/>
              <p:nvPr/>
            </p:nvSpPr>
            <p:spPr>
              <a:xfrm>
                <a:off x="722665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1" name="Google Shape;48541;p35"/>
              <p:cNvSpPr/>
              <p:nvPr/>
            </p:nvSpPr>
            <p:spPr>
              <a:xfrm>
                <a:off x="7410395" y="3501955"/>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2" name="Google Shape;48542;p35"/>
              <p:cNvSpPr/>
              <p:nvPr/>
            </p:nvSpPr>
            <p:spPr>
              <a:xfrm>
                <a:off x="7593207"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3" name="Google Shape;48543;p35"/>
              <p:cNvSpPr/>
              <p:nvPr/>
            </p:nvSpPr>
            <p:spPr>
              <a:xfrm>
                <a:off x="7776947"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4" name="Google Shape;48544;p35"/>
              <p:cNvSpPr/>
              <p:nvPr/>
            </p:nvSpPr>
            <p:spPr>
              <a:xfrm>
                <a:off x="7959759"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5" name="Google Shape;48545;p35"/>
              <p:cNvSpPr/>
              <p:nvPr/>
            </p:nvSpPr>
            <p:spPr>
              <a:xfrm>
                <a:off x="8143500"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6" name="Google Shape;48546;p35"/>
              <p:cNvSpPr/>
              <p:nvPr/>
            </p:nvSpPr>
            <p:spPr>
              <a:xfrm>
                <a:off x="8326311"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7" name="Google Shape;48547;p35"/>
              <p:cNvSpPr/>
              <p:nvPr/>
            </p:nvSpPr>
            <p:spPr>
              <a:xfrm>
                <a:off x="8510052"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8" name="Google Shape;48548;p35"/>
              <p:cNvSpPr/>
              <p:nvPr/>
            </p:nvSpPr>
            <p:spPr>
              <a:xfrm>
                <a:off x="8692863"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9" name="Google Shape;48549;p35"/>
              <p:cNvSpPr/>
              <p:nvPr/>
            </p:nvSpPr>
            <p:spPr>
              <a:xfrm>
                <a:off x="8876604" y="3501955"/>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0" name="Google Shape;48550;p35"/>
              <p:cNvSpPr/>
              <p:nvPr/>
            </p:nvSpPr>
            <p:spPr>
              <a:xfrm>
                <a:off x="9059415" y="3501955"/>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51" name="Google Shape;48551;p35"/>
            <p:cNvGrpSpPr/>
            <p:nvPr/>
          </p:nvGrpSpPr>
          <p:grpSpPr>
            <a:xfrm>
              <a:off x="70735" y="3676694"/>
              <a:ext cx="9002530" cy="21952"/>
              <a:chOff x="79447" y="3672649"/>
              <a:chExt cx="9002530" cy="21952"/>
            </a:xfrm>
          </p:grpSpPr>
          <p:sp>
            <p:nvSpPr>
              <p:cNvPr id="48552" name="Google Shape;48552;p35"/>
              <p:cNvSpPr/>
              <p:nvPr/>
            </p:nvSpPr>
            <p:spPr>
              <a:xfrm>
                <a:off x="7944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3" name="Google Shape;48553;p35"/>
              <p:cNvSpPr/>
              <p:nvPr/>
            </p:nvSpPr>
            <p:spPr>
              <a:xfrm>
                <a:off x="263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4" name="Google Shape;48554;p35"/>
              <p:cNvSpPr/>
              <p:nvPr/>
            </p:nvSpPr>
            <p:spPr>
              <a:xfrm>
                <a:off x="445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5" name="Google Shape;48555;p35"/>
              <p:cNvSpPr/>
              <p:nvPr/>
            </p:nvSpPr>
            <p:spPr>
              <a:xfrm>
                <a:off x="629739"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6" name="Google Shape;48556;p35"/>
              <p:cNvSpPr/>
              <p:nvPr/>
            </p:nvSpPr>
            <p:spPr>
              <a:xfrm>
                <a:off x="812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7" name="Google Shape;48557;p35"/>
              <p:cNvSpPr/>
              <p:nvPr/>
            </p:nvSpPr>
            <p:spPr>
              <a:xfrm>
                <a:off x="996291"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8" name="Google Shape;48558;p35"/>
              <p:cNvSpPr/>
              <p:nvPr/>
            </p:nvSpPr>
            <p:spPr>
              <a:xfrm>
                <a:off x="1179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9" name="Google Shape;48559;p35"/>
              <p:cNvSpPr/>
              <p:nvPr/>
            </p:nvSpPr>
            <p:spPr>
              <a:xfrm>
                <a:off x="136284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0" name="Google Shape;48560;p35"/>
              <p:cNvSpPr/>
              <p:nvPr/>
            </p:nvSpPr>
            <p:spPr>
              <a:xfrm>
                <a:off x="1545655"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1" name="Google Shape;48561;p35"/>
              <p:cNvSpPr/>
              <p:nvPr/>
            </p:nvSpPr>
            <p:spPr>
              <a:xfrm>
                <a:off x="1729396"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6" y="231"/>
                      <a:pt x="231" y="176"/>
                      <a:pt x="231" y="110"/>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2" name="Google Shape;48562;p35"/>
              <p:cNvSpPr/>
              <p:nvPr/>
            </p:nvSpPr>
            <p:spPr>
              <a:xfrm>
                <a:off x="1912207"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3" name="Google Shape;48563;p35"/>
              <p:cNvSpPr/>
              <p:nvPr/>
            </p:nvSpPr>
            <p:spPr>
              <a:xfrm>
                <a:off x="2095948" y="3672649"/>
                <a:ext cx="21540" cy="21952"/>
              </a:xfrm>
              <a:custGeom>
                <a:avLst/>
                <a:gdLst/>
                <a:ahLst/>
                <a:cxnLst/>
                <a:rect l="l" t="t" r="r" b="b"/>
                <a:pathLst>
                  <a:path w="232" h="232" extrusionOk="0">
                    <a:moveTo>
                      <a:pt x="110" y="0"/>
                    </a:moveTo>
                    <a:cubicBezTo>
                      <a:pt x="45" y="0"/>
                      <a:pt x="1" y="55"/>
                      <a:pt x="1" y="110"/>
                    </a:cubicBezTo>
                    <a:cubicBezTo>
                      <a:pt x="1" y="176"/>
                      <a:pt x="45"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4" name="Google Shape;48564;p35"/>
              <p:cNvSpPr/>
              <p:nvPr/>
            </p:nvSpPr>
            <p:spPr>
              <a:xfrm>
                <a:off x="2278759" y="3672649"/>
                <a:ext cx="22468" cy="21952"/>
              </a:xfrm>
              <a:custGeom>
                <a:avLst/>
                <a:gdLst/>
                <a:ahLst/>
                <a:cxnLst/>
                <a:rect l="l" t="t" r="r" b="b"/>
                <a:pathLst>
                  <a:path w="242"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5" name="Google Shape;48565;p35"/>
              <p:cNvSpPr/>
              <p:nvPr/>
            </p:nvSpPr>
            <p:spPr>
              <a:xfrm>
                <a:off x="246250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6" name="Google Shape;48566;p35"/>
              <p:cNvSpPr/>
              <p:nvPr/>
            </p:nvSpPr>
            <p:spPr>
              <a:xfrm>
                <a:off x="264521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7" name="Google Shape;48567;p35"/>
              <p:cNvSpPr/>
              <p:nvPr/>
            </p:nvSpPr>
            <p:spPr>
              <a:xfrm>
                <a:off x="282905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8" name="Google Shape;48568;p35"/>
              <p:cNvSpPr/>
              <p:nvPr/>
            </p:nvSpPr>
            <p:spPr>
              <a:xfrm>
                <a:off x="301177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9" name="Google Shape;48569;p35"/>
              <p:cNvSpPr/>
              <p:nvPr/>
            </p:nvSpPr>
            <p:spPr>
              <a:xfrm>
                <a:off x="319560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0" name="Google Shape;48570;p35"/>
              <p:cNvSpPr/>
              <p:nvPr/>
            </p:nvSpPr>
            <p:spPr>
              <a:xfrm>
                <a:off x="337832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1" name="Google Shape;48571;p35"/>
              <p:cNvSpPr/>
              <p:nvPr/>
            </p:nvSpPr>
            <p:spPr>
              <a:xfrm>
                <a:off x="356215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2" name="Google Shape;48572;p35"/>
              <p:cNvSpPr/>
              <p:nvPr/>
            </p:nvSpPr>
            <p:spPr>
              <a:xfrm>
                <a:off x="374487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3" name="Google Shape;48573;p35"/>
              <p:cNvSpPr/>
              <p:nvPr/>
            </p:nvSpPr>
            <p:spPr>
              <a:xfrm>
                <a:off x="392870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4" name="Google Shape;48574;p35"/>
              <p:cNvSpPr/>
              <p:nvPr/>
            </p:nvSpPr>
            <p:spPr>
              <a:xfrm>
                <a:off x="4111427"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5" name="Google Shape;48575;p35"/>
              <p:cNvSpPr/>
              <p:nvPr/>
            </p:nvSpPr>
            <p:spPr>
              <a:xfrm>
                <a:off x="4295260"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6" name="Google Shape;48576;p35"/>
              <p:cNvSpPr/>
              <p:nvPr/>
            </p:nvSpPr>
            <p:spPr>
              <a:xfrm>
                <a:off x="447797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7" name="Google Shape;48577;p35"/>
              <p:cNvSpPr/>
              <p:nvPr/>
            </p:nvSpPr>
            <p:spPr>
              <a:xfrm>
                <a:off x="4661812"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8" name="Google Shape;48578;p35"/>
              <p:cNvSpPr/>
              <p:nvPr/>
            </p:nvSpPr>
            <p:spPr>
              <a:xfrm>
                <a:off x="484453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9" name="Google Shape;48579;p35"/>
              <p:cNvSpPr/>
              <p:nvPr/>
            </p:nvSpPr>
            <p:spPr>
              <a:xfrm>
                <a:off x="5028364"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0" name="Google Shape;48580;p35"/>
              <p:cNvSpPr/>
              <p:nvPr/>
            </p:nvSpPr>
            <p:spPr>
              <a:xfrm>
                <a:off x="521108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1" name="Google Shape;48581;p35"/>
              <p:cNvSpPr/>
              <p:nvPr/>
            </p:nvSpPr>
            <p:spPr>
              <a:xfrm>
                <a:off x="5394916"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2" name="Google Shape;48582;p35"/>
              <p:cNvSpPr/>
              <p:nvPr/>
            </p:nvSpPr>
            <p:spPr>
              <a:xfrm>
                <a:off x="557763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88" y="231"/>
                      <a:pt x="232" y="176"/>
                      <a:pt x="232" y="110"/>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3" name="Google Shape;48583;p35"/>
              <p:cNvSpPr/>
              <p:nvPr/>
            </p:nvSpPr>
            <p:spPr>
              <a:xfrm>
                <a:off x="5761468" y="3672649"/>
                <a:ext cx="21540" cy="21952"/>
              </a:xfrm>
              <a:custGeom>
                <a:avLst/>
                <a:gdLst/>
                <a:ahLst/>
                <a:cxnLst/>
                <a:rect l="l" t="t" r="r" b="b"/>
                <a:pathLst>
                  <a:path w="232" h="232" extrusionOk="0">
                    <a:moveTo>
                      <a:pt x="110" y="0"/>
                    </a:moveTo>
                    <a:cubicBezTo>
                      <a:pt x="44" y="0"/>
                      <a:pt x="0" y="55"/>
                      <a:pt x="0" y="110"/>
                    </a:cubicBezTo>
                    <a:cubicBezTo>
                      <a:pt x="0" y="176"/>
                      <a:pt x="44" y="231"/>
                      <a:pt x="110" y="231"/>
                    </a:cubicBezTo>
                    <a:cubicBezTo>
                      <a:pt x="176" y="231"/>
                      <a:pt x="231" y="176"/>
                      <a:pt x="231" y="110"/>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4" name="Google Shape;48584;p35"/>
              <p:cNvSpPr/>
              <p:nvPr/>
            </p:nvSpPr>
            <p:spPr>
              <a:xfrm>
                <a:off x="594418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5" name="Google Shape;48585;p35"/>
              <p:cNvSpPr/>
              <p:nvPr/>
            </p:nvSpPr>
            <p:spPr>
              <a:xfrm>
                <a:off x="612699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6" name="Google Shape;48586;p35"/>
              <p:cNvSpPr/>
              <p:nvPr/>
            </p:nvSpPr>
            <p:spPr>
              <a:xfrm>
                <a:off x="6310739"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7" name="Google Shape;48587;p35"/>
              <p:cNvSpPr/>
              <p:nvPr/>
            </p:nvSpPr>
            <p:spPr>
              <a:xfrm>
                <a:off x="649355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8" name="Google Shape;48588;p35"/>
              <p:cNvSpPr/>
              <p:nvPr/>
            </p:nvSpPr>
            <p:spPr>
              <a:xfrm>
                <a:off x="6677291"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9" name="Google Shape;48589;p35"/>
              <p:cNvSpPr/>
              <p:nvPr/>
            </p:nvSpPr>
            <p:spPr>
              <a:xfrm>
                <a:off x="686010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0" name="Google Shape;48590;p35"/>
              <p:cNvSpPr/>
              <p:nvPr/>
            </p:nvSpPr>
            <p:spPr>
              <a:xfrm>
                <a:off x="7043843"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1" name="Google Shape;48591;p35"/>
              <p:cNvSpPr/>
              <p:nvPr/>
            </p:nvSpPr>
            <p:spPr>
              <a:xfrm>
                <a:off x="722665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2" name="Google Shape;48592;p35"/>
              <p:cNvSpPr/>
              <p:nvPr/>
            </p:nvSpPr>
            <p:spPr>
              <a:xfrm>
                <a:off x="7410395" y="3672649"/>
                <a:ext cx="21540" cy="21952"/>
              </a:xfrm>
              <a:custGeom>
                <a:avLst/>
                <a:gdLst/>
                <a:ahLst/>
                <a:cxnLst/>
                <a:rect l="l" t="t" r="r" b="b"/>
                <a:pathLst>
                  <a:path w="232" h="232" extrusionOk="0">
                    <a:moveTo>
                      <a:pt x="122" y="0"/>
                    </a:moveTo>
                    <a:cubicBezTo>
                      <a:pt x="56" y="0"/>
                      <a:pt x="1" y="55"/>
                      <a:pt x="1" y="110"/>
                    </a:cubicBezTo>
                    <a:cubicBezTo>
                      <a:pt x="1" y="176"/>
                      <a:pt x="56" y="231"/>
                      <a:pt x="122" y="231"/>
                    </a:cubicBezTo>
                    <a:cubicBezTo>
                      <a:pt x="177" y="231"/>
                      <a:pt x="232" y="176"/>
                      <a:pt x="232" y="110"/>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3" name="Google Shape;48593;p35"/>
              <p:cNvSpPr/>
              <p:nvPr/>
            </p:nvSpPr>
            <p:spPr>
              <a:xfrm>
                <a:off x="7593207"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4" name="Google Shape;48594;p35"/>
              <p:cNvSpPr/>
              <p:nvPr/>
            </p:nvSpPr>
            <p:spPr>
              <a:xfrm>
                <a:off x="7776947"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5" name="Google Shape;48595;p35"/>
              <p:cNvSpPr/>
              <p:nvPr/>
            </p:nvSpPr>
            <p:spPr>
              <a:xfrm>
                <a:off x="7959759"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6" name="Google Shape;48596;p35"/>
              <p:cNvSpPr/>
              <p:nvPr/>
            </p:nvSpPr>
            <p:spPr>
              <a:xfrm>
                <a:off x="8143500"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7" name="Google Shape;48597;p35"/>
              <p:cNvSpPr/>
              <p:nvPr/>
            </p:nvSpPr>
            <p:spPr>
              <a:xfrm>
                <a:off x="8326311"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8" name="Google Shape;48598;p35"/>
              <p:cNvSpPr/>
              <p:nvPr/>
            </p:nvSpPr>
            <p:spPr>
              <a:xfrm>
                <a:off x="8510052"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9" name="Google Shape;48599;p35"/>
              <p:cNvSpPr/>
              <p:nvPr/>
            </p:nvSpPr>
            <p:spPr>
              <a:xfrm>
                <a:off x="8692863"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0" name="Google Shape;48600;p35"/>
              <p:cNvSpPr/>
              <p:nvPr/>
            </p:nvSpPr>
            <p:spPr>
              <a:xfrm>
                <a:off x="8876604" y="3672649"/>
                <a:ext cx="21540" cy="21952"/>
              </a:xfrm>
              <a:custGeom>
                <a:avLst/>
                <a:gdLst/>
                <a:ahLst/>
                <a:cxnLst/>
                <a:rect l="l" t="t" r="r" b="b"/>
                <a:pathLst>
                  <a:path w="232" h="232" extrusionOk="0">
                    <a:moveTo>
                      <a:pt x="111" y="0"/>
                    </a:moveTo>
                    <a:cubicBezTo>
                      <a:pt x="56" y="0"/>
                      <a:pt x="1" y="55"/>
                      <a:pt x="1" y="110"/>
                    </a:cubicBezTo>
                    <a:cubicBezTo>
                      <a:pt x="1" y="176"/>
                      <a:pt x="56" y="231"/>
                      <a:pt x="111" y="231"/>
                    </a:cubicBezTo>
                    <a:cubicBezTo>
                      <a:pt x="177" y="231"/>
                      <a:pt x="232" y="176"/>
                      <a:pt x="232" y="110"/>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1" name="Google Shape;48601;p35"/>
              <p:cNvSpPr/>
              <p:nvPr/>
            </p:nvSpPr>
            <p:spPr>
              <a:xfrm>
                <a:off x="9059415" y="3672649"/>
                <a:ext cx="22561" cy="21952"/>
              </a:xfrm>
              <a:custGeom>
                <a:avLst/>
                <a:gdLst/>
                <a:ahLst/>
                <a:cxnLst/>
                <a:rect l="l" t="t" r="r" b="b"/>
                <a:pathLst>
                  <a:path w="243" h="232" extrusionOk="0">
                    <a:moveTo>
                      <a:pt x="121" y="0"/>
                    </a:moveTo>
                    <a:cubicBezTo>
                      <a:pt x="55" y="0"/>
                      <a:pt x="0" y="55"/>
                      <a:pt x="0" y="110"/>
                    </a:cubicBezTo>
                    <a:cubicBezTo>
                      <a:pt x="0" y="176"/>
                      <a:pt x="55" y="231"/>
                      <a:pt x="121" y="231"/>
                    </a:cubicBezTo>
                    <a:cubicBezTo>
                      <a:pt x="187" y="231"/>
                      <a:pt x="242" y="176"/>
                      <a:pt x="242" y="110"/>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02" name="Google Shape;48602;p35"/>
            <p:cNvGrpSpPr/>
            <p:nvPr/>
          </p:nvGrpSpPr>
          <p:grpSpPr>
            <a:xfrm>
              <a:off x="70735" y="3848061"/>
              <a:ext cx="9002530" cy="21952"/>
              <a:chOff x="79447" y="3843249"/>
              <a:chExt cx="9002530" cy="21952"/>
            </a:xfrm>
          </p:grpSpPr>
          <p:sp>
            <p:nvSpPr>
              <p:cNvPr id="48603" name="Google Shape;48603;p35"/>
              <p:cNvSpPr/>
              <p:nvPr/>
            </p:nvSpPr>
            <p:spPr>
              <a:xfrm>
                <a:off x="7944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4" name="Google Shape;48604;p35"/>
              <p:cNvSpPr/>
              <p:nvPr/>
            </p:nvSpPr>
            <p:spPr>
              <a:xfrm>
                <a:off x="263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5" name="Google Shape;48605;p35"/>
              <p:cNvSpPr/>
              <p:nvPr/>
            </p:nvSpPr>
            <p:spPr>
              <a:xfrm>
                <a:off x="445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6" name="Google Shape;48606;p35"/>
              <p:cNvSpPr/>
              <p:nvPr/>
            </p:nvSpPr>
            <p:spPr>
              <a:xfrm>
                <a:off x="629739"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7" name="Google Shape;48607;p35"/>
              <p:cNvSpPr/>
              <p:nvPr/>
            </p:nvSpPr>
            <p:spPr>
              <a:xfrm>
                <a:off x="812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8" name="Google Shape;48608;p35"/>
              <p:cNvSpPr/>
              <p:nvPr/>
            </p:nvSpPr>
            <p:spPr>
              <a:xfrm>
                <a:off x="996291"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9" name="Google Shape;48609;p35"/>
              <p:cNvSpPr/>
              <p:nvPr/>
            </p:nvSpPr>
            <p:spPr>
              <a:xfrm>
                <a:off x="1179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0" name="Google Shape;48610;p35"/>
              <p:cNvSpPr/>
              <p:nvPr/>
            </p:nvSpPr>
            <p:spPr>
              <a:xfrm>
                <a:off x="136284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1" name="Google Shape;48611;p35"/>
              <p:cNvSpPr/>
              <p:nvPr/>
            </p:nvSpPr>
            <p:spPr>
              <a:xfrm>
                <a:off x="1545655"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2" name="Google Shape;48612;p35"/>
              <p:cNvSpPr/>
              <p:nvPr/>
            </p:nvSpPr>
            <p:spPr>
              <a:xfrm>
                <a:off x="1729396"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3" name="Google Shape;48613;p35"/>
              <p:cNvSpPr/>
              <p:nvPr/>
            </p:nvSpPr>
            <p:spPr>
              <a:xfrm>
                <a:off x="1912207"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4" name="Google Shape;48614;p35"/>
              <p:cNvSpPr/>
              <p:nvPr/>
            </p:nvSpPr>
            <p:spPr>
              <a:xfrm>
                <a:off x="2095948" y="3843249"/>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5" name="Google Shape;48615;p35"/>
              <p:cNvSpPr/>
              <p:nvPr/>
            </p:nvSpPr>
            <p:spPr>
              <a:xfrm>
                <a:off x="2278759" y="3843249"/>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6" name="Google Shape;48616;p35"/>
              <p:cNvSpPr/>
              <p:nvPr/>
            </p:nvSpPr>
            <p:spPr>
              <a:xfrm>
                <a:off x="246250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7" name="Google Shape;48617;p35"/>
              <p:cNvSpPr/>
              <p:nvPr/>
            </p:nvSpPr>
            <p:spPr>
              <a:xfrm>
                <a:off x="264521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8" name="Google Shape;48618;p35"/>
              <p:cNvSpPr/>
              <p:nvPr/>
            </p:nvSpPr>
            <p:spPr>
              <a:xfrm>
                <a:off x="282905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9" name="Google Shape;48619;p35"/>
              <p:cNvSpPr/>
              <p:nvPr/>
            </p:nvSpPr>
            <p:spPr>
              <a:xfrm>
                <a:off x="301177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0" name="Google Shape;48620;p35"/>
              <p:cNvSpPr/>
              <p:nvPr/>
            </p:nvSpPr>
            <p:spPr>
              <a:xfrm>
                <a:off x="319560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1" name="Google Shape;48621;p35"/>
              <p:cNvSpPr/>
              <p:nvPr/>
            </p:nvSpPr>
            <p:spPr>
              <a:xfrm>
                <a:off x="337832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2" name="Google Shape;48622;p35"/>
              <p:cNvSpPr/>
              <p:nvPr/>
            </p:nvSpPr>
            <p:spPr>
              <a:xfrm>
                <a:off x="356215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3" name="Google Shape;48623;p35"/>
              <p:cNvSpPr/>
              <p:nvPr/>
            </p:nvSpPr>
            <p:spPr>
              <a:xfrm>
                <a:off x="374487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4" name="Google Shape;48624;p35"/>
              <p:cNvSpPr/>
              <p:nvPr/>
            </p:nvSpPr>
            <p:spPr>
              <a:xfrm>
                <a:off x="392870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5" name="Google Shape;48625;p35"/>
              <p:cNvSpPr/>
              <p:nvPr/>
            </p:nvSpPr>
            <p:spPr>
              <a:xfrm>
                <a:off x="4111427"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6" name="Google Shape;48626;p35"/>
              <p:cNvSpPr/>
              <p:nvPr/>
            </p:nvSpPr>
            <p:spPr>
              <a:xfrm>
                <a:off x="4295260"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7" name="Google Shape;48627;p35"/>
              <p:cNvSpPr/>
              <p:nvPr/>
            </p:nvSpPr>
            <p:spPr>
              <a:xfrm>
                <a:off x="447797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8" name="Google Shape;48628;p35"/>
              <p:cNvSpPr/>
              <p:nvPr/>
            </p:nvSpPr>
            <p:spPr>
              <a:xfrm>
                <a:off x="4661812"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9" name="Google Shape;48629;p35"/>
              <p:cNvSpPr/>
              <p:nvPr/>
            </p:nvSpPr>
            <p:spPr>
              <a:xfrm>
                <a:off x="484453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0" name="Google Shape;48630;p35"/>
              <p:cNvSpPr/>
              <p:nvPr/>
            </p:nvSpPr>
            <p:spPr>
              <a:xfrm>
                <a:off x="5028364"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1" name="Google Shape;48631;p35"/>
              <p:cNvSpPr/>
              <p:nvPr/>
            </p:nvSpPr>
            <p:spPr>
              <a:xfrm>
                <a:off x="521108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2" name="Google Shape;48632;p35"/>
              <p:cNvSpPr/>
              <p:nvPr/>
            </p:nvSpPr>
            <p:spPr>
              <a:xfrm>
                <a:off x="5394916"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3" name="Google Shape;48633;p35"/>
              <p:cNvSpPr/>
              <p:nvPr/>
            </p:nvSpPr>
            <p:spPr>
              <a:xfrm>
                <a:off x="557763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4" name="Google Shape;48634;p35"/>
              <p:cNvSpPr/>
              <p:nvPr/>
            </p:nvSpPr>
            <p:spPr>
              <a:xfrm>
                <a:off x="5761468" y="3843249"/>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5" name="Google Shape;48635;p35"/>
              <p:cNvSpPr/>
              <p:nvPr/>
            </p:nvSpPr>
            <p:spPr>
              <a:xfrm>
                <a:off x="594418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6" name="Google Shape;48636;p35"/>
              <p:cNvSpPr/>
              <p:nvPr/>
            </p:nvSpPr>
            <p:spPr>
              <a:xfrm>
                <a:off x="612699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7" name="Google Shape;48637;p35"/>
              <p:cNvSpPr/>
              <p:nvPr/>
            </p:nvSpPr>
            <p:spPr>
              <a:xfrm>
                <a:off x="6310739"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8" name="Google Shape;48638;p35"/>
              <p:cNvSpPr/>
              <p:nvPr/>
            </p:nvSpPr>
            <p:spPr>
              <a:xfrm>
                <a:off x="649355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9" name="Google Shape;48639;p35"/>
              <p:cNvSpPr/>
              <p:nvPr/>
            </p:nvSpPr>
            <p:spPr>
              <a:xfrm>
                <a:off x="6677291"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0" name="Google Shape;48640;p35"/>
              <p:cNvSpPr/>
              <p:nvPr/>
            </p:nvSpPr>
            <p:spPr>
              <a:xfrm>
                <a:off x="686010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1" name="Google Shape;48641;p35"/>
              <p:cNvSpPr/>
              <p:nvPr/>
            </p:nvSpPr>
            <p:spPr>
              <a:xfrm>
                <a:off x="7043843"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2" name="Google Shape;48642;p35"/>
              <p:cNvSpPr/>
              <p:nvPr/>
            </p:nvSpPr>
            <p:spPr>
              <a:xfrm>
                <a:off x="722665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3" name="Google Shape;48643;p35"/>
              <p:cNvSpPr/>
              <p:nvPr/>
            </p:nvSpPr>
            <p:spPr>
              <a:xfrm>
                <a:off x="7410395" y="3843249"/>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4" name="Google Shape;48644;p35"/>
              <p:cNvSpPr/>
              <p:nvPr/>
            </p:nvSpPr>
            <p:spPr>
              <a:xfrm>
                <a:off x="7593207"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5" name="Google Shape;48645;p35"/>
              <p:cNvSpPr/>
              <p:nvPr/>
            </p:nvSpPr>
            <p:spPr>
              <a:xfrm>
                <a:off x="7776947"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6" name="Google Shape;48646;p35"/>
              <p:cNvSpPr/>
              <p:nvPr/>
            </p:nvSpPr>
            <p:spPr>
              <a:xfrm>
                <a:off x="7959759"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7" name="Google Shape;48647;p35"/>
              <p:cNvSpPr/>
              <p:nvPr/>
            </p:nvSpPr>
            <p:spPr>
              <a:xfrm>
                <a:off x="8143500"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8" name="Google Shape;48648;p35"/>
              <p:cNvSpPr/>
              <p:nvPr/>
            </p:nvSpPr>
            <p:spPr>
              <a:xfrm>
                <a:off x="8326311"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9" name="Google Shape;48649;p35"/>
              <p:cNvSpPr/>
              <p:nvPr/>
            </p:nvSpPr>
            <p:spPr>
              <a:xfrm>
                <a:off x="8510052"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0" name="Google Shape;48650;p35"/>
              <p:cNvSpPr/>
              <p:nvPr/>
            </p:nvSpPr>
            <p:spPr>
              <a:xfrm>
                <a:off x="8692863"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1" name="Google Shape;48651;p35"/>
              <p:cNvSpPr/>
              <p:nvPr/>
            </p:nvSpPr>
            <p:spPr>
              <a:xfrm>
                <a:off x="8876604" y="3843249"/>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2" name="Google Shape;48652;p35"/>
              <p:cNvSpPr/>
              <p:nvPr/>
            </p:nvSpPr>
            <p:spPr>
              <a:xfrm>
                <a:off x="9059415" y="3843249"/>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53" name="Google Shape;48653;p35"/>
            <p:cNvGrpSpPr/>
            <p:nvPr/>
          </p:nvGrpSpPr>
          <p:grpSpPr>
            <a:xfrm>
              <a:off x="70735" y="4019428"/>
              <a:ext cx="9002530" cy="22993"/>
              <a:chOff x="79447" y="4012903"/>
              <a:chExt cx="9002530" cy="22993"/>
            </a:xfrm>
          </p:grpSpPr>
          <p:sp>
            <p:nvSpPr>
              <p:cNvPr id="48654" name="Google Shape;48654;p35"/>
              <p:cNvSpPr/>
              <p:nvPr/>
            </p:nvSpPr>
            <p:spPr>
              <a:xfrm>
                <a:off x="7944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5" name="Google Shape;48655;p35"/>
              <p:cNvSpPr/>
              <p:nvPr/>
            </p:nvSpPr>
            <p:spPr>
              <a:xfrm>
                <a:off x="263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6" name="Google Shape;48656;p35"/>
              <p:cNvSpPr/>
              <p:nvPr/>
            </p:nvSpPr>
            <p:spPr>
              <a:xfrm>
                <a:off x="445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7" name="Google Shape;48657;p35"/>
              <p:cNvSpPr/>
              <p:nvPr/>
            </p:nvSpPr>
            <p:spPr>
              <a:xfrm>
                <a:off x="629739"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8" name="Google Shape;48658;p35"/>
              <p:cNvSpPr/>
              <p:nvPr/>
            </p:nvSpPr>
            <p:spPr>
              <a:xfrm>
                <a:off x="812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9" name="Google Shape;48659;p35"/>
              <p:cNvSpPr/>
              <p:nvPr/>
            </p:nvSpPr>
            <p:spPr>
              <a:xfrm>
                <a:off x="996291"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0" name="Google Shape;48660;p35"/>
              <p:cNvSpPr/>
              <p:nvPr/>
            </p:nvSpPr>
            <p:spPr>
              <a:xfrm>
                <a:off x="1179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1" name="Google Shape;48661;p35"/>
              <p:cNvSpPr/>
              <p:nvPr/>
            </p:nvSpPr>
            <p:spPr>
              <a:xfrm>
                <a:off x="136284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2" name="Google Shape;48662;p35"/>
              <p:cNvSpPr/>
              <p:nvPr/>
            </p:nvSpPr>
            <p:spPr>
              <a:xfrm>
                <a:off x="1545655"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3" name="Google Shape;48663;p35"/>
              <p:cNvSpPr/>
              <p:nvPr/>
            </p:nvSpPr>
            <p:spPr>
              <a:xfrm>
                <a:off x="1729396"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4" name="Google Shape;48664;p35"/>
              <p:cNvSpPr/>
              <p:nvPr/>
            </p:nvSpPr>
            <p:spPr>
              <a:xfrm>
                <a:off x="1912207"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5" name="Google Shape;48665;p35"/>
              <p:cNvSpPr/>
              <p:nvPr/>
            </p:nvSpPr>
            <p:spPr>
              <a:xfrm>
                <a:off x="2095948" y="4012903"/>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6" name="Google Shape;48666;p35"/>
              <p:cNvSpPr/>
              <p:nvPr/>
            </p:nvSpPr>
            <p:spPr>
              <a:xfrm>
                <a:off x="2278759" y="4012903"/>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7" name="Google Shape;48667;p35"/>
              <p:cNvSpPr/>
              <p:nvPr/>
            </p:nvSpPr>
            <p:spPr>
              <a:xfrm>
                <a:off x="246250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8" name="Google Shape;48668;p35"/>
              <p:cNvSpPr/>
              <p:nvPr/>
            </p:nvSpPr>
            <p:spPr>
              <a:xfrm>
                <a:off x="264521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9" name="Google Shape;48669;p35"/>
              <p:cNvSpPr/>
              <p:nvPr/>
            </p:nvSpPr>
            <p:spPr>
              <a:xfrm>
                <a:off x="282905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0" name="Google Shape;48670;p35"/>
              <p:cNvSpPr/>
              <p:nvPr/>
            </p:nvSpPr>
            <p:spPr>
              <a:xfrm>
                <a:off x="301177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1" name="Google Shape;48671;p35"/>
              <p:cNvSpPr/>
              <p:nvPr/>
            </p:nvSpPr>
            <p:spPr>
              <a:xfrm>
                <a:off x="319560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2" name="Google Shape;48672;p35"/>
              <p:cNvSpPr/>
              <p:nvPr/>
            </p:nvSpPr>
            <p:spPr>
              <a:xfrm>
                <a:off x="337832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3" name="Google Shape;48673;p35"/>
              <p:cNvSpPr/>
              <p:nvPr/>
            </p:nvSpPr>
            <p:spPr>
              <a:xfrm>
                <a:off x="356215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4" name="Google Shape;48674;p35"/>
              <p:cNvSpPr/>
              <p:nvPr/>
            </p:nvSpPr>
            <p:spPr>
              <a:xfrm>
                <a:off x="374487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5" name="Google Shape;48675;p35"/>
              <p:cNvSpPr/>
              <p:nvPr/>
            </p:nvSpPr>
            <p:spPr>
              <a:xfrm>
                <a:off x="392870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6" name="Google Shape;48676;p35"/>
              <p:cNvSpPr/>
              <p:nvPr/>
            </p:nvSpPr>
            <p:spPr>
              <a:xfrm>
                <a:off x="4111427"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7" name="Google Shape;48677;p35"/>
              <p:cNvSpPr/>
              <p:nvPr/>
            </p:nvSpPr>
            <p:spPr>
              <a:xfrm>
                <a:off x="4295260"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8" name="Google Shape;48678;p35"/>
              <p:cNvSpPr/>
              <p:nvPr/>
            </p:nvSpPr>
            <p:spPr>
              <a:xfrm>
                <a:off x="447797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9" name="Google Shape;48679;p35"/>
              <p:cNvSpPr/>
              <p:nvPr/>
            </p:nvSpPr>
            <p:spPr>
              <a:xfrm>
                <a:off x="4661812"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0" name="Google Shape;48680;p35"/>
              <p:cNvSpPr/>
              <p:nvPr/>
            </p:nvSpPr>
            <p:spPr>
              <a:xfrm>
                <a:off x="484453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1" name="Google Shape;48681;p35"/>
              <p:cNvSpPr/>
              <p:nvPr/>
            </p:nvSpPr>
            <p:spPr>
              <a:xfrm>
                <a:off x="5028364"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2" name="Google Shape;48682;p35"/>
              <p:cNvSpPr/>
              <p:nvPr/>
            </p:nvSpPr>
            <p:spPr>
              <a:xfrm>
                <a:off x="521108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3" name="Google Shape;48683;p35"/>
              <p:cNvSpPr/>
              <p:nvPr/>
            </p:nvSpPr>
            <p:spPr>
              <a:xfrm>
                <a:off x="5394916"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4" name="Google Shape;48684;p35"/>
              <p:cNvSpPr/>
              <p:nvPr/>
            </p:nvSpPr>
            <p:spPr>
              <a:xfrm>
                <a:off x="557763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5" name="Google Shape;48685;p35"/>
              <p:cNvSpPr/>
              <p:nvPr/>
            </p:nvSpPr>
            <p:spPr>
              <a:xfrm>
                <a:off x="5761468" y="4012903"/>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6" name="Google Shape;48686;p35"/>
              <p:cNvSpPr/>
              <p:nvPr/>
            </p:nvSpPr>
            <p:spPr>
              <a:xfrm>
                <a:off x="594418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7" name="Google Shape;48687;p35"/>
              <p:cNvSpPr/>
              <p:nvPr/>
            </p:nvSpPr>
            <p:spPr>
              <a:xfrm>
                <a:off x="612699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8" name="Google Shape;48688;p35"/>
              <p:cNvSpPr/>
              <p:nvPr/>
            </p:nvSpPr>
            <p:spPr>
              <a:xfrm>
                <a:off x="6310739"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9" name="Google Shape;48689;p35"/>
              <p:cNvSpPr/>
              <p:nvPr/>
            </p:nvSpPr>
            <p:spPr>
              <a:xfrm>
                <a:off x="649355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0" name="Google Shape;48690;p35"/>
              <p:cNvSpPr/>
              <p:nvPr/>
            </p:nvSpPr>
            <p:spPr>
              <a:xfrm>
                <a:off x="6677291"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1" name="Google Shape;48691;p35"/>
              <p:cNvSpPr/>
              <p:nvPr/>
            </p:nvSpPr>
            <p:spPr>
              <a:xfrm>
                <a:off x="686010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2" name="Google Shape;48692;p35"/>
              <p:cNvSpPr/>
              <p:nvPr/>
            </p:nvSpPr>
            <p:spPr>
              <a:xfrm>
                <a:off x="7043843"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3" name="Google Shape;48693;p35"/>
              <p:cNvSpPr/>
              <p:nvPr/>
            </p:nvSpPr>
            <p:spPr>
              <a:xfrm>
                <a:off x="722665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4" name="Google Shape;48694;p35"/>
              <p:cNvSpPr/>
              <p:nvPr/>
            </p:nvSpPr>
            <p:spPr>
              <a:xfrm>
                <a:off x="7410395" y="4012903"/>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5" name="Google Shape;48695;p35"/>
              <p:cNvSpPr/>
              <p:nvPr/>
            </p:nvSpPr>
            <p:spPr>
              <a:xfrm>
                <a:off x="7593207"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6" name="Google Shape;48696;p35"/>
              <p:cNvSpPr/>
              <p:nvPr/>
            </p:nvSpPr>
            <p:spPr>
              <a:xfrm>
                <a:off x="7776947"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7" name="Google Shape;48697;p35"/>
              <p:cNvSpPr/>
              <p:nvPr/>
            </p:nvSpPr>
            <p:spPr>
              <a:xfrm>
                <a:off x="7959759"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8" name="Google Shape;48698;p35"/>
              <p:cNvSpPr/>
              <p:nvPr/>
            </p:nvSpPr>
            <p:spPr>
              <a:xfrm>
                <a:off x="8143500"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9" name="Google Shape;48699;p35"/>
              <p:cNvSpPr/>
              <p:nvPr/>
            </p:nvSpPr>
            <p:spPr>
              <a:xfrm>
                <a:off x="8326311"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0" name="Google Shape;48700;p35"/>
              <p:cNvSpPr/>
              <p:nvPr/>
            </p:nvSpPr>
            <p:spPr>
              <a:xfrm>
                <a:off x="8510052"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1" name="Google Shape;48701;p35"/>
              <p:cNvSpPr/>
              <p:nvPr/>
            </p:nvSpPr>
            <p:spPr>
              <a:xfrm>
                <a:off x="8692863"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2" name="Google Shape;48702;p35"/>
              <p:cNvSpPr/>
              <p:nvPr/>
            </p:nvSpPr>
            <p:spPr>
              <a:xfrm>
                <a:off x="8876604" y="4012903"/>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3" name="Google Shape;48703;p35"/>
              <p:cNvSpPr/>
              <p:nvPr/>
            </p:nvSpPr>
            <p:spPr>
              <a:xfrm>
                <a:off x="9059415" y="4012903"/>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04" name="Google Shape;48704;p35"/>
            <p:cNvGrpSpPr/>
            <p:nvPr/>
          </p:nvGrpSpPr>
          <p:grpSpPr>
            <a:xfrm>
              <a:off x="70735" y="4191836"/>
              <a:ext cx="9002530" cy="21952"/>
              <a:chOff x="79447" y="4182462"/>
              <a:chExt cx="9002530" cy="21952"/>
            </a:xfrm>
          </p:grpSpPr>
          <p:sp>
            <p:nvSpPr>
              <p:cNvPr id="48705" name="Google Shape;48705;p35"/>
              <p:cNvSpPr/>
              <p:nvPr/>
            </p:nvSpPr>
            <p:spPr>
              <a:xfrm>
                <a:off x="7944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6" name="Google Shape;48706;p35"/>
              <p:cNvSpPr/>
              <p:nvPr/>
            </p:nvSpPr>
            <p:spPr>
              <a:xfrm>
                <a:off x="263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7" name="Google Shape;48707;p35"/>
              <p:cNvSpPr/>
              <p:nvPr/>
            </p:nvSpPr>
            <p:spPr>
              <a:xfrm>
                <a:off x="445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8" name="Google Shape;48708;p35"/>
              <p:cNvSpPr/>
              <p:nvPr/>
            </p:nvSpPr>
            <p:spPr>
              <a:xfrm>
                <a:off x="629739"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9" name="Google Shape;48709;p35"/>
              <p:cNvSpPr/>
              <p:nvPr/>
            </p:nvSpPr>
            <p:spPr>
              <a:xfrm>
                <a:off x="812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0" name="Google Shape;48710;p35"/>
              <p:cNvSpPr/>
              <p:nvPr/>
            </p:nvSpPr>
            <p:spPr>
              <a:xfrm>
                <a:off x="996291"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1" name="Google Shape;48711;p35"/>
              <p:cNvSpPr/>
              <p:nvPr/>
            </p:nvSpPr>
            <p:spPr>
              <a:xfrm>
                <a:off x="1179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2" name="Google Shape;48712;p35"/>
              <p:cNvSpPr/>
              <p:nvPr/>
            </p:nvSpPr>
            <p:spPr>
              <a:xfrm>
                <a:off x="136284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3" name="Google Shape;48713;p35"/>
              <p:cNvSpPr/>
              <p:nvPr/>
            </p:nvSpPr>
            <p:spPr>
              <a:xfrm>
                <a:off x="1545655"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4" name="Google Shape;48714;p35"/>
              <p:cNvSpPr/>
              <p:nvPr/>
            </p:nvSpPr>
            <p:spPr>
              <a:xfrm>
                <a:off x="1729396"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6" y="232"/>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5" name="Google Shape;48715;p35"/>
              <p:cNvSpPr/>
              <p:nvPr/>
            </p:nvSpPr>
            <p:spPr>
              <a:xfrm>
                <a:off x="1912207"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6" name="Google Shape;48716;p35"/>
              <p:cNvSpPr/>
              <p:nvPr/>
            </p:nvSpPr>
            <p:spPr>
              <a:xfrm>
                <a:off x="2095948" y="4182462"/>
                <a:ext cx="21540" cy="21952"/>
              </a:xfrm>
              <a:custGeom>
                <a:avLst/>
                <a:gdLst/>
                <a:ahLst/>
                <a:cxnLst/>
                <a:rect l="l" t="t" r="r" b="b"/>
                <a:pathLst>
                  <a:path w="232" h="232" extrusionOk="0">
                    <a:moveTo>
                      <a:pt x="110" y="1"/>
                    </a:moveTo>
                    <a:cubicBezTo>
                      <a:pt x="45" y="1"/>
                      <a:pt x="1" y="56"/>
                      <a:pt x="1" y="122"/>
                    </a:cubicBezTo>
                    <a:cubicBezTo>
                      <a:pt x="1" y="188"/>
                      <a:pt x="45"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7" name="Google Shape;48717;p35"/>
              <p:cNvSpPr/>
              <p:nvPr/>
            </p:nvSpPr>
            <p:spPr>
              <a:xfrm>
                <a:off x="2278759" y="4182462"/>
                <a:ext cx="22468" cy="21952"/>
              </a:xfrm>
              <a:custGeom>
                <a:avLst/>
                <a:gdLst/>
                <a:ahLst/>
                <a:cxnLst/>
                <a:rect l="l" t="t" r="r" b="b"/>
                <a:pathLst>
                  <a:path w="242"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8" name="Google Shape;48718;p35"/>
              <p:cNvSpPr/>
              <p:nvPr/>
            </p:nvSpPr>
            <p:spPr>
              <a:xfrm>
                <a:off x="246250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9" name="Google Shape;48719;p35"/>
              <p:cNvSpPr/>
              <p:nvPr/>
            </p:nvSpPr>
            <p:spPr>
              <a:xfrm>
                <a:off x="264521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0" name="Google Shape;48720;p35"/>
              <p:cNvSpPr/>
              <p:nvPr/>
            </p:nvSpPr>
            <p:spPr>
              <a:xfrm>
                <a:off x="282905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1" name="Google Shape;48721;p35"/>
              <p:cNvSpPr/>
              <p:nvPr/>
            </p:nvSpPr>
            <p:spPr>
              <a:xfrm>
                <a:off x="301177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2" name="Google Shape;48722;p35"/>
              <p:cNvSpPr/>
              <p:nvPr/>
            </p:nvSpPr>
            <p:spPr>
              <a:xfrm>
                <a:off x="319560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3" name="Google Shape;48723;p35"/>
              <p:cNvSpPr/>
              <p:nvPr/>
            </p:nvSpPr>
            <p:spPr>
              <a:xfrm>
                <a:off x="337832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4" name="Google Shape;48724;p35"/>
              <p:cNvSpPr/>
              <p:nvPr/>
            </p:nvSpPr>
            <p:spPr>
              <a:xfrm>
                <a:off x="356215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5" name="Google Shape;48725;p35"/>
              <p:cNvSpPr/>
              <p:nvPr/>
            </p:nvSpPr>
            <p:spPr>
              <a:xfrm>
                <a:off x="374487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6" name="Google Shape;48726;p35"/>
              <p:cNvSpPr/>
              <p:nvPr/>
            </p:nvSpPr>
            <p:spPr>
              <a:xfrm>
                <a:off x="392870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7" name="Google Shape;48727;p35"/>
              <p:cNvSpPr/>
              <p:nvPr/>
            </p:nvSpPr>
            <p:spPr>
              <a:xfrm>
                <a:off x="4111427"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8" name="Google Shape;48728;p35"/>
              <p:cNvSpPr/>
              <p:nvPr/>
            </p:nvSpPr>
            <p:spPr>
              <a:xfrm>
                <a:off x="4295260"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9" name="Google Shape;48729;p35"/>
              <p:cNvSpPr/>
              <p:nvPr/>
            </p:nvSpPr>
            <p:spPr>
              <a:xfrm>
                <a:off x="447797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0" name="Google Shape;48730;p35"/>
              <p:cNvSpPr/>
              <p:nvPr/>
            </p:nvSpPr>
            <p:spPr>
              <a:xfrm>
                <a:off x="4661812"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1" name="Google Shape;48731;p35"/>
              <p:cNvSpPr/>
              <p:nvPr/>
            </p:nvSpPr>
            <p:spPr>
              <a:xfrm>
                <a:off x="484453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2" name="Google Shape;48732;p35"/>
              <p:cNvSpPr/>
              <p:nvPr/>
            </p:nvSpPr>
            <p:spPr>
              <a:xfrm>
                <a:off x="5028364"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3" name="Google Shape;48733;p35"/>
              <p:cNvSpPr/>
              <p:nvPr/>
            </p:nvSpPr>
            <p:spPr>
              <a:xfrm>
                <a:off x="521108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4" name="Google Shape;48734;p35"/>
              <p:cNvSpPr/>
              <p:nvPr/>
            </p:nvSpPr>
            <p:spPr>
              <a:xfrm>
                <a:off x="5394916"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5" name="Google Shape;48735;p35"/>
              <p:cNvSpPr/>
              <p:nvPr/>
            </p:nvSpPr>
            <p:spPr>
              <a:xfrm>
                <a:off x="557763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88" y="232"/>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6" name="Google Shape;48736;p35"/>
              <p:cNvSpPr/>
              <p:nvPr/>
            </p:nvSpPr>
            <p:spPr>
              <a:xfrm>
                <a:off x="5761468" y="4182462"/>
                <a:ext cx="21540" cy="21952"/>
              </a:xfrm>
              <a:custGeom>
                <a:avLst/>
                <a:gdLst/>
                <a:ahLst/>
                <a:cxnLst/>
                <a:rect l="l" t="t" r="r" b="b"/>
                <a:pathLst>
                  <a:path w="232" h="232" extrusionOk="0">
                    <a:moveTo>
                      <a:pt x="110" y="1"/>
                    </a:moveTo>
                    <a:cubicBezTo>
                      <a:pt x="44" y="1"/>
                      <a:pt x="0" y="56"/>
                      <a:pt x="0" y="122"/>
                    </a:cubicBezTo>
                    <a:cubicBezTo>
                      <a:pt x="0" y="188"/>
                      <a:pt x="44" y="232"/>
                      <a:pt x="110" y="232"/>
                    </a:cubicBezTo>
                    <a:cubicBezTo>
                      <a:pt x="176" y="232"/>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7" name="Google Shape;48737;p35"/>
              <p:cNvSpPr/>
              <p:nvPr/>
            </p:nvSpPr>
            <p:spPr>
              <a:xfrm>
                <a:off x="594418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8" name="Google Shape;48738;p35"/>
              <p:cNvSpPr/>
              <p:nvPr/>
            </p:nvSpPr>
            <p:spPr>
              <a:xfrm>
                <a:off x="612699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9" name="Google Shape;48739;p35"/>
              <p:cNvSpPr/>
              <p:nvPr/>
            </p:nvSpPr>
            <p:spPr>
              <a:xfrm>
                <a:off x="6310739"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0" name="Google Shape;48740;p35"/>
              <p:cNvSpPr/>
              <p:nvPr/>
            </p:nvSpPr>
            <p:spPr>
              <a:xfrm>
                <a:off x="649355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1" name="Google Shape;48741;p35"/>
              <p:cNvSpPr/>
              <p:nvPr/>
            </p:nvSpPr>
            <p:spPr>
              <a:xfrm>
                <a:off x="6677291"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2" name="Google Shape;48742;p35"/>
              <p:cNvSpPr/>
              <p:nvPr/>
            </p:nvSpPr>
            <p:spPr>
              <a:xfrm>
                <a:off x="686010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3" name="Google Shape;48743;p35"/>
              <p:cNvSpPr/>
              <p:nvPr/>
            </p:nvSpPr>
            <p:spPr>
              <a:xfrm>
                <a:off x="7043843"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4" name="Google Shape;48744;p35"/>
              <p:cNvSpPr/>
              <p:nvPr/>
            </p:nvSpPr>
            <p:spPr>
              <a:xfrm>
                <a:off x="722665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5" name="Google Shape;48745;p35"/>
              <p:cNvSpPr/>
              <p:nvPr/>
            </p:nvSpPr>
            <p:spPr>
              <a:xfrm>
                <a:off x="7410395" y="4182462"/>
                <a:ext cx="21540" cy="21952"/>
              </a:xfrm>
              <a:custGeom>
                <a:avLst/>
                <a:gdLst/>
                <a:ahLst/>
                <a:cxnLst/>
                <a:rect l="l" t="t" r="r" b="b"/>
                <a:pathLst>
                  <a:path w="232" h="232" extrusionOk="0">
                    <a:moveTo>
                      <a:pt x="122" y="1"/>
                    </a:moveTo>
                    <a:cubicBezTo>
                      <a:pt x="56" y="1"/>
                      <a:pt x="1" y="56"/>
                      <a:pt x="1" y="122"/>
                    </a:cubicBezTo>
                    <a:cubicBezTo>
                      <a:pt x="1" y="188"/>
                      <a:pt x="56" y="232"/>
                      <a:pt x="122" y="232"/>
                    </a:cubicBezTo>
                    <a:cubicBezTo>
                      <a:pt x="177" y="232"/>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6" name="Google Shape;48746;p35"/>
              <p:cNvSpPr/>
              <p:nvPr/>
            </p:nvSpPr>
            <p:spPr>
              <a:xfrm>
                <a:off x="7593207"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7" name="Google Shape;48747;p35"/>
              <p:cNvSpPr/>
              <p:nvPr/>
            </p:nvSpPr>
            <p:spPr>
              <a:xfrm>
                <a:off x="7776947"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8" name="Google Shape;48748;p35"/>
              <p:cNvSpPr/>
              <p:nvPr/>
            </p:nvSpPr>
            <p:spPr>
              <a:xfrm>
                <a:off x="7959759"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9" name="Google Shape;48749;p35"/>
              <p:cNvSpPr/>
              <p:nvPr/>
            </p:nvSpPr>
            <p:spPr>
              <a:xfrm>
                <a:off x="8143500"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0" name="Google Shape;48750;p35"/>
              <p:cNvSpPr/>
              <p:nvPr/>
            </p:nvSpPr>
            <p:spPr>
              <a:xfrm>
                <a:off x="8326311"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1" name="Google Shape;48751;p35"/>
              <p:cNvSpPr/>
              <p:nvPr/>
            </p:nvSpPr>
            <p:spPr>
              <a:xfrm>
                <a:off x="8510052"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2" name="Google Shape;48752;p35"/>
              <p:cNvSpPr/>
              <p:nvPr/>
            </p:nvSpPr>
            <p:spPr>
              <a:xfrm>
                <a:off x="8692863"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3" name="Google Shape;48753;p35"/>
              <p:cNvSpPr/>
              <p:nvPr/>
            </p:nvSpPr>
            <p:spPr>
              <a:xfrm>
                <a:off x="8876604" y="4182462"/>
                <a:ext cx="21540" cy="21952"/>
              </a:xfrm>
              <a:custGeom>
                <a:avLst/>
                <a:gdLst/>
                <a:ahLst/>
                <a:cxnLst/>
                <a:rect l="l" t="t" r="r" b="b"/>
                <a:pathLst>
                  <a:path w="232" h="232" extrusionOk="0">
                    <a:moveTo>
                      <a:pt x="111" y="1"/>
                    </a:moveTo>
                    <a:cubicBezTo>
                      <a:pt x="56" y="1"/>
                      <a:pt x="1" y="56"/>
                      <a:pt x="1" y="122"/>
                    </a:cubicBezTo>
                    <a:cubicBezTo>
                      <a:pt x="1" y="188"/>
                      <a:pt x="56" y="232"/>
                      <a:pt x="111" y="232"/>
                    </a:cubicBezTo>
                    <a:cubicBezTo>
                      <a:pt x="177" y="232"/>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4" name="Google Shape;48754;p35"/>
              <p:cNvSpPr/>
              <p:nvPr/>
            </p:nvSpPr>
            <p:spPr>
              <a:xfrm>
                <a:off x="9059415" y="4182462"/>
                <a:ext cx="22561" cy="21952"/>
              </a:xfrm>
              <a:custGeom>
                <a:avLst/>
                <a:gdLst/>
                <a:ahLst/>
                <a:cxnLst/>
                <a:rect l="l" t="t" r="r" b="b"/>
                <a:pathLst>
                  <a:path w="243" h="232" extrusionOk="0">
                    <a:moveTo>
                      <a:pt x="121" y="1"/>
                    </a:moveTo>
                    <a:cubicBezTo>
                      <a:pt x="55" y="1"/>
                      <a:pt x="0" y="56"/>
                      <a:pt x="0" y="122"/>
                    </a:cubicBezTo>
                    <a:cubicBezTo>
                      <a:pt x="0" y="188"/>
                      <a:pt x="55" y="232"/>
                      <a:pt x="121" y="232"/>
                    </a:cubicBezTo>
                    <a:cubicBezTo>
                      <a:pt x="187" y="232"/>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55" name="Google Shape;48755;p35"/>
            <p:cNvGrpSpPr/>
            <p:nvPr/>
          </p:nvGrpSpPr>
          <p:grpSpPr>
            <a:xfrm>
              <a:off x="70735" y="4363203"/>
              <a:ext cx="9002530" cy="21952"/>
              <a:chOff x="79447" y="4353157"/>
              <a:chExt cx="9002530" cy="21952"/>
            </a:xfrm>
          </p:grpSpPr>
          <p:sp>
            <p:nvSpPr>
              <p:cNvPr id="48756" name="Google Shape;48756;p35"/>
              <p:cNvSpPr/>
              <p:nvPr/>
            </p:nvSpPr>
            <p:spPr>
              <a:xfrm>
                <a:off x="7944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7" name="Google Shape;48757;p35"/>
              <p:cNvSpPr/>
              <p:nvPr/>
            </p:nvSpPr>
            <p:spPr>
              <a:xfrm>
                <a:off x="263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8" name="Google Shape;48758;p35"/>
              <p:cNvSpPr/>
              <p:nvPr/>
            </p:nvSpPr>
            <p:spPr>
              <a:xfrm>
                <a:off x="445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9" name="Google Shape;48759;p35"/>
              <p:cNvSpPr/>
              <p:nvPr/>
            </p:nvSpPr>
            <p:spPr>
              <a:xfrm>
                <a:off x="629739"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0" name="Google Shape;48760;p35"/>
              <p:cNvSpPr/>
              <p:nvPr/>
            </p:nvSpPr>
            <p:spPr>
              <a:xfrm>
                <a:off x="812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1" name="Google Shape;48761;p35"/>
              <p:cNvSpPr/>
              <p:nvPr/>
            </p:nvSpPr>
            <p:spPr>
              <a:xfrm>
                <a:off x="996291"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2" name="Google Shape;48762;p35"/>
              <p:cNvSpPr/>
              <p:nvPr/>
            </p:nvSpPr>
            <p:spPr>
              <a:xfrm>
                <a:off x="1179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3" name="Google Shape;48763;p35"/>
              <p:cNvSpPr/>
              <p:nvPr/>
            </p:nvSpPr>
            <p:spPr>
              <a:xfrm>
                <a:off x="136284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4" name="Google Shape;48764;p35"/>
              <p:cNvSpPr/>
              <p:nvPr/>
            </p:nvSpPr>
            <p:spPr>
              <a:xfrm>
                <a:off x="1545655"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5" name="Google Shape;48765;p35"/>
              <p:cNvSpPr/>
              <p:nvPr/>
            </p:nvSpPr>
            <p:spPr>
              <a:xfrm>
                <a:off x="1729396"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6" y="231"/>
                      <a:pt x="231" y="176"/>
                      <a:pt x="231" y="110"/>
                    </a:cubicBezTo>
                    <a:cubicBezTo>
                      <a:pt x="231" y="44"/>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6" name="Google Shape;48766;p35"/>
              <p:cNvSpPr/>
              <p:nvPr/>
            </p:nvSpPr>
            <p:spPr>
              <a:xfrm>
                <a:off x="1912207"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7" name="Google Shape;48767;p35"/>
              <p:cNvSpPr/>
              <p:nvPr/>
            </p:nvSpPr>
            <p:spPr>
              <a:xfrm>
                <a:off x="2095948" y="4353157"/>
                <a:ext cx="21540" cy="21952"/>
              </a:xfrm>
              <a:custGeom>
                <a:avLst/>
                <a:gdLst/>
                <a:ahLst/>
                <a:cxnLst/>
                <a:rect l="l" t="t" r="r" b="b"/>
                <a:pathLst>
                  <a:path w="232" h="232" extrusionOk="0">
                    <a:moveTo>
                      <a:pt x="110" y="0"/>
                    </a:moveTo>
                    <a:cubicBezTo>
                      <a:pt x="45" y="0"/>
                      <a:pt x="1" y="44"/>
                      <a:pt x="1" y="110"/>
                    </a:cubicBezTo>
                    <a:cubicBezTo>
                      <a:pt x="1" y="176"/>
                      <a:pt x="45"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8" name="Google Shape;48768;p35"/>
              <p:cNvSpPr/>
              <p:nvPr/>
            </p:nvSpPr>
            <p:spPr>
              <a:xfrm>
                <a:off x="2278759" y="4353157"/>
                <a:ext cx="22468" cy="21952"/>
              </a:xfrm>
              <a:custGeom>
                <a:avLst/>
                <a:gdLst/>
                <a:ahLst/>
                <a:cxnLst/>
                <a:rect l="l" t="t" r="r" b="b"/>
                <a:pathLst>
                  <a:path w="242"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9" name="Google Shape;48769;p35"/>
              <p:cNvSpPr/>
              <p:nvPr/>
            </p:nvSpPr>
            <p:spPr>
              <a:xfrm>
                <a:off x="246250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0" name="Google Shape;48770;p35"/>
              <p:cNvSpPr/>
              <p:nvPr/>
            </p:nvSpPr>
            <p:spPr>
              <a:xfrm>
                <a:off x="264521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1" name="Google Shape;48771;p35"/>
              <p:cNvSpPr/>
              <p:nvPr/>
            </p:nvSpPr>
            <p:spPr>
              <a:xfrm>
                <a:off x="282905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2" name="Google Shape;48772;p35"/>
              <p:cNvSpPr/>
              <p:nvPr/>
            </p:nvSpPr>
            <p:spPr>
              <a:xfrm>
                <a:off x="301177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3" name="Google Shape;48773;p35"/>
              <p:cNvSpPr/>
              <p:nvPr/>
            </p:nvSpPr>
            <p:spPr>
              <a:xfrm>
                <a:off x="319560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4" name="Google Shape;48774;p35"/>
              <p:cNvSpPr/>
              <p:nvPr/>
            </p:nvSpPr>
            <p:spPr>
              <a:xfrm>
                <a:off x="337832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5" name="Google Shape;48775;p35"/>
              <p:cNvSpPr/>
              <p:nvPr/>
            </p:nvSpPr>
            <p:spPr>
              <a:xfrm>
                <a:off x="356215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6" name="Google Shape;48776;p35"/>
              <p:cNvSpPr/>
              <p:nvPr/>
            </p:nvSpPr>
            <p:spPr>
              <a:xfrm>
                <a:off x="374487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7" name="Google Shape;48777;p35"/>
              <p:cNvSpPr/>
              <p:nvPr/>
            </p:nvSpPr>
            <p:spPr>
              <a:xfrm>
                <a:off x="392870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8" name="Google Shape;48778;p35"/>
              <p:cNvSpPr/>
              <p:nvPr/>
            </p:nvSpPr>
            <p:spPr>
              <a:xfrm>
                <a:off x="4111427"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9" name="Google Shape;48779;p35"/>
              <p:cNvSpPr/>
              <p:nvPr/>
            </p:nvSpPr>
            <p:spPr>
              <a:xfrm>
                <a:off x="4295260"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0" name="Google Shape;48780;p35"/>
              <p:cNvSpPr/>
              <p:nvPr/>
            </p:nvSpPr>
            <p:spPr>
              <a:xfrm>
                <a:off x="447797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1" name="Google Shape;48781;p35"/>
              <p:cNvSpPr/>
              <p:nvPr/>
            </p:nvSpPr>
            <p:spPr>
              <a:xfrm>
                <a:off x="4661812"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2" name="Google Shape;48782;p35"/>
              <p:cNvSpPr/>
              <p:nvPr/>
            </p:nvSpPr>
            <p:spPr>
              <a:xfrm>
                <a:off x="484453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3" name="Google Shape;48783;p35"/>
              <p:cNvSpPr/>
              <p:nvPr/>
            </p:nvSpPr>
            <p:spPr>
              <a:xfrm>
                <a:off x="5028364"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4" name="Google Shape;48784;p35"/>
              <p:cNvSpPr/>
              <p:nvPr/>
            </p:nvSpPr>
            <p:spPr>
              <a:xfrm>
                <a:off x="521108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5" name="Google Shape;48785;p35"/>
              <p:cNvSpPr/>
              <p:nvPr/>
            </p:nvSpPr>
            <p:spPr>
              <a:xfrm>
                <a:off x="5394916"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6" name="Google Shape;48786;p35"/>
              <p:cNvSpPr/>
              <p:nvPr/>
            </p:nvSpPr>
            <p:spPr>
              <a:xfrm>
                <a:off x="557763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88" y="231"/>
                      <a:pt x="232" y="176"/>
                      <a:pt x="232" y="110"/>
                    </a:cubicBezTo>
                    <a:cubicBezTo>
                      <a:pt x="232" y="44"/>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7" name="Google Shape;48787;p35"/>
              <p:cNvSpPr/>
              <p:nvPr/>
            </p:nvSpPr>
            <p:spPr>
              <a:xfrm>
                <a:off x="5761468" y="4353157"/>
                <a:ext cx="21540" cy="21952"/>
              </a:xfrm>
              <a:custGeom>
                <a:avLst/>
                <a:gdLst/>
                <a:ahLst/>
                <a:cxnLst/>
                <a:rect l="l" t="t" r="r" b="b"/>
                <a:pathLst>
                  <a:path w="232" h="232" extrusionOk="0">
                    <a:moveTo>
                      <a:pt x="110" y="0"/>
                    </a:moveTo>
                    <a:cubicBezTo>
                      <a:pt x="44" y="0"/>
                      <a:pt x="0" y="44"/>
                      <a:pt x="0" y="110"/>
                    </a:cubicBezTo>
                    <a:cubicBezTo>
                      <a:pt x="0" y="176"/>
                      <a:pt x="44" y="231"/>
                      <a:pt x="110" y="231"/>
                    </a:cubicBezTo>
                    <a:cubicBezTo>
                      <a:pt x="176" y="231"/>
                      <a:pt x="231" y="176"/>
                      <a:pt x="231" y="110"/>
                    </a:cubicBezTo>
                    <a:cubicBezTo>
                      <a:pt x="231" y="44"/>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8" name="Google Shape;48788;p35"/>
              <p:cNvSpPr/>
              <p:nvPr/>
            </p:nvSpPr>
            <p:spPr>
              <a:xfrm>
                <a:off x="594418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9" name="Google Shape;48789;p35"/>
              <p:cNvSpPr/>
              <p:nvPr/>
            </p:nvSpPr>
            <p:spPr>
              <a:xfrm>
                <a:off x="612699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0" name="Google Shape;48790;p35"/>
              <p:cNvSpPr/>
              <p:nvPr/>
            </p:nvSpPr>
            <p:spPr>
              <a:xfrm>
                <a:off x="6310739"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1" name="Google Shape;48791;p35"/>
              <p:cNvSpPr/>
              <p:nvPr/>
            </p:nvSpPr>
            <p:spPr>
              <a:xfrm>
                <a:off x="649355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2" name="Google Shape;48792;p35"/>
              <p:cNvSpPr/>
              <p:nvPr/>
            </p:nvSpPr>
            <p:spPr>
              <a:xfrm>
                <a:off x="6677291"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3" name="Google Shape;48793;p35"/>
              <p:cNvSpPr/>
              <p:nvPr/>
            </p:nvSpPr>
            <p:spPr>
              <a:xfrm>
                <a:off x="686010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4" name="Google Shape;48794;p35"/>
              <p:cNvSpPr/>
              <p:nvPr/>
            </p:nvSpPr>
            <p:spPr>
              <a:xfrm>
                <a:off x="7043843"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5" name="Google Shape;48795;p35"/>
              <p:cNvSpPr/>
              <p:nvPr/>
            </p:nvSpPr>
            <p:spPr>
              <a:xfrm>
                <a:off x="722665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6" name="Google Shape;48796;p35"/>
              <p:cNvSpPr/>
              <p:nvPr/>
            </p:nvSpPr>
            <p:spPr>
              <a:xfrm>
                <a:off x="7410395" y="4353157"/>
                <a:ext cx="21540" cy="21952"/>
              </a:xfrm>
              <a:custGeom>
                <a:avLst/>
                <a:gdLst/>
                <a:ahLst/>
                <a:cxnLst/>
                <a:rect l="l" t="t" r="r" b="b"/>
                <a:pathLst>
                  <a:path w="232" h="232" extrusionOk="0">
                    <a:moveTo>
                      <a:pt x="122" y="0"/>
                    </a:moveTo>
                    <a:cubicBezTo>
                      <a:pt x="56" y="0"/>
                      <a:pt x="1" y="44"/>
                      <a:pt x="1" y="110"/>
                    </a:cubicBezTo>
                    <a:cubicBezTo>
                      <a:pt x="1" y="176"/>
                      <a:pt x="56" y="231"/>
                      <a:pt x="122" y="231"/>
                    </a:cubicBezTo>
                    <a:cubicBezTo>
                      <a:pt x="177" y="231"/>
                      <a:pt x="232" y="176"/>
                      <a:pt x="232" y="110"/>
                    </a:cubicBezTo>
                    <a:cubicBezTo>
                      <a:pt x="232" y="44"/>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7" name="Google Shape;48797;p35"/>
              <p:cNvSpPr/>
              <p:nvPr/>
            </p:nvSpPr>
            <p:spPr>
              <a:xfrm>
                <a:off x="7593207"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8" name="Google Shape;48798;p35"/>
              <p:cNvSpPr/>
              <p:nvPr/>
            </p:nvSpPr>
            <p:spPr>
              <a:xfrm>
                <a:off x="7776947"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9" name="Google Shape;48799;p35"/>
              <p:cNvSpPr/>
              <p:nvPr/>
            </p:nvSpPr>
            <p:spPr>
              <a:xfrm>
                <a:off x="7959759"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0" name="Google Shape;48800;p35"/>
              <p:cNvSpPr/>
              <p:nvPr/>
            </p:nvSpPr>
            <p:spPr>
              <a:xfrm>
                <a:off x="8143500"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1" name="Google Shape;48801;p35"/>
              <p:cNvSpPr/>
              <p:nvPr/>
            </p:nvSpPr>
            <p:spPr>
              <a:xfrm>
                <a:off x="8326311"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2" name="Google Shape;48802;p35"/>
              <p:cNvSpPr/>
              <p:nvPr/>
            </p:nvSpPr>
            <p:spPr>
              <a:xfrm>
                <a:off x="8510052"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3" name="Google Shape;48803;p35"/>
              <p:cNvSpPr/>
              <p:nvPr/>
            </p:nvSpPr>
            <p:spPr>
              <a:xfrm>
                <a:off x="8692863"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4" name="Google Shape;48804;p35"/>
              <p:cNvSpPr/>
              <p:nvPr/>
            </p:nvSpPr>
            <p:spPr>
              <a:xfrm>
                <a:off x="8876604" y="4353157"/>
                <a:ext cx="21540" cy="21952"/>
              </a:xfrm>
              <a:custGeom>
                <a:avLst/>
                <a:gdLst/>
                <a:ahLst/>
                <a:cxnLst/>
                <a:rect l="l" t="t" r="r" b="b"/>
                <a:pathLst>
                  <a:path w="232" h="232" extrusionOk="0">
                    <a:moveTo>
                      <a:pt x="111" y="0"/>
                    </a:moveTo>
                    <a:cubicBezTo>
                      <a:pt x="56" y="0"/>
                      <a:pt x="1" y="44"/>
                      <a:pt x="1" y="110"/>
                    </a:cubicBezTo>
                    <a:cubicBezTo>
                      <a:pt x="1" y="176"/>
                      <a:pt x="56" y="231"/>
                      <a:pt x="111" y="231"/>
                    </a:cubicBezTo>
                    <a:cubicBezTo>
                      <a:pt x="177" y="231"/>
                      <a:pt x="232" y="176"/>
                      <a:pt x="232" y="110"/>
                    </a:cubicBezTo>
                    <a:cubicBezTo>
                      <a:pt x="232" y="44"/>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5" name="Google Shape;48805;p35"/>
              <p:cNvSpPr/>
              <p:nvPr/>
            </p:nvSpPr>
            <p:spPr>
              <a:xfrm>
                <a:off x="9059415" y="4353157"/>
                <a:ext cx="22561" cy="21952"/>
              </a:xfrm>
              <a:custGeom>
                <a:avLst/>
                <a:gdLst/>
                <a:ahLst/>
                <a:cxnLst/>
                <a:rect l="l" t="t" r="r" b="b"/>
                <a:pathLst>
                  <a:path w="243" h="232" extrusionOk="0">
                    <a:moveTo>
                      <a:pt x="121" y="0"/>
                    </a:moveTo>
                    <a:cubicBezTo>
                      <a:pt x="55" y="0"/>
                      <a:pt x="0" y="44"/>
                      <a:pt x="0" y="110"/>
                    </a:cubicBezTo>
                    <a:cubicBezTo>
                      <a:pt x="0" y="176"/>
                      <a:pt x="55" y="231"/>
                      <a:pt x="121" y="231"/>
                    </a:cubicBezTo>
                    <a:cubicBezTo>
                      <a:pt x="187" y="231"/>
                      <a:pt x="242" y="176"/>
                      <a:pt x="242" y="110"/>
                    </a:cubicBezTo>
                    <a:cubicBezTo>
                      <a:pt x="242" y="44"/>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06" name="Google Shape;48806;p35"/>
            <p:cNvGrpSpPr/>
            <p:nvPr/>
          </p:nvGrpSpPr>
          <p:grpSpPr>
            <a:xfrm>
              <a:off x="70735" y="4534570"/>
              <a:ext cx="9002530" cy="22993"/>
              <a:chOff x="79447" y="4522716"/>
              <a:chExt cx="9002530" cy="22993"/>
            </a:xfrm>
          </p:grpSpPr>
          <p:sp>
            <p:nvSpPr>
              <p:cNvPr id="48807" name="Google Shape;48807;p35"/>
              <p:cNvSpPr/>
              <p:nvPr/>
            </p:nvSpPr>
            <p:spPr>
              <a:xfrm>
                <a:off x="7944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8" name="Google Shape;48808;p35"/>
              <p:cNvSpPr/>
              <p:nvPr/>
            </p:nvSpPr>
            <p:spPr>
              <a:xfrm>
                <a:off x="263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9" name="Google Shape;48809;p35"/>
              <p:cNvSpPr/>
              <p:nvPr/>
            </p:nvSpPr>
            <p:spPr>
              <a:xfrm>
                <a:off x="445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0" name="Google Shape;48810;p35"/>
              <p:cNvSpPr/>
              <p:nvPr/>
            </p:nvSpPr>
            <p:spPr>
              <a:xfrm>
                <a:off x="629739"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1" name="Google Shape;48811;p35"/>
              <p:cNvSpPr/>
              <p:nvPr/>
            </p:nvSpPr>
            <p:spPr>
              <a:xfrm>
                <a:off x="812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2" name="Google Shape;48812;p35"/>
              <p:cNvSpPr/>
              <p:nvPr/>
            </p:nvSpPr>
            <p:spPr>
              <a:xfrm>
                <a:off x="996291"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3" name="Google Shape;48813;p35"/>
              <p:cNvSpPr/>
              <p:nvPr/>
            </p:nvSpPr>
            <p:spPr>
              <a:xfrm>
                <a:off x="1179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4" name="Google Shape;48814;p35"/>
              <p:cNvSpPr/>
              <p:nvPr/>
            </p:nvSpPr>
            <p:spPr>
              <a:xfrm>
                <a:off x="136284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5" name="Google Shape;48815;p35"/>
              <p:cNvSpPr/>
              <p:nvPr/>
            </p:nvSpPr>
            <p:spPr>
              <a:xfrm>
                <a:off x="1545655"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6" name="Google Shape;48816;p35"/>
              <p:cNvSpPr/>
              <p:nvPr/>
            </p:nvSpPr>
            <p:spPr>
              <a:xfrm>
                <a:off x="1729396"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6" y="243"/>
                      <a:pt x="231" y="188"/>
                      <a:pt x="231" y="122"/>
                    </a:cubicBezTo>
                    <a:cubicBezTo>
                      <a:pt x="231" y="56"/>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7" name="Google Shape;48817;p35"/>
              <p:cNvSpPr/>
              <p:nvPr/>
            </p:nvSpPr>
            <p:spPr>
              <a:xfrm>
                <a:off x="1912207"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8" name="Google Shape;48818;p35"/>
              <p:cNvSpPr/>
              <p:nvPr/>
            </p:nvSpPr>
            <p:spPr>
              <a:xfrm>
                <a:off x="2095948" y="4522716"/>
                <a:ext cx="21540" cy="22993"/>
              </a:xfrm>
              <a:custGeom>
                <a:avLst/>
                <a:gdLst/>
                <a:ahLst/>
                <a:cxnLst/>
                <a:rect l="l" t="t" r="r" b="b"/>
                <a:pathLst>
                  <a:path w="232" h="243" extrusionOk="0">
                    <a:moveTo>
                      <a:pt x="110" y="1"/>
                    </a:moveTo>
                    <a:cubicBezTo>
                      <a:pt x="45" y="1"/>
                      <a:pt x="1" y="56"/>
                      <a:pt x="1" y="122"/>
                    </a:cubicBezTo>
                    <a:cubicBezTo>
                      <a:pt x="1" y="188"/>
                      <a:pt x="45"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9" name="Google Shape;48819;p35"/>
              <p:cNvSpPr/>
              <p:nvPr/>
            </p:nvSpPr>
            <p:spPr>
              <a:xfrm>
                <a:off x="2278759" y="4522716"/>
                <a:ext cx="22468" cy="22993"/>
              </a:xfrm>
              <a:custGeom>
                <a:avLst/>
                <a:gdLst/>
                <a:ahLst/>
                <a:cxnLst/>
                <a:rect l="l" t="t" r="r" b="b"/>
                <a:pathLst>
                  <a:path w="242"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0" name="Google Shape;48820;p35"/>
              <p:cNvSpPr/>
              <p:nvPr/>
            </p:nvSpPr>
            <p:spPr>
              <a:xfrm>
                <a:off x="246250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1" name="Google Shape;48821;p35"/>
              <p:cNvSpPr/>
              <p:nvPr/>
            </p:nvSpPr>
            <p:spPr>
              <a:xfrm>
                <a:off x="264521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2" name="Google Shape;48822;p35"/>
              <p:cNvSpPr/>
              <p:nvPr/>
            </p:nvSpPr>
            <p:spPr>
              <a:xfrm>
                <a:off x="282905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3" name="Google Shape;48823;p35"/>
              <p:cNvSpPr/>
              <p:nvPr/>
            </p:nvSpPr>
            <p:spPr>
              <a:xfrm>
                <a:off x="301177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4" name="Google Shape;48824;p35"/>
              <p:cNvSpPr/>
              <p:nvPr/>
            </p:nvSpPr>
            <p:spPr>
              <a:xfrm>
                <a:off x="319560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5" name="Google Shape;48825;p35"/>
              <p:cNvSpPr/>
              <p:nvPr/>
            </p:nvSpPr>
            <p:spPr>
              <a:xfrm>
                <a:off x="337832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6" name="Google Shape;48826;p35"/>
              <p:cNvSpPr/>
              <p:nvPr/>
            </p:nvSpPr>
            <p:spPr>
              <a:xfrm>
                <a:off x="356215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7" name="Google Shape;48827;p35"/>
              <p:cNvSpPr/>
              <p:nvPr/>
            </p:nvSpPr>
            <p:spPr>
              <a:xfrm>
                <a:off x="374487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8" name="Google Shape;48828;p35"/>
              <p:cNvSpPr/>
              <p:nvPr/>
            </p:nvSpPr>
            <p:spPr>
              <a:xfrm>
                <a:off x="392870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9" name="Google Shape;48829;p35"/>
              <p:cNvSpPr/>
              <p:nvPr/>
            </p:nvSpPr>
            <p:spPr>
              <a:xfrm>
                <a:off x="4111427"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0" name="Google Shape;48830;p35"/>
              <p:cNvSpPr/>
              <p:nvPr/>
            </p:nvSpPr>
            <p:spPr>
              <a:xfrm>
                <a:off x="4295260"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1" name="Google Shape;48831;p35"/>
              <p:cNvSpPr/>
              <p:nvPr/>
            </p:nvSpPr>
            <p:spPr>
              <a:xfrm>
                <a:off x="447797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2" name="Google Shape;48832;p35"/>
              <p:cNvSpPr/>
              <p:nvPr/>
            </p:nvSpPr>
            <p:spPr>
              <a:xfrm>
                <a:off x="4661812"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3" name="Google Shape;48833;p35"/>
              <p:cNvSpPr/>
              <p:nvPr/>
            </p:nvSpPr>
            <p:spPr>
              <a:xfrm>
                <a:off x="484453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4" name="Google Shape;48834;p35"/>
              <p:cNvSpPr/>
              <p:nvPr/>
            </p:nvSpPr>
            <p:spPr>
              <a:xfrm>
                <a:off x="5028364"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5" name="Google Shape;48835;p35"/>
              <p:cNvSpPr/>
              <p:nvPr/>
            </p:nvSpPr>
            <p:spPr>
              <a:xfrm>
                <a:off x="521108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6" name="Google Shape;48836;p35"/>
              <p:cNvSpPr/>
              <p:nvPr/>
            </p:nvSpPr>
            <p:spPr>
              <a:xfrm>
                <a:off x="5394916"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7" name="Google Shape;48837;p35"/>
              <p:cNvSpPr/>
              <p:nvPr/>
            </p:nvSpPr>
            <p:spPr>
              <a:xfrm>
                <a:off x="557763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88" y="243"/>
                      <a:pt x="232" y="188"/>
                      <a:pt x="232" y="122"/>
                    </a:cubicBezTo>
                    <a:cubicBezTo>
                      <a:pt x="232" y="56"/>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8" name="Google Shape;48838;p35"/>
              <p:cNvSpPr/>
              <p:nvPr/>
            </p:nvSpPr>
            <p:spPr>
              <a:xfrm>
                <a:off x="5761468" y="4522716"/>
                <a:ext cx="21540" cy="22993"/>
              </a:xfrm>
              <a:custGeom>
                <a:avLst/>
                <a:gdLst/>
                <a:ahLst/>
                <a:cxnLst/>
                <a:rect l="l" t="t" r="r" b="b"/>
                <a:pathLst>
                  <a:path w="232" h="243" extrusionOk="0">
                    <a:moveTo>
                      <a:pt x="110" y="1"/>
                    </a:moveTo>
                    <a:cubicBezTo>
                      <a:pt x="44" y="1"/>
                      <a:pt x="0" y="56"/>
                      <a:pt x="0" y="122"/>
                    </a:cubicBezTo>
                    <a:cubicBezTo>
                      <a:pt x="0" y="188"/>
                      <a:pt x="44" y="243"/>
                      <a:pt x="110" y="243"/>
                    </a:cubicBezTo>
                    <a:cubicBezTo>
                      <a:pt x="176" y="243"/>
                      <a:pt x="231" y="188"/>
                      <a:pt x="231" y="122"/>
                    </a:cubicBezTo>
                    <a:cubicBezTo>
                      <a:pt x="231" y="56"/>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9" name="Google Shape;48839;p35"/>
              <p:cNvSpPr/>
              <p:nvPr/>
            </p:nvSpPr>
            <p:spPr>
              <a:xfrm>
                <a:off x="594418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0" name="Google Shape;48840;p35"/>
              <p:cNvSpPr/>
              <p:nvPr/>
            </p:nvSpPr>
            <p:spPr>
              <a:xfrm>
                <a:off x="612699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1" name="Google Shape;48841;p35"/>
              <p:cNvSpPr/>
              <p:nvPr/>
            </p:nvSpPr>
            <p:spPr>
              <a:xfrm>
                <a:off x="6310739"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2" name="Google Shape;48842;p35"/>
              <p:cNvSpPr/>
              <p:nvPr/>
            </p:nvSpPr>
            <p:spPr>
              <a:xfrm>
                <a:off x="649355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3" name="Google Shape;48843;p35"/>
              <p:cNvSpPr/>
              <p:nvPr/>
            </p:nvSpPr>
            <p:spPr>
              <a:xfrm>
                <a:off x="6677291"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4" name="Google Shape;48844;p35"/>
              <p:cNvSpPr/>
              <p:nvPr/>
            </p:nvSpPr>
            <p:spPr>
              <a:xfrm>
                <a:off x="686010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5" name="Google Shape;48845;p35"/>
              <p:cNvSpPr/>
              <p:nvPr/>
            </p:nvSpPr>
            <p:spPr>
              <a:xfrm>
                <a:off x="7043843"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6" name="Google Shape;48846;p35"/>
              <p:cNvSpPr/>
              <p:nvPr/>
            </p:nvSpPr>
            <p:spPr>
              <a:xfrm>
                <a:off x="722665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7" name="Google Shape;48847;p35"/>
              <p:cNvSpPr/>
              <p:nvPr/>
            </p:nvSpPr>
            <p:spPr>
              <a:xfrm>
                <a:off x="7410395" y="4522716"/>
                <a:ext cx="21540" cy="22993"/>
              </a:xfrm>
              <a:custGeom>
                <a:avLst/>
                <a:gdLst/>
                <a:ahLst/>
                <a:cxnLst/>
                <a:rect l="l" t="t" r="r" b="b"/>
                <a:pathLst>
                  <a:path w="232" h="243" extrusionOk="0">
                    <a:moveTo>
                      <a:pt x="122" y="1"/>
                    </a:moveTo>
                    <a:cubicBezTo>
                      <a:pt x="56" y="1"/>
                      <a:pt x="1" y="56"/>
                      <a:pt x="1" y="122"/>
                    </a:cubicBezTo>
                    <a:cubicBezTo>
                      <a:pt x="1" y="188"/>
                      <a:pt x="56" y="243"/>
                      <a:pt x="122" y="243"/>
                    </a:cubicBezTo>
                    <a:cubicBezTo>
                      <a:pt x="177" y="243"/>
                      <a:pt x="232" y="188"/>
                      <a:pt x="232" y="122"/>
                    </a:cubicBezTo>
                    <a:cubicBezTo>
                      <a:pt x="232" y="56"/>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8" name="Google Shape;48848;p35"/>
              <p:cNvSpPr/>
              <p:nvPr/>
            </p:nvSpPr>
            <p:spPr>
              <a:xfrm>
                <a:off x="7593207"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9" name="Google Shape;48849;p35"/>
              <p:cNvSpPr/>
              <p:nvPr/>
            </p:nvSpPr>
            <p:spPr>
              <a:xfrm>
                <a:off x="7776947"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0" name="Google Shape;48850;p35"/>
              <p:cNvSpPr/>
              <p:nvPr/>
            </p:nvSpPr>
            <p:spPr>
              <a:xfrm>
                <a:off x="7959759"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1" name="Google Shape;48851;p35"/>
              <p:cNvSpPr/>
              <p:nvPr/>
            </p:nvSpPr>
            <p:spPr>
              <a:xfrm>
                <a:off x="8143500"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2" name="Google Shape;48852;p35"/>
              <p:cNvSpPr/>
              <p:nvPr/>
            </p:nvSpPr>
            <p:spPr>
              <a:xfrm>
                <a:off x="8326311"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3" name="Google Shape;48853;p35"/>
              <p:cNvSpPr/>
              <p:nvPr/>
            </p:nvSpPr>
            <p:spPr>
              <a:xfrm>
                <a:off x="8510052"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4" name="Google Shape;48854;p35"/>
              <p:cNvSpPr/>
              <p:nvPr/>
            </p:nvSpPr>
            <p:spPr>
              <a:xfrm>
                <a:off x="8692863"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5" name="Google Shape;48855;p35"/>
              <p:cNvSpPr/>
              <p:nvPr/>
            </p:nvSpPr>
            <p:spPr>
              <a:xfrm>
                <a:off x="8876604" y="4522716"/>
                <a:ext cx="21540" cy="22993"/>
              </a:xfrm>
              <a:custGeom>
                <a:avLst/>
                <a:gdLst/>
                <a:ahLst/>
                <a:cxnLst/>
                <a:rect l="l" t="t" r="r" b="b"/>
                <a:pathLst>
                  <a:path w="232" h="243" extrusionOk="0">
                    <a:moveTo>
                      <a:pt x="111" y="1"/>
                    </a:moveTo>
                    <a:cubicBezTo>
                      <a:pt x="56" y="1"/>
                      <a:pt x="1" y="56"/>
                      <a:pt x="1" y="122"/>
                    </a:cubicBezTo>
                    <a:cubicBezTo>
                      <a:pt x="1" y="188"/>
                      <a:pt x="56" y="243"/>
                      <a:pt x="111" y="243"/>
                    </a:cubicBezTo>
                    <a:cubicBezTo>
                      <a:pt x="177" y="243"/>
                      <a:pt x="232" y="188"/>
                      <a:pt x="232" y="122"/>
                    </a:cubicBezTo>
                    <a:cubicBezTo>
                      <a:pt x="232" y="56"/>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6" name="Google Shape;48856;p35"/>
              <p:cNvSpPr/>
              <p:nvPr/>
            </p:nvSpPr>
            <p:spPr>
              <a:xfrm>
                <a:off x="9059415" y="4522716"/>
                <a:ext cx="22561" cy="22993"/>
              </a:xfrm>
              <a:custGeom>
                <a:avLst/>
                <a:gdLst/>
                <a:ahLst/>
                <a:cxnLst/>
                <a:rect l="l" t="t" r="r" b="b"/>
                <a:pathLst>
                  <a:path w="243" h="243" extrusionOk="0">
                    <a:moveTo>
                      <a:pt x="121" y="1"/>
                    </a:moveTo>
                    <a:cubicBezTo>
                      <a:pt x="55" y="1"/>
                      <a:pt x="0" y="56"/>
                      <a:pt x="0" y="122"/>
                    </a:cubicBezTo>
                    <a:cubicBezTo>
                      <a:pt x="0" y="188"/>
                      <a:pt x="55" y="243"/>
                      <a:pt x="121" y="243"/>
                    </a:cubicBezTo>
                    <a:cubicBezTo>
                      <a:pt x="187" y="243"/>
                      <a:pt x="242" y="188"/>
                      <a:pt x="242" y="122"/>
                    </a:cubicBezTo>
                    <a:cubicBezTo>
                      <a:pt x="242" y="56"/>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57" name="Google Shape;48857;p35"/>
            <p:cNvGrpSpPr/>
            <p:nvPr/>
          </p:nvGrpSpPr>
          <p:grpSpPr>
            <a:xfrm>
              <a:off x="70735" y="4706978"/>
              <a:ext cx="9002530" cy="21952"/>
              <a:chOff x="79447" y="4693410"/>
              <a:chExt cx="9002530" cy="21952"/>
            </a:xfrm>
          </p:grpSpPr>
          <p:sp>
            <p:nvSpPr>
              <p:cNvPr id="48858" name="Google Shape;48858;p35"/>
              <p:cNvSpPr/>
              <p:nvPr/>
            </p:nvSpPr>
            <p:spPr>
              <a:xfrm>
                <a:off x="7944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9" name="Google Shape;48859;p35"/>
              <p:cNvSpPr/>
              <p:nvPr/>
            </p:nvSpPr>
            <p:spPr>
              <a:xfrm>
                <a:off x="263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0" name="Google Shape;48860;p35"/>
              <p:cNvSpPr/>
              <p:nvPr/>
            </p:nvSpPr>
            <p:spPr>
              <a:xfrm>
                <a:off x="445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1" name="Google Shape;48861;p35"/>
              <p:cNvSpPr/>
              <p:nvPr/>
            </p:nvSpPr>
            <p:spPr>
              <a:xfrm>
                <a:off x="629739"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2" name="Google Shape;48862;p35"/>
              <p:cNvSpPr/>
              <p:nvPr/>
            </p:nvSpPr>
            <p:spPr>
              <a:xfrm>
                <a:off x="812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3" name="Google Shape;48863;p35"/>
              <p:cNvSpPr/>
              <p:nvPr/>
            </p:nvSpPr>
            <p:spPr>
              <a:xfrm>
                <a:off x="996291"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4" name="Google Shape;48864;p35"/>
              <p:cNvSpPr/>
              <p:nvPr/>
            </p:nvSpPr>
            <p:spPr>
              <a:xfrm>
                <a:off x="1179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5" name="Google Shape;48865;p35"/>
              <p:cNvSpPr/>
              <p:nvPr/>
            </p:nvSpPr>
            <p:spPr>
              <a:xfrm>
                <a:off x="136284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6" name="Google Shape;48866;p35"/>
              <p:cNvSpPr/>
              <p:nvPr/>
            </p:nvSpPr>
            <p:spPr>
              <a:xfrm>
                <a:off x="1545655"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7" name="Google Shape;48867;p35"/>
              <p:cNvSpPr/>
              <p:nvPr/>
            </p:nvSpPr>
            <p:spPr>
              <a:xfrm>
                <a:off x="1729396"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6" y="231"/>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8" name="Google Shape;48868;p35"/>
              <p:cNvSpPr/>
              <p:nvPr/>
            </p:nvSpPr>
            <p:spPr>
              <a:xfrm>
                <a:off x="1912207"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9" name="Google Shape;48869;p35"/>
              <p:cNvSpPr/>
              <p:nvPr/>
            </p:nvSpPr>
            <p:spPr>
              <a:xfrm>
                <a:off x="2095948" y="4693410"/>
                <a:ext cx="21540" cy="21952"/>
              </a:xfrm>
              <a:custGeom>
                <a:avLst/>
                <a:gdLst/>
                <a:ahLst/>
                <a:cxnLst/>
                <a:rect l="l" t="t" r="r" b="b"/>
                <a:pathLst>
                  <a:path w="232" h="232" extrusionOk="0">
                    <a:moveTo>
                      <a:pt x="110" y="0"/>
                    </a:moveTo>
                    <a:cubicBezTo>
                      <a:pt x="45" y="0"/>
                      <a:pt x="1" y="55"/>
                      <a:pt x="1" y="121"/>
                    </a:cubicBezTo>
                    <a:cubicBezTo>
                      <a:pt x="1" y="187"/>
                      <a:pt x="45"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0" name="Google Shape;48870;p35"/>
              <p:cNvSpPr/>
              <p:nvPr/>
            </p:nvSpPr>
            <p:spPr>
              <a:xfrm>
                <a:off x="2278759" y="4693410"/>
                <a:ext cx="22468" cy="21952"/>
              </a:xfrm>
              <a:custGeom>
                <a:avLst/>
                <a:gdLst/>
                <a:ahLst/>
                <a:cxnLst/>
                <a:rect l="l" t="t" r="r" b="b"/>
                <a:pathLst>
                  <a:path w="242"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1" name="Google Shape;48871;p35"/>
              <p:cNvSpPr/>
              <p:nvPr/>
            </p:nvSpPr>
            <p:spPr>
              <a:xfrm>
                <a:off x="246250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2" name="Google Shape;48872;p35"/>
              <p:cNvSpPr/>
              <p:nvPr/>
            </p:nvSpPr>
            <p:spPr>
              <a:xfrm>
                <a:off x="264521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3" name="Google Shape;48873;p35"/>
              <p:cNvSpPr/>
              <p:nvPr/>
            </p:nvSpPr>
            <p:spPr>
              <a:xfrm>
                <a:off x="282905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4" name="Google Shape;48874;p35"/>
              <p:cNvSpPr/>
              <p:nvPr/>
            </p:nvSpPr>
            <p:spPr>
              <a:xfrm>
                <a:off x="301177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5" name="Google Shape;48875;p35"/>
              <p:cNvSpPr/>
              <p:nvPr/>
            </p:nvSpPr>
            <p:spPr>
              <a:xfrm>
                <a:off x="319560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6" name="Google Shape;48876;p35"/>
              <p:cNvSpPr/>
              <p:nvPr/>
            </p:nvSpPr>
            <p:spPr>
              <a:xfrm>
                <a:off x="337832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7" name="Google Shape;48877;p35"/>
              <p:cNvSpPr/>
              <p:nvPr/>
            </p:nvSpPr>
            <p:spPr>
              <a:xfrm>
                <a:off x="356215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8" name="Google Shape;48878;p35"/>
              <p:cNvSpPr/>
              <p:nvPr/>
            </p:nvSpPr>
            <p:spPr>
              <a:xfrm>
                <a:off x="374487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9" name="Google Shape;48879;p35"/>
              <p:cNvSpPr/>
              <p:nvPr/>
            </p:nvSpPr>
            <p:spPr>
              <a:xfrm>
                <a:off x="392870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0" name="Google Shape;48880;p35"/>
              <p:cNvSpPr/>
              <p:nvPr/>
            </p:nvSpPr>
            <p:spPr>
              <a:xfrm>
                <a:off x="4111427"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1" name="Google Shape;48881;p35"/>
              <p:cNvSpPr/>
              <p:nvPr/>
            </p:nvSpPr>
            <p:spPr>
              <a:xfrm>
                <a:off x="4295260"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2" name="Google Shape;48882;p35"/>
              <p:cNvSpPr/>
              <p:nvPr/>
            </p:nvSpPr>
            <p:spPr>
              <a:xfrm>
                <a:off x="447797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3" name="Google Shape;48883;p35"/>
              <p:cNvSpPr/>
              <p:nvPr/>
            </p:nvSpPr>
            <p:spPr>
              <a:xfrm>
                <a:off x="4661812"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4" name="Google Shape;48884;p35"/>
              <p:cNvSpPr/>
              <p:nvPr/>
            </p:nvSpPr>
            <p:spPr>
              <a:xfrm>
                <a:off x="484453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5" name="Google Shape;48885;p35"/>
              <p:cNvSpPr/>
              <p:nvPr/>
            </p:nvSpPr>
            <p:spPr>
              <a:xfrm>
                <a:off x="5028364"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6" name="Google Shape;48886;p35"/>
              <p:cNvSpPr/>
              <p:nvPr/>
            </p:nvSpPr>
            <p:spPr>
              <a:xfrm>
                <a:off x="521108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7" name="Google Shape;48887;p35"/>
              <p:cNvSpPr/>
              <p:nvPr/>
            </p:nvSpPr>
            <p:spPr>
              <a:xfrm>
                <a:off x="5394916"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8" name="Google Shape;48888;p35"/>
              <p:cNvSpPr/>
              <p:nvPr/>
            </p:nvSpPr>
            <p:spPr>
              <a:xfrm>
                <a:off x="557763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88" y="231"/>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9" name="Google Shape;48889;p35"/>
              <p:cNvSpPr/>
              <p:nvPr/>
            </p:nvSpPr>
            <p:spPr>
              <a:xfrm>
                <a:off x="5761468" y="4693410"/>
                <a:ext cx="21540" cy="21952"/>
              </a:xfrm>
              <a:custGeom>
                <a:avLst/>
                <a:gdLst/>
                <a:ahLst/>
                <a:cxnLst/>
                <a:rect l="l" t="t" r="r" b="b"/>
                <a:pathLst>
                  <a:path w="232" h="232" extrusionOk="0">
                    <a:moveTo>
                      <a:pt x="110" y="0"/>
                    </a:moveTo>
                    <a:cubicBezTo>
                      <a:pt x="44" y="0"/>
                      <a:pt x="0" y="55"/>
                      <a:pt x="0" y="121"/>
                    </a:cubicBezTo>
                    <a:cubicBezTo>
                      <a:pt x="0" y="187"/>
                      <a:pt x="44" y="231"/>
                      <a:pt x="110" y="231"/>
                    </a:cubicBezTo>
                    <a:cubicBezTo>
                      <a:pt x="176" y="231"/>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0" name="Google Shape;48890;p35"/>
              <p:cNvSpPr/>
              <p:nvPr/>
            </p:nvSpPr>
            <p:spPr>
              <a:xfrm>
                <a:off x="594418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1" name="Google Shape;48891;p35"/>
              <p:cNvSpPr/>
              <p:nvPr/>
            </p:nvSpPr>
            <p:spPr>
              <a:xfrm>
                <a:off x="612699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2" name="Google Shape;48892;p35"/>
              <p:cNvSpPr/>
              <p:nvPr/>
            </p:nvSpPr>
            <p:spPr>
              <a:xfrm>
                <a:off x="6310739"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3" name="Google Shape;48893;p35"/>
              <p:cNvSpPr/>
              <p:nvPr/>
            </p:nvSpPr>
            <p:spPr>
              <a:xfrm>
                <a:off x="649355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4" name="Google Shape;48894;p35"/>
              <p:cNvSpPr/>
              <p:nvPr/>
            </p:nvSpPr>
            <p:spPr>
              <a:xfrm>
                <a:off x="6677291"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5" name="Google Shape;48895;p35"/>
              <p:cNvSpPr/>
              <p:nvPr/>
            </p:nvSpPr>
            <p:spPr>
              <a:xfrm>
                <a:off x="686010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6" name="Google Shape;48896;p35"/>
              <p:cNvSpPr/>
              <p:nvPr/>
            </p:nvSpPr>
            <p:spPr>
              <a:xfrm>
                <a:off x="7043843"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7" name="Google Shape;48897;p35"/>
              <p:cNvSpPr/>
              <p:nvPr/>
            </p:nvSpPr>
            <p:spPr>
              <a:xfrm>
                <a:off x="722665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8" name="Google Shape;48898;p35"/>
              <p:cNvSpPr/>
              <p:nvPr/>
            </p:nvSpPr>
            <p:spPr>
              <a:xfrm>
                <a:off x="7410395" y="4693410"/>
                <a:ext cx="21540" cy="21952"/>
              </a:xfrm>
              <a:custGeom>
                <a:avLst/>
                <a:gdLst/>
                <a:ahLst/>
                <a:cxnLst/>
                <a:rect l="l" t="t" r="r" b="b"/>
                <a:pathLst>
                  <a:path w="232" h="232" extrusionOk="0">
                    <a:moveTo>
                      <a:pt x="122" y="0"/>
                    </a:moveTo>
                    <a:cubicBezTo>
                      <a:pt x="56" y="0"/>
                      <a:pt x="1" y="55"/>
                      <a:pt x="1" y="121"/>
                    </a:cubicBezTo>
                    <a:cubicBezTo>
                      <a:pt x="1" y="187"/>
                      <a:pt x="56" y="231"/>
                      <a:pt x="122" y="231"/>
                    </a:cubicBezTo>
                    <a:cubicBezTo>
                      <a:pt x="177" y="231"/>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9" name="Google Shape;48899;p35"/>
              <p:cNvSpPr/>
              <p:nvPr/>
            </p:nvSpPr>
            <p:spPr>
              <a:xfrm>
                <a:off x="7593207"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0" name="Google Shape;48900;p35"/>
              <p:cNvSpPr/>
              <p:nvPr/>
            </p:nvSpPr>
            <p:spPr>
              <a:xfrm>
                <a:off x="7776947"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1" name="Google Shape;48901;p35"/>
              <p:cNvSpPr/>
              <p:nvPr/>
            </p:nvSpPr>
            <p:spPr>
              <a:xfrm>
                <a:off x="7959759"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2" name="Google Shape;48902;p35"/>
              <p:cNvSpPr/>
              <p:nvPr/>
            </p:nvSpPr>
            <p:spPr>
              <a:xfrm>
                <a:off x="8143500"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3" name="Google Shape;48903;p35"/>
              <p:cNvSpPr/>
              <p:nvPr/>
            </p:nvSpPr>
            <p:spPr>
              <a:xfrm>
                <a:off x="8326311"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4" name="Google Shape;48904;p35"/>
              <p:cNvSpPr/>
              <p:nvPr/>
            </p:nvSpPr>
            <p:spPr>
              <a:xfrm>
                <a:off x="8510052"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5" name="Google Shape;48905;p35"/>
              <p:cNvSpPr/>
              <p:nvPr/>
            </p:nvSpPr>
            <p:spPr>
              <a:xfrm>
                <a:off x="8692863"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6" name="Google Shape;48906;p35"/>
              <p:cNvSpPr/>
              <p:nvPr/>
            </p:nvSpPr>
            <p:spPr>
              <a:xfrm>
                <a:off x="8876604" y="4693410"/>
                <a:ext cx="21540" cy="21952"/>
              </a:xfrm>
              <a:custGeom>
                <a:avLst/>
                <a:gdLst/>
                <a:ahLst/>
                <a:cxnLst/>
                <a:rect l="l" t="t" r="r" b="b"/>
                <a:pathLst>
                  <a:path w="232" h="232" extrusionOk="0">
                    <a:moveTo>
                      <a:pt x="111" y="0"/>
                    </a:moveTo>
                    <a:cubicBezTo>
                      <a:pt x="56" y="0"/>
                      <a:pt x="1" y="55"/>
                      <a:pt x="1" y="121"/>
                    </a:cubicBezTo>
                    <a:cubicBezTo>
                      <a:pt x="1" y="187"/>
                      <a:pt x="56" y="231"/>
                      <a:pt x="111" y="231"/>
                    </a:cubicBezTo>
                    <a:cubicBezTo>
                      <a:pt x="177" y="231"/>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7" name="Google Shape;48907;p35"/>
              <p:cNvSpPr/>
              <p:nvPr/>
            </p:nvSpPr>
            <p:spPr>
              <a:xfrm>
                <a:off x="9059415" y="4693410"/>
                <a:ext cx="22561" cy="21952"/>
              </a:xfrm>
              <a:custGeom>
                <a:avLst/>
                <a:gdLst/>
                <a:ahLst/>
                <a:cxnLst/>
                <a:rect l="l" t="t" r="r" b="b"/>
                <a:pathLst>
                  <a:path w="243" h="232" extrusionOk="0">
                    <a:moveTo>
                      <a:pt x="121" y="0"/>
                    </a:moveTo>
                    <a:cubicBezTo>
                      <a:pt x="55" y="0"/>
                      <a:pt x="0" y="55"/>
                      <a:pt x="0" y="121"/>
                    </a:cubicBezTo>
                    <a:cubicBezTo>
                      <a:pt x="0" y="187"/>
                      <a:pt x="55" y="231"/>
                      <a:pt x="121" y="231"/>
                    </a:cubicBezTo>
                    <a:cubicBezTo>
                      <a:pt x="187" y="231"/>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08" name="Google Shape;48908;p35"/>
            <p:cNvGrpSpPr/>
            <p:nvPr/>
          </p:nvGrpSpPr>
          <p:grpSpPr>
            <a:xfrm>
              <a:off x="70735" y="4878345"/>
              <a:ext cx="9002530" cy="21952"/>
              <a:chOff x="79447" y="4864010"/>
              <a:chExt cx="9002530" cy="21952"/>
            </a:xfrm>
          </p:grpSpPr>
          <p:sp>
            <p:nvSpPr>
              <p:cNvPr id="48909" name="Google Shape;48909;p35"/>
              <p:cNvSpPr/>
              <p:nvPr/>
            </p:nvSpPr>
            <p:spPr>
              <a:xfrm>
                <a:off x="7944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0" name="Google Shape;48910;p35"/>
              <p:cNvSpPr/>
              <p:nvPr/>
            </p:nvSpPr>
            <p:spPr>
              <a:xfrm>
                <a:off x="263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1" name="Google Shape;48911;p35"/>
              <p:cNvSpPr/>
              <p:nvPr/>
            </p:nvSpPr>
            <p:spPr>
              <a:xfrm>
                <a:off x="445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2" name="Google Shape;48912;p35"/>
              <p:cNvSpPr/>
              <p:nvPr/>
            </p:nvSpPr>
            <p:spPr>
              <a:xfrm>
                <a:off x="629739"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3" name="Google Shape;48913;p35"/>
              <p:cNvSpPr/>
              <p:nvPr/>
            </p:nvSpPr>
            <p:spPr>
              <a:xfrm>
                <a:off x="812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4" name="Google Shape;48914;p35"/>
              <p:cNvSpPr/>
              <p:nvPr/>
            </p:nvSpPr>
            <p:spPr>
              <a:xfrm>
                <a:off x="996291"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5" name="Google Shape;48915;p35"/>
              <p:cNvSpPr/>
              <p:nvPr/>
            </p:nvSpPr>
            <p:spPr>
              <a:xfrm>
                <a:off x="1179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6" name="Google Shape;48916;p35"/>
              <p:cNvSpPr/>
              <p:nvPr/>
            </p:nvSpPr>
            <p:spPr>
              <a:xfrm>
                <a:off x="136284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7" name="Google Shape;48917;p35"/>
              <p:cNvSpPr/>
              <p:nvPr/>
            </p:nvSpPr>
            <p:spPr>
              <a:xfrm>
                <a:off x="1545655"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8" name="Google Shape;48918;p35"/>
              <p:cNvSpPr/>
              <p:nvPr/>
            </p:nvSpPr>
            <p:spPr>
              <a:xfrm>
                <a:off x="1729396"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6" y="232"/>
                      <a:pt x="231" y="177"/>
                      <a:pt x="231" y="111"/>
                    </a:cubicBezTo>
                    <a:cubicBezTo>
                      <a:pt x="231" y="45"/>
                      <a:pt x="176"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9" name="Google Shape;48919;p35"/>
              <p:cNvSpPr/>
              <p:nvPr/>
            </p:nvSpPr>
            <p:spPr>
              <a:xfrm>
                <a:off x="1912207"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0" name="Google Shape;48920;p35"/>
              <p:cNvSpPr/>
              <p:nvPr/>
            </p:nvSpPr>
            <p:spPr>
              <a:xfrm>
                <a:off x="2095948" y="4864010"/>
                <a:ext cx="21540" cy="21952"/>
              </a:xfrm>
              <a:custGeom>
                <a:avLst/>
                <a:gdLst/>
                <a:ahLst/>
                <a:cxnLst/>
                <a:rect l="l" t="t" r="r" b="b"/>
                <a:pathLst>
                  <a:path w="232" h="232" extrusionOk="0">
                    <a:moveTo>
                      <a:pt x="110" y="1"/>
                    </a:moveTo>
                    <a:cubicBezTo>
                      <a:pt x="45" y="1"/>
                      <a:pt x="1" y="45"/>
                      <a:pt x="1" y="111"/>
                    </a:cubicBezTo>
                    <a:cubicBezTo>
                      <a:pt x="1" y="177"/>
                      <a:pt x="45"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1" name="Google Shape;48921;p35"/>
              <p:cNvSpPr/>
              <p:nvPr/>
            </p:nvSpPr>
            <p:spPr>
              <a:xfrm>
                <a:off x="2278759" y="4864010"/>
                <a:ext cx="22468" cy="21952"/>
              </a:xfrm>
              <a:custGeom>
                <a:avLst/>
                <a:gdLst/>
                <a:ahLst/>
                <a:cxnLst/>
                <a:rect l="l" t="t" r="r" b="b"/>
                <a:pathLst>
                  <a:path w="242"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2" name="Google Shape;48922;p35"/>
              <p:cNvSpPr/>
              <p:nvPr/>
            </p:nvSpPr>
            <p:spPr>
              <a:xfrm>
                <a:off x="246250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3" name="Google Shape;48923;p35"/>
              <p:cNvSpPr/>
              <p:nvPr/>
            </p:nvSpPr>
            <p:spPr>
              <a:xfrm>
                <a:off x="264521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4" name="Google Shape;48924;p35"/>
              <p:cNvSpPr/>
              <p:nvPr/>
            </p:nvSpPr>
            <p:spPr>
              <a:xfrm>
                <a:off x="282905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5" name="Google Shape;48925;p35"/>
              <p:cNvSpPr/>
              <p:nvPr/>
            </p:nvSpPr>
            <p:spPr>
              <a:xfrm>
                <a:off x="301177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6" name="Google Shape;48926;p35"/>
              <p:cNvSpPr/>
              <p:nvPr/>
            </p:nvSpPr>
            <p:spPr>
              <a:xfrm>
                <a:off x="319560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7" name="Google Shape;48927;p35"/>
              <p:cNvSpPr/>
              <p:nvPr/>
            </p:nvSpPr>
            <p:spPr>
              <a:xfrm>
                <a:off x="337832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8" name="Google Shape;48928;p35"/>
              <p:cNvSpPr/>
              <p:nvPr/>
            </p:nvSpPr>
            <p:spPr>
              <a:xfrm>
                <a:off x="356215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9" name="Google Shape;48929;p35"/>
              <p:cNvSpPr/>
              <p:nvPr/>
            </p:nvSpPr>
            <p:spPr>
              <a:xfrm>
                <a:off x="374487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0" name="Google Shape;48930;p35"/>
              <p:cNvSpPr/>
              <p:nvPr/>
            </p:nvSpPr>
            <p:spPr>
              <a:xfrm>
                <a:off x="392870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1" name="Google Shape;48931;p35"/>
              <p:cNvSpPr/>
              <p:nvPr/>
            </p:nvSpPr>
            <p:spPr>
              <a:xfrm>
                <a:off x="4111427"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2" name="Google Shape;48932;p35"/>
              <p:cNvSpPr/>
              <p:nvPr/>
            </p:nvSpPr>
            <p:spPr>
              <a:xfrm>
                <a:off x="4295260"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3" name="Google Shape;48933;p35"/>
              <p:cNvSpPr/>
              <p:nvPr/>
            </p:nvSpPr>
            <p:spPr>
              <a:xfrm>
                <a:off x="447797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4" name="Google Shape;48934;p35"/>
              <p:cNvSpPr/>
              <p:nvPr/>
            </p:nvSpPr>
            <p:spPr>
              <a:xfrm>
                <a:off x="4661812"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5" name="Google Shape;48935;p35"/>
              <p:cNvSpPr/>
              <p:nvPr/>
            </p:nvSpPr>
            <p:spPr>
              <a:xfrm>
                <a:off x="484453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6" name="Google Shape;48936;p35"/>
              <p:cNvSpPr/>
              <p:nvPr/>
            </p:nvSpPr>
            <p:spPr>
              <a:xfrm>
                <a:off x="5028364"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7" name="Google Shape;48937;p35"/>
              <p:cNvSpPr/>
              <p:nvPr/>
            </p:nvSpPr>
            <p:spPr>
              <a:xfrm>
                <a:off x="521108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8" name="Google Shape;48938;p35"/>
              <p:cNvSpPr/>
              <p:nvPr/>
            </p:nvSpPr>
            <p:spPr>
              <a:xfrm>
                <a:off x="5394916"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9" name="Google Shape;48939;p35"/>
              <p:cNvSpPr/>
              <p:nvPr/>
            </p:nvSpPr>
            <p:spPr>
              <a:xfrm>
                <a:off x="557763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88" y="232"/>
                      <a:pt x="232" y="177"/>
                      <a:pt x="232" y="111"/>
                    </a:cubicBezTo>
                    <a:cubicBezTo>
                      <a:pt x="232" y="45"/>
                      <a:pt x="188"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0" name="Google Shape;48940;p35"/>
              <p:cNvSpPr/>
              <p:nvPr/>
            </p:nvSpPr>
            <p:spPr>
              <a:xfrm>
                <a:off x="5761468" y="4864010"/>
                <a:ext cx="21540" cy="21952"/>
              </a:xfrm>
              <a:custGeom>
                <a:avLst/>
                <a:gdLst/>
                <a:ahLst/>
                <a:cxnLst/>
                <a:rect l="l" t="t" r="r" b="b"/>
                <a:pathLst>
                  <a:path w="232" h="232" extrusionOk="0">
                    <a:moveTo>
                      <a:pt x="110" y="1"/>
                    </a:moveTo>
                    <a:cubicBezTo>
                      <a:pt x="44" y="1"/>
                      <a:pt x="0" y="45"/>
                      <a:pt x="0" y="111"/>
                    </a:cubicBezTo>
                    <a:cubicBezTo>
                      <a:pt x="0" y="177"/>
                      <a:pt x="44" y="232"/>
                      <a:pt x="110" y="232"/>
                    </a:cubicBezTo>
                    <a:cubicBezTo>
                      <a:pt x="176" y="232"/>
                      <a:pt x="231" y="177"/>
                      <a:pt x="231" y="111"/>
                    </a:cubicBezTo>
                    <a:cubicBezTo>
                      <a:pt x="231" y="45"/>
                      <a:pt x="176" y="1"/>
                      <a:pt x="110"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1" name="Google Shape;48941;p35"/>
              <p:cNvSpPr/>
              <p:nvPr/>
            </p:nvSpPr>
            <p:spPr>
              <a:xfrm>
                <a:off x="594418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2" name="Google Shape;48942;p35"/>
              <p:cNvSpPr/>
              <p:nvPr/>
            </p:nvSpPr>
            <p:spPr>
              <a:xfrm>
                <a:off x="612699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3" name="Google Shape;48943;p35"/>
              <p:cNvSpPr/>
              <p:nvPr/>
            </p:nvSpPr>
            <p:spPr>
              <a:xfrm>
                <a:off x="6310739"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4" name="Google Shape;48944;p35"/>
              <p:cNvSpPr/>
              <p:nvPr/>
            </p:nvSpPr>
            <p:spPr>
              <a:xfrm>
                <a:off x="649355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5" name="Google Shape;48945;p35"/>
              <p:cNvSpPr/>
              <p:nvPr/>
            </p:nvSpPr>
            <p:spPr>
              <a:xfrm>
                <a:off x="6677291"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6" name="Google Shape;48946;p35"/>
              <p:cNvSpPr/>
              <p:nvPr/>
            </p:nvSpPr>
            <p:spPr>
              <a:xfrm>
                <a:off x="686010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7" name="Google Shape;48947;p35"/>
              <p:cNvSpPr/>
              <p:nvPr/>
            </p:nvSpPr>
            <p:spPr>
              <a:xfrm>
                <a:off x="7043843"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8" name="Google Shape;48948;p35"/>
              <p:cNvSpPr/>
              <p:nvPr/>
            </p:nvSpPr>
            <p:spPr>
              <a:xfrm>
                <a:off x="722665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9" name="Google Shape;48949;p35"/>
              <p:cNvSpPr/>
              <p:nvPr/>
            </p:nvSpPr>
            <p:spPr>
              <a:xfrm>
                <a:off x="7410395" y="4864010"/>
                <a:ext cx="21540" cy="21952"/>
              </a:xfrm>
              <a:custGeom>
                <a:avLst/>
                <a:gdLst/>
                <a:ahLst/>
                <a:cxnLst/>
                <a:rect l="l" t="t" r="r" b="b"/>
                <a:pathLst>
                  <a:path w="232" h="232" extrusionOk="0">
                    <a:moveTo>
                      <a:pt x="122" y="1"/>
                    </a:moveTo>
                    <a:cubicBezTo>
                      <a:pt x="56" y="1"/>
                      <a:pt x="1" y="45"/>
                      <a:pt x="1" y="111"/>
                    </a:cubicBezTo>
                    <a:cubicBezTo>
                      <a:pt x="1" y="177"/>
                      <a:pt x="56" y="232"/>
                      <a:pt x="122" y="232"/>
                    </a:cubicBezTo>
                    <a:cubicBezTo>
                      <a:pt x="177" y="232"/>
                      <a:pt x="232" y="177"/>
                      <a:pt x="232" y="111"/>
                    </a:cubicBezTo>
                    <a:cubicBezTo>
                      <a:pt x="232" y="45"/>
                      <a:pt x="177" y="1"/>
                      <a:pt x="122"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0" name="Google Shape;48950;p35"/>
              <p:cNvSpPr/>
              <p:nvPr/>
            </p:nvSpPr>
            <p:spPr>
              <a:xfrm>
                <a:off x="7593207"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1" name="Google Shape;48951;p35"/>
              <p:cNvSpPr/>
              <p:nvPr/>
            </p:nvSpPr>
            <p:spPr>
              <a:xfrm>
                <a:off x="7776947"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2" name="Google Shape;48952;p35"/>
              <p:cNvSpPr/>
              <p:nvPr/>
            </p:nvSpPr>
            <p:spPr>
              <a:xfrm>
                <a:off x="7959759"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3" name="Google Shape;48953;p35"/>
              <p:cNvSpPr/>
              <p:nvPr/>
            </p:nvSpPr>
            <p:spPr>
              <a:xfrm>
                <a:off x="8143500"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4" name="Google Shape;48954;p35"/>
              <p:cNvSpPr/>
              <p:nvPr/>
            </p:nvSpPr>
            <p:spPr>
              <a:xfrm>
                <a:off x="8326311"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5" name="Google Shape;48955;p35"/>
              <p:cNvSpPr/>
              <p:nvPr/>
            </p:nvSpPr>
            <p:spPr>
              <a:xfrm>
                <a:off x="8510052"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6" name="Google Shape;48956;p35"/>
              <p:cNvSpPr/>
              <p:nvPr/>
            </p:nvSpPr>
            <p:spPr>
              <a:xfrm>
                <a:off x="8692863"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7" name="Google Shape;48957;p35"/>
              <p:cNvSpPr/>
              <p:nvPr/>
            </p:nvSpPr>
            <p:spPr>
              <a:xfrm>
                <a:off x="8876604" y="4864010"/>
                <a:ext cx="21540" cy="21952"/>
              </a:xfrm>
              <a:custGeom>
                <a:avLst/>
                <a:gdLst/>
                <a:ahLst/>
                <a:cxnLst/>
                <a:rect l="l" t="t" r="r" b="b"/>
                <a:pathLst>
                  <a:path w="232" h="232" extrusionOk="0">
                    <a:moveTo>
                      <a:pt x="111" y="1"/>
                    </a:moveTo>
                    <a:cubicBezTo>
                      <a:pt x="56" y="1"/>
                      <a:pt x="1" y="45"/>
                      <a:pt x="1" y="111"/>
                    </a:cubicBezTo>
                    <a:cubicBezTo>
                      <a:pt x="1" y="177"/>
                      <a:pt x="56" y="232"/>
                      <a:pt x="111" y="232"/>
                    </a:cubicBezTo>
                    <a:cubicBezTo>
                      <a:pt x="177" y="232"/>
                      <a:pt x="232" y="177"/>
                      <a:pt x="232" y="111"/>
                    </a:cubicBezTo>
                    <a:cubicBezTo>
                      <a:pt x="232" y="45"/>
                      <a:pt x="177" y="1"/>
                      <a:pt x="11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8" name="Google Shape;48958;p35"/>
              <p:cNvSpPr/>
              <p:nvPr/>
            </p:nvSpPr>
            <p:spPr>
              <a:xfrm>
                <a:off x="9059415" y="4864010"/>
                <a:ext cx="22561" cy="21952"/>
              </a:xfrm>
              <a:custGeom>
                <a:avLst/>
                <a:gdLst/>
                <a:ahLst/>
                <a:cxnLst/>
                <a:rect l="l" t="t" r="r" b="b"/>
                <a:pathLst>
                  <a:path w="243" h="232" extrusionOk="0">
                    <a:moveTo>
                      <a:pt x="121" y="1"/>
                    </a:moveTo>
                    <a:cubicBezTo>
                      <a:pt x="55" y="1"/>
                      <a:pt x="0" y="45"/>
                      <a:pt x="0" y="111"/>
                    </a:cubicBezTo>
                    <a:cubicBezTo>
                      <a:pt x="0" y="177"/>
                      <a:pt x="55" y="232"/>
                      <a:pt x="121" y="232"/>
                    </a:cubicBezTo>
                    <a:cubicBezTo>
                      <a:pt x="187" y="232"/>
                      <a:pt x="242" y="177"/>
                      <a:pt x="242" y="111"/>
                    </a:cubicBezTo>
                    <a:cubicBezTo>
                      <a:pt x="242" y="45"/>
                      <a:pt x="187" y="1"/>
                      <a:pt x="121" y="1"/>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59" name="Google Shape;48959;p35"/>
            <p:cNvGrpSpPr/>
            <p:nvPr/>
          </p:nvGrpSpPr>
          <p:grpSpPr>
            <a:xfrm>
              <a:off x="70735" y="5049712"/>
              <a:ext cx="9002530" cy="22993"/>
              <a:chOff x="79447" y="5033664"/>
              <a:chExt cx="9002530" cy="22993"/>
            </a:xfrm>
          </p:grpSpPr>
          <p:sp>
            <p:nvSpPr>
              <p:cNvPr id="48960" name="Google Shape;48960;p35"/>
              <p:cNvSpPr/>
              <p:nvPr/>
            </p:nvSpPr>
            <p:spPr>
              <a:xfrm>
                <a:off x="7944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1" name="Google Shape;48961;p35"/>
              <p:cNvSpPr/>
              <p:nvPr/>
            </p:nvSpPr>
            <p:spPr>
              <a:xfrm>
                <a:off x="263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2" name="Google Shape;48962;p35"/>
              <p:cNvSpPr/>
              <p:nvPr/>
            </p:nvSpPr>
            <p:spPr>
              <a:xfrm>
                <a:off x="445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3" name="Google Shape;48963;p35"/>
              <p:cNvSpPr/>
              <p:nvPr/>
            </p:nvSpPr>
            <p:spPr>
              <a:xfrm>
                <a:off x="629739"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4" name="Google Shape;48964;p35"/>
              <p:cNvSpPr/>
              <p:nvPr/>
            </p:nvSpPr>
            <p:spPr>
              <a:xfrm>
                <a:off x="812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5" name="Google Shape;48965;p35"/>
              <p:cNvSpPr/>
              <p:nvPr/>
            </p:nvSpPr>
            <p:spPr>
              <a:xfrm>
                <a:off x="996291"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6" name="Google Shape;48966;p35"/>
              <p:cNvSpPr/>
              <p:nvPr/>
            </p:nvSpPr>
            <p:spPr>
              <a:xfrm>
                <a:off x="1179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7" name="Google Shape;48967;p35"/>
              <p:cNvSpPr/>
              <p:nvPr/>
            </p:nvSpPr>
            <p:spPr>
              <a:xfrm>
                <a:off x="136284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8" name="Google Shape;48968;p35"/>
              <p:cNvSpPr/>
              <p:nvPr/>
            </p:nvSpPr>
            <p:spPr>
              <a:xfrm>
                <a:off x="1545655"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9" name="Google Shape;48969;p35"/>
              <p:cNvSpPr/>
              <p:nvPr/>
            </p:nvSpPr>
            <p:spPr>
              <a:xfrm>
                <a:off x="1729396"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6" y="242"/>
                      <a:pt x="231" y="187"/>
                      <a:pt x="231" y="121"/>
                    </a:cubicBezTo>
                    <a:cubicBezTo>
                      <a:pt x="231" y="55"/>
                      <a:pt x="176"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0" name="Google Shape;48970;p35"/>
              <p:cNvSpPr/>
              <p:nvPr/>
            </p:nvSpPr>
            <p:spPr>
              <a:xfrm>
                <a:off x="1912207"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1" name="Google Shape;48971;p35"/>
              <p:cNvSpPr/>
              <p:nvPr/>
            </p:nvSpPr>
            <p:spPr>
              <a:xfrm>
                <a:off x="2095948" y="5033664"/>
                <a:ext cx="21540" cy="22993"/>
              </a:xfrm>
              <a:custGeom>
                <a:avLst/>
                <a:gdLst/>
                <a:ahLst/>
                <a:cxnLst/>
                <a:rect l="l" t="t" r="r" b="b"/>
                <a:pathLst>
                  <a:path w="232" h="243" extrusionOk="0">
                    <a:moveTo>
                      <a:pt x="110" y="0"/>
                    </a:moveTo>
                    <a:cubicBezTo>
                      <a:pt x="45" y="0"/>
                      <a:pt x="1" y="55"/>
                      <a:pt x="1" y="121"/>
                    </a:cubicBezTo>
                    <a:cubicBezTo>
                      <a:pt x="1" y="187"/>
                      <a:pt x="45"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2" name="Google Shape;48972;p35"/>
              <p:cNvSpPr/>
              <p:nvPr/>
            </p:nvSpPr>
            <p:spPr>
              <a:xfrm>
                <a:off x="2278759" y="5033664"/>
                <a:ext cx="22468" cy="22993"/>
              </a:xfrm>
              <a:custGeom>
                <a:avLst/>
                <a:gdLst/>
                <a:ahLst/>
                <a:cxnLst/>
                <a:rect l="l" t="t" r="r" b="b"/>
                <a:pathLst>
                  <a:path w="242"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3" name="Google Shape;48973;p35"/>
              <p:cNvSpPr/>
              <p:nvPr/>
            </p:nvSpPr>
            <p:spPr>
              <a:xfrm>
                <a:off x="246250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4" name="Google Shape;48974;p35"/>
              <p:cNvSpPr/>
              <p:nvPr/>
            </p:nvSpPr>
            <p:spPr>
              <a:xfrm>
                <a:off x="264521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5" name="Google Shape;48975;p35"/>
              <p:cNvSpPr/>
              <p:nvPr/>
            </p:nvSpPr>
            <p:spPr>
              <a:xfrm>
                <a:off x="282905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6" name="Google Shape;48976;p35"/>
              <p:cNvSpPr/>
              <p:nvPr/>
            </p:nvSpPr>
            <p:spPr>
              <a:xfrm>
                <a:off x="301177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7" name="Google Shape;48977;p35"/>
              <p:cNvSpPr/>
              <p:nvPr/>
            </p:nvSpPr>
            <p:spPr>
              <a:xfrm>
                <a:off x="319560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8" name="Google Shape;48978;p35"/>
              <p:cNvSpPr/>
              <p:nvPr/>
            </p:nvSpPr>
            <p:spPr>
              <a:xfrm>
                <a:off x="337832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9" name="Google Shape;48979;p35"/>
              <p:cNvSpPr/>
              <p:nvPr/>
            </p:nvSpPr>
            <p:spPr>
              <a:xfrm>
                <a:off x="356215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0" name="Google Shape;48980;p35"/>
              <p:cNvSpPr/>
              <p:nvPr/>
            </p:nvSpPr>
            <p:spPr>
              <a:xfrm>
                <a:off x="374487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1" name="Google Shape;48981;p35"/>
              <p:cNvSpPr/>
              <p:nvPr/>
            </p:nvSpPr>
            <p:spPr>
              <a:xfrm>
                <a:off x="392870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2" name="Google Shape;48982;p35"/>
              <p:cNvSpPr/>
              <p:nvPr/>
            </p:nvSpPr>
            <p:spPr>
              <a:xfrm>
                <a:off x="4111427"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3" name="Google Shape;48983;p35"/>
              <p:cNvSpPr/>
              <p:nvPr/>
            </p:nvSpPr>
            <p:spPr>
              <a:xfrm>
                <a:off x="4295260"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4" name="Google Shape;48984;p35"/>
              <p:cNvSpPr/>
              <p:nvPr/>
            </p:nvSpPr>
            <p:spPr>
              <a:xfrm>
                <a:off x="447797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5" name="Google Shape;48985;p35"/>
              <p:cNvSpPr/>
              <p:nvPr/>
            </p:nvSpPr>
            <p:spPr>
              <a:xfrm>
                <a:off x="4661812"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6" name="Google Shape;48986;p35"/>
              <p:cNvSpPr/>
              <p:nvPr/>
            </p:nvSpPr>
            <p:spPr>
              <a:xfrm>
                <a:off x="484453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7" name="Google Shape;48987;p35"/>
              <p:cNvSpPr/>
              <p:nvPr/>
            </p:nvSpPr>
            <p:spPr>
              <a:xfrm>
                <a:off x="5028364"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8" name="Google Shape;48988;p35"/>
              <p:cNvSpPr/>
              <p:nvPr/>
            </p:nvSpPr>
            <p:spPr>
              <a:xfrm>
                <a:off x="521108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9" name="Google Shape;48989;p35"/>
              <p:cNvSpPr/>
              <p:nvPr/>
            </p:nvSpPr>
            <p:spPr>
              <a:xfrm>
                <a:off x="5394916"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0" name="Google Shape;48990;p35"/>
              <p:cNvSpPr/>
              <p:nvPr/>
            </p:nvSpPr>
            <p:spPr>
              <a:xfrm>
                <a:off x="557763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88" y="242"/>
                      <a:pt x="232" y="187"/>
                      <a:pt x="232" y="121"/>
                    </a:cubicBezTo>
                    <a:cubicBezTo>
                      <a:pt x="232" y="55"/>
                      <a:pt x="188"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1" name="Google Shape;48991;p35"/>
              <p:cNvSpPr/>
              <p:nvPr/>
            </p:nvSpPr>
            <p:spPr>
              <a:xfrm>
                <a:off x="5761468" y="5033664"/>
                <a:ext cx="21540" cy="22993"/>
              </a:xfrm>
              <a:custGeom>
                <a:avLst/>
                <a:gdLst/>
                <a:ahLst/>
                <a:cxnLst/>
                <a:rect l="l" t="t" r="r" b="b"/>
                <a:pathLst>
                  <a:path w="232" h="243" extrusionOk="0">
                    <a:moveTo>
                      <a:pt x="110" y="0"/>
                    </a:moveTo>
                    <a:cubicBezTo>
                      <a:pt x="44" y="0"/>
                      <a:pt x="0" y="55"/>
                      <a:pt x="0" y="121"/>
                    </a:cubicBezTo>
                    <a:cubicBezTo>
                      <a:pt x="0" y="187"/>
                      <a:pt x="44" y="242"/>
                      <a:pt x="110" y="242"/>
                    </a:cubicBezTo>
                    <a:cubicBezTo>
                      <a:pt x="176" y="242"/>
                      <a:pt x="231" y="187"/>
                      <a:pt x="231" y="121"/>
                    </a:cubicBezTo>
                    <a:cubicBezTo>
                      <a:pt x="231" y="55"/>
                      <a:pt x="176" y="0"/>
                      <a:pt x="110"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2" name="Google Shape;48992;p35"/>
              <p:cNvSpPr/>
              <p:nvPr/>
            </p:nvSpPr>
            <p:spPr>
              <a:xfrm>
                <a:off x="594418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3" name="Google Shape;48993;p35"/>
              <p:cNvSpPr/>
              <p:nvPr/>
            </p:nvSpPr>
            <p:spPr>
              <a:xfrm>
                <a:off x="612699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4" name="Google Shape;48994;p35"/>
              <p:cNvSpPr/>
              <p:nvPr/>
            </p:nvSpPr>
            <p:spPr>
              <a:xfrm>
                <a:off x="6310739"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5" name="Google Shape;48995;p35"/>
              <p:cNvSpPr/>
              <p:nvPr/>
            </p:nvSpPr>
            <p:spPr>
              <a:xfrm>
                <a:off x="649355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6" name="Google Shape;48996;p35"/>
              <p:cNvSpPr/>
              <p:nvPr/>
            </p:nvSpPr>
            <p:spPr>
              <a:xfrm>
                <a:off x="6677291"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7" name="Google Shape;48997;p35"/>
              <p:cNvSpPr/>
              <p:nvPr/>
            </p:nvSpPr>
            <p:spPr>
              <a:xfrm>
                <a:off x="686010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8" name="Google Shape;48998;p35"/>
              <p:cNvSpPr/>
              <p:nvPr/>
            </p:nvSpPr>
            <p:spPr>
              <a:xfrm>
                <a:off x="7043843"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9" name="Google Shape;48999;p35"/>
              <p:cNvSpPr/>
              <p:nvPr/>
            </p:nvSpPr>
            <p:spPr>
              <a:xfrm>
                <a:off x="722665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0" name="Google Shape;49000;p35"/>
              <p:cNvSpPr/>
              <p:nvPr/>
            </p:nvSpPr>
            <p:spPr>
              <a:xfrm>
                <a:off x="7410395" y="5033664"/>
                <a:ext cx="21540" cy="22993"/>
              </a:xfrm>
              <a:custGeom>
                <a:avLst/>
                <a:gdLst/>
                <a:ahLst/>
                <a:cxnLst/>
                <a:rect l="l" t="t" r="r" b="b"/>
                <a:pathLst>
                  <a:path w="232" h="243" extrusionOk="0">
                    <a:moveTo>
                      <a:pt x="122" y="0"/>
                    </a:moveTo>
                    <a:cubicBezTo>
                      <a:pt x="56" y="0"/>
                      <a:pt x="1" y="55"/>
                      <a:pt x="1" y="121"/>
                    </a:cubicBezTo>
                    <a:cubicBezTo>
                      <a:pt x="1" y="187"/>
                      <a:pt x="56" y="242"/>
                      <a:pt x="122" y="242"/>
                    </a:cubicBezTo>
                    <a:cubicBezTo>
                      <a:pt x="177" y="242"/>
                      <a:pt x="232" y="187"/>
                      <a:pt x="232" y="121"/>
                    </a:cubicBezTo>
                    <a:cubicBezTo>
                      <a:pt x="232" y="55"/>
                      <a:pt x="177" y="0"/>
                      <a:pt x="122"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1" name="Google Shape;49001;p35"/>
              <p:cNvSpPr/>
              <p:nvPr/>
            </p:nvSpPr>
            <p:spPr>
              <a:xfrm>
                <a:off x="7593207"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2" name="Google Shape;49002;p35"/>
              <p:cNvSpPr/>
              <p:nvPr/>
            </p:nvSpPr>
            <p:spPr>
              <a:xfrm>
                <a:off x="7776947"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3" name="Google Shape;49003;p35"/>
              <p:cNvSpPr/>
              <p:nvPr/>
            </p:nvSpPr>
            <p:spPr>
              <a:xfrm>
                <a:off x="7959759"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4" name="Google Shape;49004;p35"/>
              <p:cNvSpPr/>
              <p:nvPr/>
            </p:nvSpPr>
            <p:spPr>
              <a:xfrm>
                <a:off x="8143500"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5" name="Google Shape;49005;p35"/>
              <p:cNvSpPr/>
              <p:nvPr/>
            </p:nvSpPr>
            <p:spPr>
              <a:xfrm>
                <a:off x="8326311"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6" name="Google Shape;49006;p35"/>
              <p:cNvSpPr/>
              <p:nvPr/>
            </p:nvSpPr>
            <p:spPr>
              <a:xfrm>
                <a:off x="8510052"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7" name="Google Shape;49007;p35"/>
              <p:cNvSpPr/>
              <p:nvPr/>
            </p:nvSpPr>
            <p:spPr>
              <a:xfrm>
                <a:off x="8692863"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8" name="Google Shape;49008;p35"/>
              <p:cNvSpPr/>
              <p:nvPr/>
            </p:nvSpPr>
            <p:spPr>
              <a:xfrm>
                <a:off x="8876604" y="5033664"/>
                <a:ext cx="21540" cy="22993"/>
              </a:xfrm>
              <a:custGeom>
                <a:avLst/>
                <a:gdLst/>
                <a:ahLst/>
                <a:cxnLst/>
                <a:rect l="l" t="t" r="r" b="b"/>
                <a:pathLst>
                  <a:path w="232" h="243" extrusionOk="0">
                    <a:moveTo>
                      <a:pt x="111" y="0"/>
                    </a:moveTo>
                    <a:cubicBezTo>
                      <a:pt x="56" y="0"/>
                      <a:pt x="1" y="55"/>
                      <a:pt x="1" y="121"/>
                    </a:cubicBezTo>
                    <a:cubicBezTo>
                      <a:pt x="1" y="187"/>
                      <a:pt x="56" y="242"/>
                      <a:pt x="111" y="242"/>
                    </a:cubicBezTo>
                    <a:cubicBezTo>
                      <a:pt x="177" y="242"/>
                      <a:pt x="232" y="187"/>
                      <a:pt x="232" y="121"/>
                    </a:cubicBezTo>
                    <a:cubicBezTo>
                      <a:pt x="232" y="55"/>
                      <a:pt x="177" y="0"/>
                      <a:pt x="11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9" name="Google Shape;49009;p35"/>
              <p:cNvSpPr/>
              <p:nvPr/>
            </p:nvSpPr>
            <p:spPr>
              <a:xfrm>
                <a:off x="9059415" y="5033664"/>
                <a:ext cx="22561" cy="22993"/>
              </a:xfrm>
              <a:custGeom>
                <a:avLst/>
                <a:gdLst/>
                <a:ahLst/>
                <a:cxnLst/>
                <a:rect l="l" t="t" r="r" b="b"/>
                <a:pathLst>
                  <a:path w="243" h="243" extrusionOk="0">
                    <a:moveTo>
                      <a:pt x="121" y="0"/>
                    </a:moveTo>
                    <a:cubicBezTo>
                      <a:pt x="55" y="0"/>
                      <a:pt x="0" y="55"/>
                      <a:pt x="0" y="121"/>
                    </a:cubicBezTo>
                    <a:cubicBezTo>
                      <a:pt x="0" y="187"/>
                      <a:pt x="55" y="242"/>
                      <a:pt x="121" y="242"/>
                    </a:cubicBezTo>
                    <a:cubicBezTo>
                      <a:pt x="187" y="242"/>
                      <a:pt x="242" y="187"/>
                      <a:pt x="242" y="121"/>
                    </a:cubicBezTo>
                    <a:cubicBezTo>
                      <a:pt x="242" y="55"/>
                      <a:pt x="187" y="0"/>
                      <a:pt x="121" y="0"/>
                    </a:cubicBezTo>
                    <a:close/>
                  </a:path>
                </a:pathLst>
              </a:custGeom>
              <a:solidFill>
                <a:srgbClr val="FFFFFF">
                  <a:alpha val="1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010" name="Google Shape;49010;p35"/>
          <p:cNvGrpSpPr/>
          <p:nvPr/>
        </p:nvGrpSpPr>
        <p:grpSpPr>
          <a:xfrm>
            <a:off x="-3313634" y="-2026908"/>
            <a:ext cx="5681843" cy="3181016"/>
            <a:chOff x="-2605109" y="-1889326"/>
            <a:chExt cx="5681843" cy="3181016"/>
          </a:xfrm>
        </p:grpSpPr>
        <p:grpSp>
          <p:nvGrpSpPr>
            <p:cNvPr id="49011" name="Google Shape;49011;p35"/>
            <p:cNvGrpSpPr/>
            <p:nvPr/>
          </p:nvGrpSpPr>
          <p:grpSpPr>
            <a:xfrm rot="10800000">
              <a:off x="-2605109" y="-1889326"/>
              <a:ext cx="5681843" cy="3181016"/>
              <a:chOff x="3406125" y="2174000"/>
              <a:chExt cx="2581600" cy="1445325"/>
            </a:xfrm>
          </p:grpSpPr>
          <p:sp>
            <p:nvSpPr>
              <p:cNvPr id="49012" name="Google Shape;49012;p3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3" name="Google Shape;49013;p3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4" name="Google Shape;49014;p3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5" name="Google Shape;49015;p3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6" name="Google Shape;49016;p3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7" name="Google Shape;49017;p3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8" name="Google Shape;49018;p3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9" name="Google Shape;49019;p3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0" name="Google Shape;49020;p3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1" name="Google Shape;49021;p3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2" name="Google Shape;49022;p3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3" name="Google Shape;49023;p3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4" name="Google Shape;49024;p3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5" name="Google Shape;49025;p3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6" name="Google Shape;49026;p3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7" name="Google Shape;49027;p3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8" name="Google Shape;49028;p3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9" name="Google Shape;49029;p3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0" name="Google Shape;49030;p3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1" name="Google Shape;49031;p3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2" name="Google Shape;49032;p3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3" name="Google Shape;49033;p3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34" name="Google Shape;49034;p35"/>
            <p:cNvGrpSpPr/>
            <p:nvPr/>
          </p:nvGrpSpPr>
          <p:grpSpPr>
            <a:xfrm rot="10800000">
              <a:off x="-2605109" y="-1889326"/>
              <a:ext cx="5681843" cy="3181016"/>
              <a:chOff x="3406125" y="2174000"/>
              <a:chExt cx="2581600" cy="1445325"/>
            </a:xfrm>
          </p:grpSpPr>
          <p:sp>
            <p:nvSpPr>
              <p:cNvPr id="49035" name="Google Shape;49035;p3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6" name="Google Shape;49036;p3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7" name="Google Shape;49037;p3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8" name="Google Shape;49038;p3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9" name="Google Shape;49039;p3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0" name="Google Shape;49040;p3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1" name="Google Shape;49041;p3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2" name="Google Shape;49042;p3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3" name="Google Shape;49043;p3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4" name="Google Shape;49044;p3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5" name="Google Shape;49045;p3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6" name="Google Shape;49046;p3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7" name="Google Shape;49047;p3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8" name="Google Shape;49048;p3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9" name="Google Shape;49049;p3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0" name="Google Shape;49050;p3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1" name="Google Shape;49051;p3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2" name="Google Shape;49052;p3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3" name="Google Shape;49053;p3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4" name="Google Shape;49054;p3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5" name="Google Shape;49055;p3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6" name="Google Shape;49056;p3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057" name="Google Shape;49057;p35"/>
          <p:cNvGrpSpPr/>
          <p:nvPr/>
        </p:nvGrpSpPr>
        <p:grpSpPr>
          <a:xfrm rot="10800000">
            <a:off x="6775791" y="3993142"/>
            <a:ext cx="5681843" cy="3181016"/>
            <a:chOff x="-2605109" y="-1889326"/>
            <a:chExt cx="5681843" cy="3181016"/>
          </a:xfrm>
        </p:grpSpPr>
        <p:grpSp>
          <p:nvGrpSpPr>
            <p:cNvPr id="49058" name="Google Shape;49058;p35"/>
            <p:cNvGrpSpPr/>
            <p:nvPr/>
          </p:nvGrpSpPr>
          <p:grpSpPr>
            <a:xfrm rot="10800000">
              <a:off x="-2605109" y="-1889326"/>
              <a:ext cx="5681843" cy="3181016"/>
              <a:chOff x="3406125" y="2174000"/>
              <a:chExt cx="2581600" cy="1445325"/>
            </a:xfrm>
          </p:grpSpPr>
          <p:sp>
            <p:nvSpPr>
              <p:cNvPr id="49059" name="Google Shape;49059;p3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0" name="Google Shape;49060;p3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1" name="Google Shape;49061;p3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2" name="Google Shape;49062;p3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3" name="Google Shape;49063;p3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4" name="Google Shape;49064;p3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5" name="Google Shape;49065;p3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6" name="Google Shape;49066;p3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7" name="Google Shape;49067;p3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8" name="Google Shape;49068;p3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9" name="Google Shape;49069;p3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0" name="Google Shape;49070;p3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1" name="Google Shape;49071;p3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2" name="Google Shape;49072;p3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3" name="Google Shape;49073;p3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4" name="Google Shape;49074;p3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5" name="Google Shape;49075;p3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6" name="Google Shape;49076;p3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7" name="Google Shape;49077;p3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8" name="Google Shape;49078;p3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9" name="Google Shape;49079;p3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0" name="Google Shape;49080;p3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81" name="Google Shape;49081;p35"/>
            <p:cNvGrpSpPr/>
            <p:nvPr/>
          </p:nvGrpSpPr>
          <p:grpSpPr>
            <a:xfrm rot="10800000">
              <a:off x="-2605109" y="-1889326"/>
              <a:ext cx="5681843" cy="3181016"/>
              <a:chOff x="3406125" y="2174000"/>
              <a:chExt cx="2581600" cy="1445325"/>
            </a:xfrm>
          </p:grpSpPr>
          <p:sp>
            <p:nvSpPr>
              <p:cNvPr id="49082" name="Google Shape;49082;p35"/>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3" name="Google Shape;49083;p35"/>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4" name="Google Shape;49084;p35"/>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5" name="Google Shape;49085;p35"/>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6" name="Google Shape;49086;p35"/>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7" name="Google Shape;49087;p35"/>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8" name="Google Shape;49088;p35"/>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9" name="Google Shape;49089;p35"/>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0" name="Google Shape;49090;p35"/>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1" name="Google Shape;49091;p35"/>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2" name="Google Shape;49092;p35"/>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3" name="Google Shape;49093;p35"/>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4" name="Google Shape;49094;p35"/>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5" name="Google Shape;49095;p35"/>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6" name="Google Shape;49096;p35"/>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7" name="Google Shape;49097;p35"/>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8" name="Google Shape;49098;p35"/>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9" name="Google Shape;49099;p35"/>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0" name="Google Shape;49100;p35"/>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1" name="Google Shape;49101;p35"/>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2" name="Google Shape;49102;p35"/>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3" name="Google Shape;49103;p35"/>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accent2"/>
            </a:gs>
            <a:gs pos="100000">
              <a:schemeClr val="dk1"/>
            </a:gs>
          </a:gsLst>
          <a:path path="circle">
            <a:fillToRect r="100000" b="100000"/>
          </a:path>
          <a:tileRect l="-100000" t="-10000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20925"/>
            <a:ext cx="7717500" cy="5646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1pPr>
            <a:lvl2pPr lvl="1"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2pPr>
            <a:lvl3pPr lvl="2"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3pPr>
            <a:lvl4pPr lvl="3"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4pPr>
            <a:lvl5pPr lvl="4"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5pPr>
            <a:lvl6pPr lvl="5"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6pPr>
            <a:lvl7pPr lvl="6"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7pPr>
            <a:lvl8pPr lvl="7"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8pPr>
            <a:lvl9pPr lvl="8" algn="ctr">
              <a:spcBef>
                <a:spcPts val="0"/>
              </a:spcBef>
              <a:spcAft>
                <a:spcPts val="0"/>
              </a:spcAft>
              <a:buClr>
                <a:schemeClr val="lt1"/>
              </a:buClr>
              <a:buSzPts val="3300"/>
              <a:buFont typeface="Source Code Pro Medium"/>
              <a:buNone/>
              <a:defRPr sz="3300">
                <a:solidFill>
                  <a:schemeClr val="lt1"/>
                </a:solidFill>
                <a:latin typeface="Source Code Pro Medium"/>
                <a:ea typeface="Source Code Pro Medium"/>
                <a:cs typeface="Source Code Pro Medium"/>
                <a:sym typeface="Source Code Pro Medium"/>
              </a:defRPr>
            </a:lvl9pPr>
          </a:lstStyle>
          <a:p>
            <a:endParaRPr/>
          </a:p>
        </p:txBody>
      </p:sp>
      <p:sp>
        <p:nvSpPr>
          <p:cNvPr id="7" name="Google Shape;7;p1"/>
          <p:cNvSpPr txBox="1">
            <a:spLocks noGrp="1"/>
          </p:cNvSpPr>
          <p:nvPr>
            <p:ph type="body" idx="1"/>
          </p:nvPr>
        </p:nvSpPr>
        <p:spPr>
          <a:xfrm>
            <a:off x="713225" y="1297400"/>
            <a:ext cx="7717500" cy="32715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Barlow"/>
              <a:buChar char="●"/>
              <a:defRPr>
                <a:solidFill>
                  <a:schemeClr val="lt1"/>
                </a:solidFill>
                <a:latin typeface="Barlow"/>
                <a:ea typeface="Barlow"/>
                <a:cs typeface="Barlow"/>
                <a:sym typeface="Barlow"/>
              </a:defRPr>
            </a:lvl1pPr>
            <a:lvl2pPr marL="914400" lvl="1"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2pPr>
            <a:lvl3pPr marL="1371600" lvl="2"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3pPr>
            <a:lvl4pPr marL="1828800" lvl="3"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4pPr>
            <a:lvl5pPr marL="2286000" lvl="4"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5pPr>
            <a:lvl6pPr marL="2743200" lvl="5"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6pPr>
            <a:lvl7pPr marL="3200400" lvl="6"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7pPr>
            <a:lvl8pPr marL="3657600" lvl="7" indent="-317500">
              <a:lnSpc>
                <a:spcPct val="100000"/>
              </a:lnSpc>
              <a:spcBef>
                <a:spcPts val="1600"/>
              </a:spcBef>
              <a:spcAft>
                <a:spcPts val="0"/>
              </a:spcAft>
              <a:buClr>
                <a:schemeClr val="lt1"/>
              </a:buClr>
              <a:buSzPts val="1400"/>
              <a:buFont typeface="Barlow"/>
              <a:buChar char="○"/>
              <a:defRPr>
                <a:solidFill>
                  <a:schemeClr val="lt1"/>
                </a:solidFill>
                <a:latin typeface="Barlow"/>
                <a:ea typeface="Barlow"/>
                <a:cs typeface="Barlow"/>
                <a:sym typeface="Barlow"/>
              </a:defRPr>
            </a:lvl8pPr>
            <a:lvl9pPr marL="4114800" lvl="8" indent="-317500">
              <a:lnSpc>
                <a:spcPct val="100000"/>
              </a:lnSpc>
              <a:spcBef>
                <a:spcPts val="1600"/>
              </a:spcBef>
              <a:spcAft>
                <a:spcPts val="1600"/>
              </a:spcAft>
              <a:buClr>
                <a:schemeClr val="lt1"/>
              </a:buClr>
              <a:buSzPts val="1400"/>
              <a:buFont typeface="Barlow"/>
              <a:buChar char="■"/>
              <a:defRPr>
                <a:solidFill>
                  <a:schemeClr val="lt1"/>
                </a:solidFill>
                <a:latin typeface="Barlow"/>
                <a:ea typeface="Barlow"/>
                <a:cs typeface="Barlow"/>
                <a:sym typeface="Barlow"/>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2" r:id="rId3"/>
    <p:sldLayoutId id="2147483654" r:id="rId4"/>
    <p:sldLayoutId id="2147483655" r:id="rId5"/>
    <p:sldLayoutId id="2147483658" r:id="rId6"/>
    <p:sldLayoutId id="2147483659" r:id="rId7"/>
    <p:sldLayoutId id="2147483661" r:id="rId8"/>
    <p:sldLayoutId id="2147483662" r:id="rId9"/>
    <p:sldLayoutId id="2147483668" r:id="rId10"/>
    <p:sldLayoutId id="2147483673" r:id="rId11"/>
    <p:sldLayoutId id="2147483674" r:id="rId12"/>
    <p:sldLayoutId id="2147483676" r:id="rId13"/>
    <p:sldLayoutId id="2147483677" r:id="rId14"/>
    <p:sldLayoutId id="2147483678" r:id="rId15"/>
    <p:sldLayoutId id="2147483680" r:id="rId16"/>
    <p:sldLayoutId id="2147483681"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0.xml"/><Relationship Id="rId4" Type="http://schemas.microsoft.com/office/2007/relationships/hdphoto" Target="../media/hdphoto1.wdp"/></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2.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3.xml"/><Relationship Id="rId6" Type="http://schemas.openxmlformats.org/officeDocument/2006/relationships/image" Target="../media/image10.svg"/><Relationship Id="rId5" Type="http://schemas.openxmlformats.org/officeDocument/2006/relationships/image" Target="../media/image9.png"/><Relationship Id="rId4" Type="http://schemas.openxmlformats.org/officeDocument/2006/relationships/image" Target="../media/image8.svg"/></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xml"/><Relationship Id="rId1" Type="http://schemas.openxmlformats.org/officeDocument/2006/relationships/slideLayout" Target="../slideLayouts/slideLayout15.xml"/><Relationship Id="rId6" Type="http://schemas.openxmlformats.org/officeDocument/2006/relationships/image" Target="../media/image15.svg"/><Relationship Id="rId5" Type="http://schemas.openxmlformats.org/officeDocument/2006/relationships/image" Target="../media/image14.png"/><Relationship Id="rId4" Type="http://schemas.openxmlformats.org/officeDocument/2006/relationships/image" Target="../media/image13.sv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6.png"/><Relationship Id="rId7" Type="http://schemas.openxmlformats.org/officeDocument/2006/relationships/image" Target="../media/image19.png"/><Relationship Id="rId2" Type="http://schemas.openxmlformats.org/officeDocument/2006/relationships/notesSlide" Target="../notesSlides/notesSlide11.xml"/><Relationship Id="rId1" Type="http://schemas.openxmlformats.org/officeDocument/2006/relationships/slideLayout" Target="../slideLayouts/slideLayout11.xml"/><Relationship Id="rId6" Type="http://schemas.openxmlformats.org/officeDocument/2006/relationships/image" Target="../media/image18.png"/><Relationship Id="rId5" Type="http://schemas.microsoft.com/office/2007/relationships/hdphoto" Target="../media/hdphoto2.wdp"/><Relationship Id="rId10" Type="http://schemas.openxmlformats.org/officeDocument/2006/relationships/image" Target="../media/image22.png"/><Relationship Id="rId4" Type="http://schemas.openxmlformats.org/officeDocument/2006/relationships/image" Target="../media/image17.png"/><Relationship Id="rId9" Type="http://schemas.openxmlformats.org/officeDocument/2006/relationships/image" Target="../media/image21.png"/></Relationships>
</file>

<file path=ppt/slides/_rels/slide12.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3.png"/><Relationship Id="rId7" Type="http://schemas.openxmlformats.org/officeDocument/2006/relationships/image" Target="../media/image26.png"/><Relationship Id="rId2" Type="http://schemas.openxmlformats.org/officeDocument/2006/relationships/notesSlide" Target="../notesSlides/notesSlide12.xml"/><Relationship Id="rId1" Type="http://schemas.openxmlformats.org/officeDocument/2006/relationships/slideLayout" Target="../slideLayouts/slideLayout7.xml"/><Relationship Id="rId6" Type="http://schemas.openxmlformats.org/officeDocument/2006/relationships/image" Target="../media/image25.png"/><Relationship Id="rId5" Type="http://schemas.openxmlformats.org/officeDocument/2006/relationships/image" Target="../media/image24.png"/><Relationship Id="rId4" Type="http://schemas.microsoft.com/office/2007/relationships/hdphoto" Target="../media/hdphoto3.wdp"/></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12.xml"/><Relationship Id="rId5" Type="http://schemas.openxmlformats.org/officeDocument/2006/relationships/image" Target="../media/image30.png"/><Relationship Id="rId4" Type="http://schemas.openxmlformats.org/officeDocument/2006/relationships/image" Target="../media/image29.png"/></Relationships>
</file>

<file path=ppt/slides/_rels/slide1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4.xml"/><Relationship Id="rId1" Type="http://schemas.openxmlformats.org/officeDocument/2006/relationships/slideLayout" Target="../slideLayouts/slideLayout12.xml"/><Relationship Id="rId5" Type="http://schemas.openxmlformats.org/officeDocument/2006/relationships/image" Target="../media/image33.png"/><Relationship Id="rId4" Type="http://schemas.openxmlformats.org/officeDocument/2006/relationships/image" Target="../media/image32.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xml"/><Relationship Id="rId1" Type="http://schemas.openxmlformats.org/officeDocument/2006/relationships/slideLayout" Target="../slideLayouts/slideLayout11.xml"/><Relationship Id="rId4" Type="http://schemas.openxmlformats.org/officeDocument/2006/relationships/image" Target="../media/image13.svg"/></Relationships>
</file>

<file path=ppt/slides/_rels/slide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9.xml"/><Relationship Id="rId1" Type="http://schemas.openxmlformats.org/officeDocument/2006/relationships/slideLayout" Target="../slideLayouts/slideLayout11.xml"/><Relationship Id="rId4" Type="http://schemas.openxmlformats.org/officeDocument/2006/relationships/image" Target="../media/image13.svg"/></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0.xml"/><Relationship Id="rId1" Type="http://schemas.openxmlformats.org/officeDocument/2006/relationships/slideLayout" Target="../slideLayouts/slideLayout11.xml"/><Relationship Id="rId4" Type="http://schemas.openxmlformats.org/officeDocument/2006/relationships/image" Target="../media/image13.svg"/></Relationships>
</file>

<file path=ppt/slides/_rels/slide2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1.xml"/><Relationship Id="rId1" Type="http://schemas.openxmlformats.org/officeDocument/2006/relationships/slideLayout" Target="../slideLayouts/slideLayout11.xml"/><Relationship Id="rId4" Type="http://schemas.openxmlformats.org/officeDocument/2006/relationships/image" Target="../media/image13.sv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4.xml"/><Relationship Id="rId1" Type="http://schemas.openxmlformats.org/officeDocument/2006/relationships/slideLayout" Target="../slideLayouts/slideLayout1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9113"/>
        <p:cNvGrpSpPr/>
        <p:nvPr/>
      </p:nvGrpSpPr>
      <p:grpSpPr>
        <a:xfrm>
          <a:off x="0" y="0"/>
          <a:ext cx="0" cy="0"/>
          <a:chOff x="0" y="0"/>
          <a:chExt cx="0" cy="0"/>
        </a:xfrm>
      </p:grpSpPr>
      <p:grpSp>
        <p:nvGrpSpPr>
          <p:cNvPr id="49114" name="Google Shape;49114;p39"/>
          <p:cNvGrpSpPr/>
          <p:nvPr/>
        </p:nvGrpSpPr>
        <p:grpSpPr>
          <a:xfrm>
            <a:off x="1329897" y="1212750"/>
            <a:ext cx="6484250" cy="2718000"/>
            <a:chOff x="1329897" y="1212750"/>
            <a:chExt cx="6484250" cy="2718000"/>
          </a:xfrm>
        </p:grpSpPr>
        <p:sp>
          <p:nvSpPr>
            <p:cNvPr id="49115" name="Google Shape;49115;p39"/>
            <p:cNvSpPr/>
            <p:nvPr/>
          </p:nvSpPr>
          <p:spPr>
            <a:xfrm>
              <a:off x="1329947" y="1212750"/>
              <a:ext cx="6484200" cy="27180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6" name="Google Shape;49116;p39"/>
            <p:cNvSpPr/>
            <p:nvPr/>
          </p:nvSpPr>
          <p:spPr>
            <a:xfrm>
              <a:off x="1329897" y="1212750"/>
              <a:ext cx="6484200" cy="27180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17" name="Google Shape;49117;p39"/>
          <p:cNvSpPr txBox="1">
            <a:spLocks noGrp="1"/>
          </p:cNvSpPr>
          <p:nvPr>
            <p:ph type="ctrTitle"/>
          </p:nvPr>
        </p:nvSpPr>
        <p:spPr>
          <a:xfrm>
            <a:off x="1875300" y="1493550"/>
            <a:ext cx="5393400" cy="1417500"/>
          </a:xfrm>
          <a:prstGeom prst="rect">
            <a:avLst/>
          </a:prstGeom>
          <a:effectLst>
            <a:glow rad="241300">
              <a:schemeClr val="bg2">
                <a:alpha val="40000"/>
              </a:schemeClr>
            </a:glow>
          </a:effectLst>
        </p:spPr>
        <p:txBody>
          <a:bodyPr spcFirstLastPara="1" wrap="square" lIns="91425" tIns="91425" rIns="91425" bIns="91425" anchor="t" anchorCtr="0">
            <a:noAutofit/>
          </a:bodyPr>
          <a:lstStyle/>
          <a:p>
            <a:pPr lvl="0"/>
            <a:r>
              <a:rPr lang="en-US" sz="3200" b="1" dirty="0">
                <a:solidFill>
                  <a:schemeClr val="bg2">
                    <a:lumMod val="40000"/>
                    <a:lumOff val="60000"/>
                  </a:schemeClr>
                </a:solidFill>
                <a:latin typeface="Courier New" panose="02070309020205020404" pitchFamily="49" charset="0"/>
                <a:cs typeface="Courier New" panose="02070309020205020404" pitchFamily="49" charset="0"/>
              </a:rPr>
              <a:t>MOBILE SECURITY GUIDELINES AND MOBILE SECURITY TOOLS</a:t>
            </a:r>
            <a:endParaRPr lang="en-US" sz="2400" b="1" dirty="0">
              <a:solidFill>
                <a:schemeClr val="bg2">
                  <a:lumMod val="40000"/>
                  <a:lumOff val="60000"/>
                </a:schemeClr>
              </a:solidFill>
              <a:latin typeface="Courier New" panose="02070309020205020404" pitchFamily="49" charset="0"/>
              <a:cs typeface="Courier New" panose="02070309020205020404" pitchFamily="49" charset="0"/>
            </a:endParaRPr>
          </a:p>
        </p:txBody>
      </p:sp>
      <p:sp>
        <p:nvSpPr>
          <p:cNvPr id="49118" name="Google Shape;49118;p39"/>
          <p:cNvSpPr txBox="1">
            <a:spLocks noGrp="1"/>
          </p:cNvSpPr>
          <p:nvPr>
            <p:ph type="subTitle" idx="1"/>
          </p:nvPr>
        </p:nvSpPr>
        <p:spPr>
          <a:xfrm>
            <a:off x="2283000" y="3191850"/>
            <a:ext cx="5107592" cy="438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dirty="0"/>
              <a:t>GROUP: 3 </a:t>
            </a:r>
            <a:endParaRPr dirty="0"/>
          </a:p>
        </p:txBody>
      </p:sp>
      <p:sp>
        <p:nvSpPr>
          <p:cNvPr id="49119" name="Google Shape;49119;p39"/>
          <p:cNvSpPr/>
          <p:nvPr/>
        </p:nvSpPr>
        <p:spPr>
          <a:xfrm>
            <a:off x="-827290" y="3793773"/>
            <a:ext cx="38419" cy="38419"/>
          </a:xfrm>
          <a:custGeom>
            <a:avLst/>
            <a:gdLst/>
            <a:ahLst/>
            <a:cxnLst/>
            <a:rect l="l" t="t" r="r" b="b"/>
            <a:pathLst>
              <a:path w="397"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0" name="Google Shape;49120;p39"/>
          <p:cNvSpPr/>
          <p:nvPr/>
        </p:nvSpPr>
        <p:spPr>
          <a:xfrm>
            <a:off x="-693259" y="4088640"/>
            <a:ext cx="26710" cy="26710"/>
          </a:xfrm>
          <a:custGeom>
            <a:avLst/>
            <a:gdLst/>
            <a:ahLst/>
            <a:cxnLst/>
            <a:rect l="l" t="t" r="r" b="b"/>
            <a:pathLst>
              <a:path w="276" h="276" extrusionOk="0">
                <a:moveTo>
                  <a:pt x="133" y="0"/>
                </a:moveTo>
                <a:cubicBezTo>
                  <a:pt x="56" y="0"/>
                  <a:pt x="1" y="66"/>
                  <a:pt x="1" y="143"/>
                </a:cubicBezTo>
                <a:cubicBezTo>
                  <a:pt x="1" y="220"/>
                  <a:pt x="56" y="275"/>
                  <a:pt x="133" y="275"/>
                </a:cubicBezTo>
                <a:cubicBezTo>
                  <a:pt x="210" y="275"/>
                  <a:pt x="276" y="220"/>
                  <a:pt x="276" y="143"/>
                </a:cubicBezTo>
                <a:cubicBezTo>
                  <a:pt x="276" y="66"/>
                  <a:pt x="210" y="0"/>
                  <a:pt x="133" y="0"/>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1" name="Google Shape;49121;p39"/>
          <p:cNvSpPr/>
          <p:nvPr/>
        </p:nvSpPr>
        <p:spPr>
          <a:xfrm>
            <a:off x="-915643" y="4087576"/>
            <a:ext cx="27774" cy="26710"/>
          </a:xfrm>
          <a:custGeom>
            <a:avLst/>
            <a:gdLst/>
            <a:ahLst/>
            <a:cxnLst/>
            <a:rect l="l" t="t" r="r" b="b"/>
            <a:pathLst>
              <a:path w="287" h="276" extrusionOk="0">
                <a:moveTo>
                  <a:pt x="143" y="0"/>
                </a:moveTo>
                <a:cubicBezTo>
                  <a:pt x="66" y="0"/>
                  <a:pt x="0" y="55"/>
                  <a:pt x="0" y="132"/>
                </a:cubicBezTo>
                <a:cubicBezTo>
                  <a:pt x="0" y="209"/>
                  <a:pt x="66" y="275"/>
                  <a:pt x="143" y="275"/>
                </a:cubicBezTo>
                <a:cubicBezTo>
                  <a:pt x="220" y="275"/>
                  <a:pt x="286" y="209"/>
                  <a:pt x="286" y="132"/>
                </a:cubicBezTo>
                <a:cubicBezTo>
                  <a:pt x="286" y="55"/>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2" name="Google Shape;49122;p39"/>
          <p:cNvSpPr/>
          <p:nvPr/>
        </p:nvSpPr>
        <p:spPr>
          <a:xfrm>
            <a:off x="-732646" y="4368508"/>
            <a:ext cx="43742" cy="43742"/>
          </a:xfrm>
          <a:custGeom>
            <a:avLst/>
            <a:gdLst/>
            <a:ahLst/>
            <a:cxnLst/>
            <a:rect l="l" t="t" r="r" b="b"/>
            <a:pathLst>
              <a:path w="452" h="452" extrusionOk="0">
                <a:moveTo>
                  <a:pt x="221" y="0"/>
                </a:moveTo>
                <a:cubicBezTo>
                  <a:pt x="100" y="0"/>
                  <a:pt x="1" y="110"/>
                  <a:pt x="1" y="231"/>
                </a:cubicBezTo>
                <a:cubicBezTo>
                  <a:pt x="1" y="352"/>
                  <a:pt x="100" y="451"/>
                  <a:pt x="221" y="451"/>
                </a:cubicBezTo>
                <a:cubicBezTo>
                  <a:pt x="353" y="451"/>
                  <a:pt x="452" y="352"/>
                  <a:pt x="452" y="231"/>
                </a:cubicBezTo>
                <a:cubicBezTo>
                  <a:pt x="452" y="110"/>
                  <a:pt x="353" y="0"/>
                  <a:pt x="221" y="0"/>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3" name="Google Shape;49123;p39"/>
          <p:cNvSpPr/>
          <p:nvPr/>
        </p:nvSpPr>
        <p:spPr>
          <a:xfrm>
            <a:off x="-613421" y="5084725"/>
            <a:ext cx="26710" cy="26710"/>
          </a:xfrm>
          <a:custGeom>
            <a:avLst/>
            <a:gdLst/>
            <a:ahLst/>
            <a:cxnLst/>
            <a:rect l="l" t="t" r="r" b="b"/>
            <a:pathLst>
              <a:path w="276" h="276" extrusionOk="0">
                <a:moveTo>
                  <a:pt x="133" y="0"/>
                </a:moveTo>
                <a:cubicBezTo>
                  <a:pt x="56" y="0"/>
                  <a:pt x="1" y="66"/>
                  <a:pt x="1" y="143"/>
                </a:cubicBezTo>
                <a:cubicBezTo>
                  <a:pt x="1" y="220"/>
                  <a:pt x="56" y="275"/>
                  <a:pt x="133" y="275"/>
                </a:cubicBezTo>
                <a:cubicBezTo>
                  <a:pt x="210" y="275"/>
                  <a:pt x="275" y="220"/>
                  <a:pt x="275" y="143"/>
                </a:cubicBezTo>
                <a:cubicBezTo>
                  <a:pt x="275" y="66"/>
                  <a:pt x="210" y="0"/>
                  <a:pt x="133" y="0"/>
                </a:cubicBezTo>
                <a:close/>
              </a:path>
            </a:pathLst>
          </a:custGeom>
          <a:solidFill>
            <a:schemeClr val="lt1"/>
          </a:solidFill>
          <a:ln w="9525"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4" name="Google Shape;49124;p39"/>
          <p:cNvSpPr/>
          <p:nvPr/>
        </p:nvSpPr>
        <p:spPr>
          <a:xfrm>
            <a:off x="-689001" y="4761213"/>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5" name="Google Shape;49125;p39"/>
          <p:cNvSpPr/>
          <p:nvPr/>
        </p:nvSpPr>
        <p:spPr>
          <a:xfrm>
            <a:off x="-626195" y="4036480"/>
            <a:ext cx="30968" cy="30968"/>
          </a:xfrm>
          <a:custGeom>
            <a:avLst/>
            <a:gdLst/>
            <a:ahLst/>
            <a:cxnLst/>
            <a:rect l="l" t="t" r="r" b="b"/>
            <a:pathLst>
              <a:path w="320" h="320" extrusionOk="0">
                <a:moveTo>
                  <a:pt x="166" y="0"/>
                </a:moveTo>
                <a:cubicBezTo>
                  <a:pt x="78" y="0"/>
                  <a:pt x="1" y="77"/>
                  <a:pt x="1" y="165"/>
                </a:cubicBezTo>
                <a:cubicBezTo>
                  <a:pt x="1" y="253"/>
                  <a:pt x="78" y="319"/>
                  <a:pt x="166" y="319"/>
                </a:cubicBezTo>
                <a:cubicBezTo>
                  <a:pt x="254" y="319"/>
                  <a:pt x="320" y="253"/>
                  <a:pt x="320" y="165"/>
                </a:cubicBezTo>
                <a:cubicBezTo>
                  <a:pt x="320" y="77"/>
                  <a:pt x="254" y="0"/>
                  <a:pt x="166" y="0"/>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6" name="Google Shape;49126;p39"/>
          <p:cNvSpPr/>
          <p:nvPr/>
        </p:nvSpPr>
        <p:spPr>
          <a:xfrm>
            <a:off x="-669840" y="3961964"/>
            <a:ext cx="30968" cy="30968"/>
          </a:xfrm>
          <a:custGeom>
            <a:avLst/>
            <a:gdLst/>
            <a:ahLst/>
            <a:cxnLst/>
            <a:rect l="l" t="t" r="r" b="b"/>
            <a:pathLst>
              <a:path w="320" h="320" extrusionOk="0">
                <a:moveTo>
                  <a:pt x="166" y="1"/>
                </a:moveTo>
                <a:cubicBezTo>
                  <a:pt x="78" y="1"/>
                  <a:pt x="1" y="77"/>
                  <a:pt x="1" y="165"/>
                </a:cubicBezTo>
                <a:cubicBezTo>
                  <a:pt x="1" y="253"/>
                  <a:pt x="78" y="319"/>
                  <a:pt x="166" y="319"/>
                </a:cubicBezTo>
                <a:cubicBezTo>
                  <a:pt x="254" y="319"/>
                  <a:pt x="320" y="253"/>
                  <a:pt x="320" y="165"/>
                </a:cubicBezTo>
                <a:cubicBezTo>
                  <a:pt x="320" y="77"/>
                  <a:pt x="254" y="1"/>
                  <a:pt x="166" y="1"/>
                </a:cubicBezTo>
                <a:close/>
              </a:path>
            </a:pathLst>
          </a:custGeom>
          <a:solidFill>
            <a:schemeClr val="lt1"/>
          </a:solidFill>
          <a:ln w="19050" cap="flat" cmpd="sng">
            <a:solidFill>
              <a:schemeClr val="lt1"/>
            </a:solidFill>
            <a:prstDash val="solid"/>
            <a:round/>
            <a:headEnd type="none" w="sm" len="sm"/>
            <a:tailEnd type="none" w="sm" len="sm"/>
          </a:ln>
          <a:effectLst>
            <a:outerShdw blurRad="57150" dist="1905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27" name="Google Shape;49127;p39"/>
          <p:cNvGrpSpPr/>
          <p:nvPr/>
        </p:nvGrpSpPr>
        <p:grpSpPr>
          <a:xfrm>
            <a:off x="1875300" y="3007925"/>
            <a:ext cx="5393400" cy="0"/>
            <a:chOff x="1875300" y="3007925"/>
            <a:chExt cx="5393400" cy="0"/>
          </a:xfrm>
        </p:grpSpPr>
        <p:cxnSp>
          <p:nvCxnSpPr>
            <p:cNvPr id="49128" name="Google Shape;49128;p39"/>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129" name="Google Shape;49129;p39"/>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130" name="Google Shape;49130;p39"/>
          <p:cNvSpPr/>
          <p:nvPr/>
        </p:nvSpPr>
        <p:spPr>
          <a:xfrm rot="10800000" flipH="1">
            <a:off x="1330506" y="3640642"/>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31" name="Google Shape;49131;p39"/>
          <p:cNvSpPr/>
          <p:nvPr/>
        </p:nvSpPr>
        <p:spPr>
          <a:xfrm rot="10800000">
            <a:off x="7391245" y="3640642"/>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32" name="Google Shape;49132;p39"/>
          <p:cNvSpPr/>
          <p:nvPr/>
        </p:nvSpPr>
        <p:spPr>
          <a:xfrm>
            <a:off x="1329853" y="121270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33" name="Google Shape;49133;p39"/>
          <p:cNvSpPr/>
          <p:nvPr/>
        </p:nvSpPr>
        <p:spPr>
          <a:xfrm flipH="1">
            <a:off x="7390592" y="121270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9360"/>
        <p:cNvGrpSpPr/>
        <p:nvPr/>
      </p:nvGrpSpPr>
      <p:grpSpPr>
        <a:xfrm>
          <a:off x="0" y="0"/>
          <a:ext cx="0" cy="0"/>
          <a:chOff x="0" y="0"/>
          <a:chExt cx="0" cy="0"/>
        </a:xfrm>
      </p:grpSpPr>
      <p:grpSp>
        <p:nvGrpSpPr>
          <p:cNvPr id="49361" name="Google Shape;49361;p43"/>
          <p:cNvGrpSpPr/>
          <p:nvPr/>
        </p:nvGrpSpPr>
        <p:grpSpPr>
          <a:xfrm>
            <a:off x="4055845" y="1030950"/>
            <a:ext cx="1032308" cy="1000500"/>
            <a:chOff x="1954207" y="514898"/>
            <a:chExt cx="1032308" cy="1000500"/>
          </a:xfrm>
        </p:grpSpPr>
        <p:sp>
          <p:nvSpPr>
            <p:cNvPr id="49362" name="Google Shape;49362;p43"/>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3" name="Google Shape;49363;p43"/>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64" name="Google Shape;49364;p43"/>
          <p:cNvGrpSpPr/>
          <p:nvPr/>
        </p:nvGrpSpPr>
        <p:grpSpPr>
          <a:xfrm>
            <a:off x="4056003" y="1030941"/>
            <a:ext cx="1032143" cy="1000499"/>
            <a:chOff x="4056003" y="764391"/>
            <a:chExt cx="1032143" cy="1000499"/>
          </a:xfrm>
        </p:grpSpPr>
        <p:sp>
          <p:nvSpPr>
            <p:cNvPr id="49365" name="Google Shape;49365;p43"/>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366" name="Google Shape;49366;p43"/>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367" name="Google Shape;49367;p43"/>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368" name="Google Shape;49368;p43"/>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sp>
        <p:nvSpPr>
          <p:cNvPr id="49369" name="Google Shape;49369;p43"/>
          <p:cNvSpPr txBox="1">
            <a:spLocks noGrp="1"/>
          </p:cNvSpPr>
          <p:nvPr>
            <p:ph type="title"/>
          </p:nvPr>
        </p:nvSpPr>
        <p:spPr>
          <a:xfrm>
            <a:off x="2058600" y="2339525"/>
            <a:ext cx="5026800" cy="832800"/>
          </a:xfrm>
          <a:prstGeom prst="rect">
            <a:avLst/>
          </a:prstGeom>
        </p:spPr>
        <p:txBody>
          <a:bodyPr spcFirstLastPara="1" wrap="square" lIns="91425" tIns="91425" rIns="91425" bIns="91425" anchor="t" anchorCtr="0">
            <a:noAutofit/>
          </a:bodyPr>
          <a:lstStyle/>
          <a:p>
            <a:pPr lvl="0"/>
            <a:r>
              <a:rPr lang="en-US" sz="2400" b="1" dirty="0">
                <a:solidFill>
                  <a:schemeClr val="bg2">
                    <a:lumMod val="40000"/>
                    <a:lumOff val="60000"/>
                  </a:schemeClr>
                </a:solidFill>
                <a:latin typeface="Courier New" panose="02070309020205020404" pitchFamily="49" charset="0"/>
                <a:cs typeface="Courier New" panose="02070309020205020404" pitchFamily="49" charset="0"/>
              </a:rPr>
              <a:t>TỔNG QUAN VỀ MOBILE SECURITY</a:t>
            </a:r>
            <a:r>
              <a:rPr lang="en" sz="2400" dirty="0">
                <a:solidFill>
                  <a:schemeClr val="bg2">
                    <a:lumMod val="40000"/>
                    <a:lumOff val="60000"/>
                  </a:schemeClr>
                </a:solidFill>
                <a:latin typeface="Courier New" panose="02070309020205020404" pitchFamily="49" charset="0"/>
                <a:cs typeface="Courier New" panose="02070309020205020404" pitchFamily="49" charset="0"/>
              </a:rPr>
              <a:t> </a:t>
            </a:r>
            <a:endParaRPr sz="2400" dirty="0">
              <a:solidFill>
                <a:schemeClr val="bg2">
                  <a:lumMod val="40000"/>
                  <a:lumOff val="60000"/>
                </a:schemeClr>
              </a:solidFill>
              <a:latin typeface="Courier New" panose="02070309020205020404" pitchFamily="49" charset="0"/>
              <a:cs typeface="Courier New" panose="02070309020205020404" pitchFamily="49" charset="0"/>
            </a:endParaRPr>
          </a:p>
        </p:txBody>
      </p:sp>
      <p:sp>
        <p:nvSpPr>
          <p:cNvPr id="49370" name="Google Shape;49370;p43"/>
          <p:cNvSpPr txBox="1">
            <a:spLocks noGrp="1"/>
          </p:cNvSpPr>
          <p:nvPr>
            <p:ph type="title" idx="2"/>
          </p:nvPr>
        </p:nvSpPr>
        <p:spPr>
          <a:xfrm>
            <a:off x="4056000" y="1254750"/>
            <a:ext cx="1032000" cy="55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grpSp>
        <p:nvGrpSpPr>
          <p:cNvPr id="49372" name="Google Shape;49372;p43"/>
          <p:cNvGrpSpPr/>
          <p:nvPr/>
        </p:nvGrpSpPr>
        <p:grpSpPr>
          <a:xfrm flipH="1">
            <a:off x="-759861" y="1262510"/>
            <a:ext cx="4810263" cy="537379"/>
            <a:chOff x="2765878" y="4436723"/>
            <a:chExt cx="7690269" cy="1225772"/>
          </a:xfrm>
        </p:grpSpPr>
        <p:grpSp>
          <p:nvGrpSpPr>
            <p:cNvPr id="49373" name="Google Shape;49373;p43"/>
            <p:cNvGrpSpPr/>
            <p:nvPr/>
          </p:nvGrpSpPr>
          <p:grpSpPr>
            <a:xfrm flipH="1">
              <a:off x="2765878" y="4436723"/>
              <a:ext cx="7690269" cy="1225772"/>
              <a:chOff x="2763020" y="4436723"/>
              <a:chExt cx="7690269" cy="1225772"/>
            </a:xfrm>
          </p:grpSpPr>
          <p:sp>
            <p:nvSpPr>
              <p:cNvPr id="49374" name="Google Shape;49374;p4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5" name="Google Shape;49375;p4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6" name="Google Shape;49376;p4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7" name="Google Shape;49377;p4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8" name="Google Shape;49378;p43"/>
            <p:cNvGrpSpPr/>
            <p:nvPr/>
          </p:nvGrpSpPr>
          <p:grpSpPr>
            <a:xfrm flipH="1">
              <a:off x="2765878" y="4436723"/>
              <a:ext cx="7690269" cy="1225772"/>
              <a:chOff x="2763020" y="4436723"/>
              <a:chExt cx="7690269" cy="1225772"/>
            </a:xfrm>
          </p:grpSpPr>
          <p:sp>
            <p:nvSpPr>
              <p:cNvPr id="49379" name="Google Shape;49379;p4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0" name="Google Shape;49380;p4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1" name="Google Shape;49381;p4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2" name="Google Shape;49382;p4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83" name="Google Shape;49383;p43"/>
          <p:cNvGrpSpPr/>
          <p:nvPr/>
        </p:nvGrpSpPr>
        <p:grpSpPr>
          <a:xfrm>
            <a:off x="2394954" y="3365275"/>
            <a:ext cx="4354092" cy="0"/>
            <a:chOff x="1875300" y="3007925"/>
            <a:chExt cx="5393400" cy="0"/>
          </a:xfrm>
        </p:grpSpPr>
        <p:cxnSp>
          <p:nvCxnSpPr>
            <p:cNvPr id="49384" name="Google Shape;49384;p43"/>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385" name="Google Shape;49385;p43"/>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49386" name="Google Shape;49386;p43"/>
          <p:cNvGrpSpPr/>
          <p:nvPr/>
        </p:nvGrpSpPr>
        <p:grpSpPr>
          <a:xfrm>
            <a:off x="222822" y="3737161"/>
            <a:ext cx="864744" cy="1493998"/>
            <a:chOff x="11712647" y="-2511258"/>
            <a:chExt cx="294602" cy="508994"/>
          </a:xfrm>
        </p:grpSpPr>
        <p:sp>
          <p:nvSpPr>
            <p:cNvPr id="49387" name="Google Shape;49387;p43"/>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8" name="Google Shape;49388;p43"/>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9" name="Google Shape;49389;p43"/>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0" name="Google Shape;49390;p43"/>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1" name="Google Shape;49391;p43"/>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2" name="Google Shape;49392;p43"/>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3" name="Google Shape;49393;p43"/>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4" name="Google Shape;49394;p43"/>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5" name="Google Shape;49395;p43"/>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6" name="Google Shape;49396;p43"/>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7" name="Google Shape;49397;p43"/>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8" name="Google Shape;49398;p43"/>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9" name="Google Shape;49399;p43"/>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0" name="Google Shape;49400;p43"/>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1" name="Google Shape;49401;p43"/>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2" name="Google Shape;49402;p43"/>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3" name="Google Shape;49403;p43"/>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4" name="Google Shape;49404;p43"/>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5" name="Google Shape;49405;p43"/>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6" name="Google Shape;49406;p43"/>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7" name="Google Shape;49407;p43"/>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8" name="Google Shape;49408;p43"/>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9" name="Google Shape;49409;p43"/>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0" name="Google Shape;49410;p43"/>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1" name="Google Shape;49411;p43"/>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2" name="Google Shape;49412;p43"/>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3" name="Google Shape;49413;p43"/>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414" name="Google Shape;49414;p43"/>
          <p:cNvPicPr preferRelativeResize="0"/>
          <p:nvPr/>
        </p:nvPicPr>
        <p:blipFill rotWithShape="1">
          <a:blip r:embed="rId3">
            <a:alphaModFix/>
          </a:blip>
          <a:srcRect l="24288"/>
          <a:stretch/>
        </p:blipFill>
        <p:spPr>
          <a:xfrm rot="-290590">
            <a:off x="7435672" y="3210903"/>
            <a:ext cx="2182293" cy="3121942"/>
          </a:xfrm>
          <a:prstGeom prst="rect">
            <a:avLst/>
          </a:prstGeom>
          <a:noFill/>
          <a:ln>
            <a:noFill/>
          </a:ln>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9621">
          <a:extLst>
            <a:ext uri="{FF2B5EF4-FFF2-40B4-BE49-F238E27FC236}">
              <a16:creationId xmlns:a16="http://schemas.microsoft.com/office/drawing/2014/main" id="{BA090CEF-9D80-57F4-0D9F-3D948330808B}"/>
            </a:ext>
          </a:extLst>
        </p:cNvPr>
        <p:cNvGrpSpPr/>
        <p:nvPr/>
      </p:nvGrpSpPr>
      <p:grpSpPr>
        <a:xfrm>
          <a:off x="0" y="0"/>
          <a:ext cx="0" cy="0"/>
          <a:chOff x="0" y="0"/>
          <a:chExt cx="0" cy="0"/>
        </a:xfrm>
      </p:grpSpPr>
      <p:sp>
        <p:nvSpPr>
          <p:cNvPr id="49622" name="Google Shape;49622;p46">
            <a:extLst>
              <a:ext uri="{FF2B5EF4-FFF2-40B4-BE49-F238E27FC236}">
                <a16:creationId xmlns:a16="http://schemas.microsoft.com/office/drawing/2014/main" id="{24CA52D4-1E36-4B43-629D-D20357EE000F}"/>
              </a:ext>
            </a:extLst>
          </p:cNvPr>
          <p:cNvSpPr txBox="1">
            <a:spLocks noGrp="1"/>
          </p:cNvSpPr>
          <p:nvPr>
            <p:ph type="body" idx="1"/>
          </p:nvPr>
        </p:nvSpPr>
        <p:spPr>
          <a:xfrm>
            <a:off x="913650" y="988543"/>
            <a:ext cx="3773100" cy="2103600"/>
          </a:xfrm>
          <a:prstGeom prst="rect">
            <a:avLst/>
          </a:prstGeom>
        </p:spPr>
        <p:txBody>
          <a:bodyPr spcFirstLastPara="1" wrap="square" lIns="91425" tIns="91425" rIns="91425" bIns="91425" anchor="t" anchorCtr="0">
            <a:noAutofit/>
          </a:bodyPr>
          <a:lstStyle/>
          <a:p>
            <a:pPr marL="285750" indent="-285750"/>
            <a:r>
              <a:rPr lang="vi-VN" dirty="0"/>
              <a:t>Mobile Security là tập hợp các phương pháp, công nghệ và quy trình nhằm bảo vệ toàn bộ hệ sinh thái di động trước các mối đe dọa an ninh mạng</a:t>
            </a:r>
            <a:r>
              <a:rPr lang="en-US" dirty="0"/>
              <a:t>.</a:t>
            </a:r>
          </a:p>
          <a:p>
            <a:pPr marL="285750" indent="-285750"/>
            <a:endParaRPr lang="en-US" dirty="0"/>
          </a:p>
          <a:p>
            <a:r>
              <a:rPr lang="en-US" dirty="0" err="1"/>
              <a:t>Mục</a:t>
            </a:r>
            <a:r>
              <a:rPr lang="en-US" dirty="0"/>
              <a:t> </a:t>
            </a:r>
            <a:r>
              <a:rPr lang="en-US" dirty="0" err="1"/>
              <a:t>tiêu</a:t>
            </a:r>
            <a:r>
              <a:rPr lang="en-US" dirty="0"/>
              <a:t> </a:t>
            </a:r>
            <a:r>
              <a:rPr lang="en-US" dirty="0" err="1"/>
              <a:t>cốt</a:t>
            </a:r>
            <a:r>
              <a:rPr lang="en-US" dirty="0"/>
              <a:t> </a:t>
            </a:r>
            <a:r>
              <a:rPr lang="en-US" dirty="0" err="1"/>
              <a:t>lõi</a:t>
            </a:r>
            <a:r>
              <a:rPr lang="en-US" dirty="0"/>
              <a:t>:</a:t>
            </a:r>
          </a:p>
          <a:p>
            <a:pPr lvl="1">
              <a:buClr>
                <a:schemeClr val="bg2"/>
              </a:buClr>
            </a:pPr>
            <a:r>
              <a:rPr lang="en-US" dirty="0"/>
              <a:t>Confidentiality: </a:t>
            </a:r>
            <a:r>
              <a:rPr lang="en-US" dirty="0" err="1"/>
              <a:t>bảo</a:t>
            </a:r>
            <a:r>
              <a:rPr lang="en-US" dirty="0"/>
              <a:t> </a:t>
            </a:r>
            <a:r>
              <a:rPr lang="en-US" dirty="0" err="1"/>
              <a:t>vệ</a:t>
            </a:r>
            <a:r>
              <a:rPr lang="en-US" dirty="0"/>
              <a:t> </a:t>
            </a:r>
            <a:r>
              <a:rPr lang="en-US" dirty="0" err="1"/>
              <a:t>dữ</a:t>
            </a:r>
            <a:r>
              <a:rPr lang="en-US" dirty="0"/>
              <a:t> </a:t>
            </a:r>
            <a:r>
              <a:rPr lang="en-US" dirty="0" err="1"/>
              <a:t>liệu</a:t>
            </a:r>
            <a:r>
              <a:rPr lang="en-US" dirty="0"/>
              <a:t> </a:t>
            </a:r>
            <a:r>
              <a:rPr lang="en-US" dirty="0" err="1"/>
              <a:t>khỏi</a:t>
            </a:r>
            <a:r>
              <a:rPr lang="en-US" dirty="0"/>
              <a:t> </a:t>
            </a:r>
            <a:r>
              <a:rPr lang="en-US" dirty="0" err="1"/>
              <a:t>truy</a:t>
            </a:r>
            <a:r>
              <a:rPr lang="en-US" dirty="0"/>
              <a:t> </a:t>
            </a:r>
            <a:r>
              <a:rPr lang="en-US" dirty="0" err="1"/>
              <a:t>cập</a:t>
            </a:r>
            <a:r>
              <a:rPr lang="en-US" dirty="0"/>
              <a:t> </a:t>
            </a:r>
            <a:r>
              <a:rPr lang="en-US" dirty="0" err="1"/>
              <a:t>trái</a:t>
            </a:r>
            <a:r>
              <a:rPr lang="en-US" dirty="0"/>
              <a:t> </a:t>
            </a:r>
            <a:r>
              <a:rPr lang="en-US" dirty="0" err="1"/>
              <a:t>phép</a:t>
            </a:r>
            <a:r>
              <a:rPr lang="en-US" dirty="0"/>
              <a:t> </a:t>
            </a:r>
          </a:p>
          <a:p>
            <a:pPr lvl="1">
              <a:buClr>
                <a:schemeClr val="bg2"/>
              </a:buClr>
            </a:pPr>
            <a:r>
              <a:rPr lang="en-US" dirty="0"/>
              <a:t>Integrity: </a:t>
            </a:r>
            <a:r>
              <a:rPr lang="en-US" dirty="0" err="1"/>
              <a:t>ngăn</a:t>
            </a:r>
            <a:r>
              <a:rPr lang="en-US" dirty="0"/>
              <a:t> </a:t>
            </a:r>
            <a:r>
              <a:rPr lang="en-US" dirty="0" err="1"/>
              <a:t>chỉnh</a:t>
            </a:r>
            <a:r>
              <a:rPr lang="en-US" dirty="0"/>
              <a:t> </a:t>
            </a:r>
            <a:r>
              <a:rPr lang="en-US" dirty="0" err="1"/>
              <a:t>sửa</a:t>
            </a:r>
            <a:r>
              <a:rPr lang="en-US" dirty="0"/>
              <a:t> </a:t>
            </a:r>
            <a:r>
              <a:rPr lang="en-US" dirty="0" err="1"/>
              <a:t>hoặc</a:t>
            </a:r>
            <a:r>
              <a:rPr lang="en-US" dirty="0"/>
              <a:t> </a:t>
            </a:r>
            <a:r>
              <a:rPr lang="en-US" dirty="0" err="1"/>
              <a:t>giả</a:t>
            </a:r>
            <a:r>
              <a:rPr lang="en-US" dirty="0"/>
              <a:t> </a:t>
            </a:r>
            <a:r>
              <a:rPr lang="en-US" dirty="0" err="1"/>
              <a:t>mạo</a:t>
            </a:r>
            <a:r>
              <a:rPr lang="en-US" dirty="0"/>
              <a:t> </a:t>
            </a:r>
            <a:r>
              <a:rPr lang="en-US" dirty="0" err="1"/>
              <a:t>dữ</a:t>
            </a:r>
            <a:r>
              <a:rPr lang="en-US" dirty="0"/>
              <a:t> </a:t>
            </a:r>
            <a:r>
              <a:rPr lang="en-US" dirty="0" err="1"/>
              <a:t>liệu</a:t>
            </a:r>
            <a:r>
              <a:rPr lang="en-US" dirty="0"/>
              <a:t> </a:t>
            </a:r>
          </a:p>
          <a:p>
            <a:pPr lvl="1">
              <a:buClr>
                <a:schemeClr val="bg2"/>
              </a:buClr>
            </a:pPr>
            <a:r>
              <a:rPr lang="en-US" dirty="0"/>
              <a:t>Availability: </a:t>
            </a:r>
            <a:r>
              <a:rPr lang="en-US" dirty="0" err="1"/>
              <a:t>đảm</a:t>
            </a:r>
            <a:r>
              <a:rPr lang="en-US" dirty="0"/>
              <a:t> </a:t>
            </a:r>
            <a:r>
              <a:rPr lang="en-US" dirty="0" err="1"/>
              <a:t>bảo</a:t>
            </a:r>
            <a:r>
              <a:rPr lang="en-US" dirty="0"/>
              <a:t> </a:t>
            </a:r>
            <a:r>
              <a:rPr lang="en-US" dirty="0" err="1"/>
              <a:t>dịch</a:t>
            </a:r>
            <a:r>
              <a:rPr lang="en-US" dirty="0"/>
              <a:t> </a:t>
            </a:r>
            <a:r>
              <a:rPr lang="en-US" dirty="0" err="1"/>
              <a:t>vụ</a:t>
            </a:r>
            <a:r>
              <a:rPr lang="en-US" dirty="0"/>
              <a:t> </a:t>
            </a:r>
            <a:r>
              <a:rPr lang="en-US" dirty="0" err="1"/>
              <a:t>luôn</a:t>
            </a:r>
            <a:r>
              <a:rPr lang="en-US" dirty="0"/>
              <a:t> </a:t>
            </a:r>
            <a:r>
              <a:rPr lang="en-US" dirty="0" err="1"/>
              <a:t>sẵn</a:t>
            </a:r>
            <a:r>
              <a:rPr lang="en-US" dirty="0"/>
              <a:t> </a:t>
            </a:r>
            <a:r>
              <a:rPr lang="en-US" dirty="0" err="1"/>
              <a:t>sàng</a:t>
            </a:r>
            <a:r>
              <a:rPr lang="en-US" dirty="0"/>
              <a:t> </a:t>
            </a:r>
            <a:r>
              <a:rPr lang="en-US" dirty="0" err="1"/>
              <a:t>khi</a:t>
            </a:r>
            <a:r>
              <a:rPr lang="en-US" dirty="0"/>
              <a:t> </a:t>
            </a:r>
            <a:r>
              <a:rPr lang="en-US" dirty="0" err="1"/>
              <a:t>cần</a:t>
            </a:r>
            <a:endParaRPr lang="en-US" dirty="0"/>
          </a:p>
          <a:p>
            <a:pPr marL="285750" indent="-285750"/>
            <a:endParaRPr dirty="0"/>
          </a:p>
        </p:txBody>
      </p:sp>
      <p:sp>
        <p:nvSpPr>
          <p:cNvPr id="49623" name="Google Shape;49623;p46">
            <a:extLst>
              <a:ext uri="{FF2B5EF4-FFF2-40B4-BE49-F238E27FC236}">
                <a16:creationId xmlns:a16="http://schemas.microsoft.com/office/drawing/2014/main" id="{B30B68D0-217D-932A-BCD5-6FF9CCA5D8D0}"/>
              </a:ext>
            </a:extLst>
          </p:cNvPr>
          <p:cNvSpPr txBox="1">
            <a:spLocks noGrp="1"/>
          </p:cNvSpPr>
          <p:nvPr>
            <p:ph type="title"/>
          </p:nvPr>
        </p:nvSpPr>
        <p:spPr>
          <a:xfrm>
            <a:off x="456375" y="137557"/>
            <a:ext cx="7717500" cy="56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solidFill>
                  <a:schemeClr val="bg2"/>
                </a:solidFill>
                <a:latin typeface="Source Code Pro Medium" panose="020B0509030403020204" pitchFamily="49" charset="0"/>
                <a:ea typeface="Source Code Pro Medium" panose="020B0509030403020204" pitchFamily="49" charset="0"/>
              </a:rPr>
              <a:t>KHÁI NIỆM</a:t>
            </a:r>
            <a:endParaRPr b="1" dirty="0">
              <a:solidFill>
                <a:schemeClr val="bg2"/>
              </a:solidFill>
              <a:latin typeface="Source Code Pro Medium" panose="020B0509030403020204" pitchFamily="49" charset="0"/>
              <a:ea typeface="Source Code Pro Medium" panose="020B0509030403020204" pitchFamily="49" charset="0"/>
            </a:endParaRPr>
          </a:p>
        </p:txBody>
      </p:sp>
      <p:grpSp>
        <p:nvGrpSpPr>
          <p:cNvPr id="49625" name="Google Shape;49625;p46">
            <a:extLst>
              <a:ext uri="{FF2B5EF4-FFF2-40B4-BE49-F238E27FC236}">
                <a16:creationId xmlns:a16="http://schemas.microsoft.com/office/drawing/2014/main" id="{B900F5CB-0249-FFCE-311F-F47CDE0B851D}"/>
              </a:ext>
            </a:extLst>
          </p:cNvPr>
          <p:cNvGrpSpPr/>
          <p:nvPr/>
        </p:nvGrpSpPr>
        <p:grpSpPr>
          <a:xfrm flipH="1">
            <a:off x="-427283" y="4309022"/>
            <a:ext cx="4810263" cy="537379"/>
            <a:chOff x="2765878" y="4436723"/>
            <a:chExt cx="7690269" cy="1225772"/>
          </a:xfrm>
        </p:grpSpPr>
        <p:grpSp>
          <p:nvGrpSpPr>
            <p:cNvPr id="49626" name="Google Shape;49626;p46">
              <a:extLst>
                <a:ext uri="{FF2B5EF4-FFF2-40B4-BE49-F238E27FC236}">
                  <a16:creationId xmlns:a16="http://schemas.microsoft.com/office/drawing/2014/main" id="{C64CDBC5-3648-9887-5D90-5A002A5AF5BE}"/>
                </a:ext>
              </a:extLst>
            </p:cNvPr>
            <p:cNvGrpSpPr/>
            <p:nvPr/>
          </p:nvGrpSpPr>
          <p:grpSpPr>
            <a:xfrm flipH="1">
              <a:off x="2765878" y="4436723"/>
              <a:ext cx="7690269" cy="1225772"/>
              <a:chOff x="2763020" y="4436723"/>
              <a:chExt cx="7690269" cy="1225772"/>
            </a:xfrm>
          </p:grpSpPr>
          <p:sp>
            <p:nvSpPr>
              <p:cNvPr id="49627" name="Google Shape;49627;p46">
                <a:extLst>
                  <a:ext uri="{FF2B5EF4-FFF2-40B4-BE49-F238E27FC236}">
                    <a16:creationId xmlns:a16="http://schemas.microsoft.com/office/drawing/2014/main" id="{D7D01399-C4A3-5237-C64F-C4725E527F20}"/>
                  </a:ext>
                </a:extLst>
              </p:cNvPr>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8" name="Google Shape;49628;p46">
                <a:extLst>
                  <a:ext uri="{FF2B5EF4-FFF2-40B4-BE49-F238E27FC236}">
                    <a16:creationId xmlns:a16="http://schemas.microsoft.com/office/drawing/2014/main" id="{383EDC5F-069B-AC39-290B-6EACAF728C40}"/>
                  </a:ext>
                </a:extLst>
              </p:cNvPr>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9" name="Google Shape;49629;p46">
                <a:extLst>
                  <a:ext uri="{FF2B5EF4-FFF2-40B4-BE49-F238E27FC236}">
                    <a16:creationId xmlns:a16="http://schemas.microsoft.com/office/drawing/2014/main" id="{5C861DC9-0E25-67D5-7A92-28949E5ABA82}"/>
                  </a:ext>
                </a:extLst>
              </p:cNvPr>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0" name="Google Shape;49630;p46">
                <a:extLst>
                  <a:ext uri="{FF2B5EF4-FFF2-40B4-BE49-F238E27FC236}">
                    <a16:creationId xmlns:a16="http://schemas.microsoft.com/office/drawing/2014/main" id="{972437D8-1DD3-361C-6789-BBEC82C27FEE}"/>
                  </a:ext>
                </a:extLst>
              </p:cNvPr>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31" name="Google Shape;49631;p46">
              <a:extLst>
                <a:ext uri="{FF2B5EF4-FFF2-40B4-BE49-F238E27FC236}">
                  <a16:creationId xmlns:a16="http://schemas.microsoft.com/office/drawing/2014/main" id="{3EE552B3-55FB-8B8E-02F5-7BC1D92BBF85}"/>
                </a:ext>
              </a:extLst>
            </p:cNvPr>
            <p:cNvGrpSpPr/>
            <p:nvPr/>
          </p:nvGrpSpPr>
          <p:grpSpPr>
            <a:xfrm flipH="1">
              <a:off x="2765878" y="4436723"/>
              <a:ext cx="7690269" cy="1225772"/>
              <a:chOff x="2763020" y="4436723"/>
              <a:chExt cx="7690269" cy="1225772"/>
            </a:xfrm>
          </p:grpSpPr>
          <p:sp>
            <p:nvSpPr>
              <p:cNvPr id="49632" name="Google Shape;49632;p46">
                <a:extLst>
                  <a:ext uri="{FF2B5EF4-FFF2-40B4-BE49-F238E27FC236}">
                    <a16:creationId xmlns:a16="http://schemas.microsoft.com/office/drawing/2014/main" id="{46598716-5488-D189-EF11-51CF1CFC387F}"/>
                  </a:ext>
                </a:extLst>
              </p:cNvPr>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3" name="Google Shape;49633;p46">
                <a:extLst>
                  <a:ext uri="{FF2B5EF4-FFF2-40B4-BE49-F238E27FC236}">
                    <a16:creationId xmlns:a16="http://schemas.microsoft.com/office/drawing/2014/main" id="{8C80EE5A-1818-C214-8DB4-DB05B71A071C}"/>
                  </a:ext>
                </a:extLst>
              </p:cNvPr>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4" name="Google Shape;49634;p46">
                <a:extLst>
                  <a:ext uri="{FF2B5EF4-FFF2-40B4-BE49-F238E27FC236}">
                    <a16:creationId xmlns:a16="http://schemas.microsoft.com/office/drawing/2014/main" id="{F5F138DC-7D24-D241-3E90-CEF6275F9D6C}"/>
                  </a:ext>
                </a:extLst>
              </p:cNvPr>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5" name="Google Shape;49635;p46">
                <a:extLst>
                  <a:ext uri="{FF2B5EF4-FFF2-40B4-BE49-F238E27FC236}">
                    <a16:creationId xmlns:a16="http://schemas.microsoft.com/office/drawing/2014/main" id="{1C0A153D-8DF5-994D-1E64-23859BB712F8}"/>
                  </a:ext>
                </a:extLst>
              </p:cNvPr>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9636" name="Google Shape;49636;p46">
            <a:extLst>
              <a:ext uri="{FF2B5EF4-FFF2-40B4-BE49-F238E27FC236}">
                <a16:creationId xmlns:a16="http://schemas.microsoft.com/office/drawing/2014/main" id="{1964EA20-4B0B-2477-275F-9930C77D4C26}"/>
              </a:ext>
            </a:extLst>
          </p:cNvPr>
          <p:cNvSpPr/>
          <p:nvPr/>
        </p:nvSpPr>
        <p:spPr>
          <a:xfrm>
            <a:off x="4972725" y="1641525"/>
            <a:ext cx="282700" cy="290150"/>
          </a:xfrm>
          <a:custGeom>
            <a:avLst/>
            <a:gdLst/>
            <a:ahLst/>
            <a:cxnLst/>
            <a:rect l="l" t="t" r="r" b="b"/>
            <a:pathLst>
              <a:path w="11308" h="11606" extrusionOk="0">
                <a:moveTo>
                  <a:pt x="0" y="11606"/>
                </a:moveTo>
                <a:lnTo>
                  <a:pt x="0" y="0"/>
                </a:lnTo>
                <a:lnTo>
                  <a:pt x="11308" y="7"/>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7" name="Google Shape;49637;p46">
            <a:extLst>
              <a:ext uri="{FF2B5EF4-FFF2-40B4-BE49-F238E27FC236}">
                <a16:creationId xmlns:a16="http://schemas.microsoft.com/office/drawing/2014/main" id="{C9ABB247-3DFA-59CC-00E9-DDA6A83D462F}"/>
              </a:ext>
            </a:extLst>
          </p:cNvPr>
          <p:cNvSpPr/>
          <p:nvPr/>
        </p:nvSpPr>
        <p:spPr>
          <a:xfrm flipH="1">
            <a:off x="7891175" y="1641525"/>
            <a:ext cx="282700" cy="290150"/>
          </a:xfrm>
          <a:custGeom>
            <a:avLst/>
            <a:gdLst/>
            <a:ahLst/>
            <a:cxnLst/>
            <a:rect l="l" t="t" r="r" b="b"/>
            <a:pathLst>
              <a:path w="11308" h="11606" extrusionOk="0">
                <a:moveTo>
                  <a:pt x="0" y="11606"/>
                </a:moveTo>
                <a:lnTo>
                  <a:pt x="0" y="0"/>
                </a:lnTo>
                <a:lnTo>
                  <a:pt x="11308" y="7"/>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8" name="Google Shape;49638;p46">
            <a:extLst>
              <a:ext uri="{FF2B5EF4-FFF2-40B4-BE49-F238E27FC236}">
                <a16:creationId xmlns:a16="http://schemas.microsoft.com/office/drawing/2014/main" id="{893B847C-EFA1-7E67-A7EF-73E08CD3D49E}"/>
              </a:ext>
            </a:extLst>
          </p:cNvPr>
          <p:cNvSpPr/>
          <p:nvPr/>
        </p:nvSpPr>
        <p:spPr>
          <a:xfrm rot="10800000" flipH="1">
            <a:off x="4972725" y="3769675"/>
            <a:ext cx="282700" cy="290150"/>
          </a:xfrm>
          <a:custGeom>
            <a:avLst/>
            <a:gdLst/>
            <a:ahLst/>
            <a:cxnLst/>
            <a:rect l="l" t="t" r="r" b="b"/>
            <a:pathLst>
              <a:path w="11308" h="11606" extrusionOk="0">
                <a:moveTo>
                  <a:pt x="0" y="11606"/>
                </a:moveTo>
                <a:lnTo>
                  <a:pt x="0" y="0"/>
                </a:lnTo>
                <a:lnTo>
                  <a:pt x="11308" y="7"/>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9" name="Google Shape;49639;p46">
            <a:extLst>
              <a:ext uri="{FF2B5EF4-FFF2-40B4-BE49-F238E27FC236}">
                <a16:creationId xmlns:a16="http://schemas.microsoft.com/office/drawing/2014/main" id="{D0EC7B67-1D37-518E-ACB3-F50C1722D151}"/>
              </a:ext>
            </a:extLst>
          </p:cNvPr>
          <p:cNvSpPr/>
          <p:nvPr/>
        </p:nvSpPr>
        <p:spPr>
          <a:xfrm rot="10800000">
            <a:off x="7891175" y="3769675"/>
            <a:ext cx="282700" cy="290150"/>
          </a:xfrm>
          <a:custGeom>
            <a:avLst/>
            <a:gdLst/>
            <a:ahLst/>
            <a:cxnLst/>
            <a:rect l="l" t="t" r="r" b="b"/>
            <a:pathLst>
              <a:path w="11308" h="11606" extrusionOk="0">
                <a:moveTo>
                  <a:pt x="0" y="11606"/>
                </a:moveTo>
                <a:lnTo>
                  <a:pt x="0" y="0"/>
                </a:lnTo>
                <a:lnTo>
                  <a:pt x="11308" y="7"/>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3" name="Picture Placeholder 2">
            <a:extLst>
              <a:ext uri="{FF2B5EF4-FFF2-40B4-BE49-F238E27FC236}">
                <a16:creationId xmlns:a16="http://schemas.microsoft.com/office/drawing/2014/main" id="{33DB30F2-D697-5FA3-19CA-D1A2ED5CFDC3}"/>
              </a:ext>
            </a:extLst>
          </p:cNvPr>
          <p:cNvSpPr>
            <a:spLocks noGrp="1"/>
          </p:cNvSpPr>
          <p:nvPr>
            <p:ph type="pic" idx="2"/>
          </p:nvPr>
        </p:nvSpPr>
        <p:spPr/>
        <p:txBody>
          <a:bodyPr/>
          <a:lstStyle/>
          <a:p>
            <a:endParaRPr lang="en-US"/>
          </a:p>
        </p:txBody>
      </p:sp>
      <p:pic>
        <p:nvPicPr>
          <p:cNvPr id="4" name="Picture 3">
            <a:extLst>
              <a:ext uri="{FF2B5EF4-FFF2-40B4-BE49-F238E27FC236}">
                <a16:creationId xmlns:a16="http://schemas.microsoft.com/office/drawing/2014/main" id="{4BEC5E0A-5362-3762-7D01-FA2ABA75C4F6}"/>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20000" contrast="40000"/>
                    </a14:imgEffect>
                  </a14:imgLayer>
                </a14:imgProps>
              </a:ext>
              <a:ext uri="{28A0092B-C50C-407E-A947-70E740481C1C}">
                <a14:useLocalDpi xmlns:a14="http://schemas.microsoft.com/office/drawing/2010/main" val="0"/>
              </a:ext>
            </a:extLst>
          </a:blip>
          <a:srcRect/>
          <a:stretch>
            <a:fillRect/>
          </a:stretch>
        </p:blipFill>
        <p:spPr bwMode="auto">
          <a:xfrm>
            <a:off x="5070764" y="1724891"/>
            <a:ext cx="3027218" cy="2259320"/>
          </a:xfrm>
          <a:prstGeom prst="rect">
            <a:avLst/>
          </a:prstGeom>
          <a:noFill/>
        </p:spPr>
      </p:pic>
    </p:spTree>
    <p:extLst>
      <p:ext uri="{BB962C8B-B14F-4D97-AF65-F5344CB8AC3E}">
        <p14:creationId xmlns:p14="http://schemas.microsoft.com/office/powerpoint/2010/main" val="230312730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9150"/>
        <p:cNvGrpSpPr/>
        <p:nvPr/>
      </p:nvGrpSpPr>
      <p:grpSpPr>
        <a:xfrm>
          <a:off x="0" y="0"/>
          <a:ext cx="0" cy="0"/>
          <a:chOff x="0" y="0"/>
          <a:chExt cx="0" cy="0"/>
        </a:xfrm>
      </p:grpSpPr>
      <p:grpSp>
        <p:nvGrpSpPr>
          <p:cNvPr id="49151" name="Google Shape;49151;p41"/>
          <p:cNvGrpSpPr/>
          <p:nvPr/>
        </p:nvGrpSpPr>
        <p:grpSpPr>
          <a:xfrm>
            <a:off x="888531" y="3302863"/>
            <a:ext cx="895824" cy="868076"/>
            <a:chOff x="3620597" y="1738568"/>
            <a:chExt cx="932761" cy="903870"/>
          </a:xfrm>
        </p:grpSpPr>
        <p:grpSp>
          <p:nvGrpSpPr>
            <p:cNvPr id="49152" name="Google Shape;49152;p41"/>
            <p:cNvGrpSpPr/>
            <p:nvPr/>
          </p:nvGrpSpPr>
          <p:grpSpPr>
            <a:xfrm>
              <a:off x="3620597" y="1738586"/>
              <a:ext cx="932690" cy="903852"/>
              <a:chOff x="1954207" y="514898"/>
              <a:chExt cx="1032308" cy="1000500"/>
            </a:xfrm>
          </p:grpSpPr>
          <p:sp>
            <p:nvSpPr>
              <p:cNvPr id="49153" name="Google Shape;49153;p41"/>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4" name="Google Shape;49154;p41"/>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55" name="Google Shape;49155;p41"/>
            <p:cNvGrpSpPr/>
            <p:nvPr/>
          </p:nvGrpSpPr>
          <p:grpSpPr>
            <a:xfrm>
              <a:off x="3620817" y="1738568"/>
              <a:ext cx="932541" cy="903851"/>
              <a:chOff x="4056003" y="764391"/>
              <a:chExt cx="1032143" cy="1000499"/>
            </a:xfrm>
          </p:grpSpPr>
          <p:sp>
            <p:nvSpPr>
              <p:cNvPr id="49156" name="Google Shape;49156;p41"/>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7" name="Google Shape;49157;p41"/>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8" name="Google Shape;49158;p41"/>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9" name="Google Shape;49159;p41"/>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60" name="Google Shape;49160;p41"/>
          <p:cNvGrpSpPr/>
          <p:nvPr/>
        </p:nvGrpSpPr>
        <p:grpSpPr>
          <a:xfrm>
            <a:off x="888531" y="1719251"/>
            <a:ext cx="895824" cy="868076"/>
            <a:chOff x="3620597" y="1738568"/>
            <a:chExt cx="932761" cy="903870"/>
          </a:xfrm>
        </p:grpSpPr>
        <p:grpSp>
          <p:nvGrpSpPr>
            <p:cNvPr id="49161" name="Google Shape;49161;p41"/>
            <p:cNvGrpSpPr/>
            <p:nvPr/>
          </p:nvGrpSpPr>
          <p:grpSpPr>
            <a:xfrm>
              <a:off x="3620597" y="1738586"/>
              <a:ext cx="932690" cy="903852"/>
              <a:chOff x="1954207" y="514898"/>
              <a:chExt cx="1032308" cy="1000500"/>
            </a:xfrm>
          </p:grpSpPr>
          <p:sp>
            <p:nvSpPr>
              <p:cNvPr id="49162" name="Google Shape;49162;p41"/>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3" name="Google Shape;49163;p41"/>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64" name="Google Shape;49164;p41"/>
            <p:cNvGrpSpPr/>
            <p:nvPr/>
          </p:nvGrpSpPr>
          <p:grpSpPr>
            <a:xfrm>
              <a:off x="3620817" y="1738568"/>
              <a:ext cx="932541" cy="903851"/>
              <a:chOff x="4056003" y="764391"/>
              <a:chExt cx="1032143" cy="1000499"/>
            </a:xfrm>
          </p:grpSpPr>
          <p:sp>
            <p:nvSpPr>
              <p:cNvPr id="49165" name="Google Shape;49165;p41"/>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6" name="Google Shape;49166;p41"/>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7" name="Google Shape;49167;p41"/>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8" name="Google Shape;49168;p41"/>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69" name="Google Shape;49169;p41"/>
          <p:cNvGrpSpPr/>
          <p:nvPr/>
        </p:nvGrpSpPr>
        <p:grpSpPr>
          <a:xfrm>
            <a:off x="4891561" y="3302861"/>
            <a:ext cx="895824" cy="868076"/>
            <a:chOff x="3620597" y="1738568"/>
            <a:chExt cx="932761" cy="903870"/>
          </a:xfrm>
        </p:grpSpPr>
        <p:grpSp>
          <p:nvGrpSpPr>
            <p:cNvPr id="49170" name="Google Shape;49170;p41"/>
            <p:cNvGrpSpPr/>
            <p:nvPr/>
          </p:nvGrpSpPr>
          <p:grpSpPr>
            <a:xfrm>
              <a:off x="3620597" y="1738586"/>
              <a:ext cx="932690" cy="903852"/>
              <a:chOff x="1954207" y="514898"/>
              <a:chExt cx="1032308" cy="1000500"/>
            </a:xfrm>
          </p:grpSpPr>
          <p:sp>
            <p:nvSpPr>
              <p:cNvPr id="49171" name="Google Shape;49171;p41"/>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2" name="Google Shape;49172;p41"/>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3" name="Google Shape;49173;p41"/>
            <p:cNvGrpSpPr/>
            <p:nvPr/>
          </p:nvGrpSpPr>
          <p:grpSpPr>
            <a:xfrm>
              <a:off x="3620817" y="1738568"/>
              <a:ext cx="932541" cy="903851"/>
              <a:chOff x="4056003" y="764391"/>
              <a:chExt cx="1032143" cy="1000499"/>
            </a:xfrm>
          </p:grpSpPr>
          <p:sp>
            <p:nvSpPr>
              <p:cNvPr id="49174" name="Google Shape;49174;p41"/>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5" name="Google Shape;49175;p41"/>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6" name="Google Shape;49176;p41"/>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7" name="Google Shape;49177;p41"/>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78" name="Google Shape;49178;p41"/>
          <p:cNvGrpSpPr/>
          <p:nvPr/>
        </p:nvGrpSpPr>
        <p:grpSpPr>
          <a:xfrm>
            <a:off x="4922318" y="1719251"/>
            <a:ext cx="895824" cy="868076"/>
            <a:chOff x="3620597" y="1738568"/>
            <a:chExt cx="932761" cy="903870"/>
          </a:xfrm>
        </p:grpSpPr>
        <p:grpSp>
          <p:nvGrpSpPr>
            <p:cNvPr id="49179" name="Google Shape;49179;p41"/>
            <p:cNvGrpSpPr/>
            <p:nvPr/>
          </p:nvGrpSpPr>
          <p:grpSpPr>
            <a:xfrm>
              <a:off x="3620597" y="1738586"/>
              <a:ext cx="932690" cy="903852"/>
              <a:chOff x="1954207" y="514898"/>
              <a:chExt cx="1032308" cy="1000500"/>
            </a:xfrm>
          </p:grpSpPr>
          <p:sp>
            <p:nvSpPr>
              <p:cNvPr id="49180" name="Google Shape;49180;p41"/>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1" name="Google Shape;49181;p41"/>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82" name="Google Shape;49182;p41"/>
            <p:cNvGrpSpPr/>
            <p:nvPr/>
          </p:nvGrpSpPr>
          <p:grpSpPr>
            <a:xfrm>
              <a:off x="3620817" y="1738568"/>
              <a:ext cx="932541" cy="903851"/>
              <a:chOff x="4056003" y="764391"/>
              <a:chExt cx="1032143" cy="1000499"/>
            </a:xfrm>
          </p:grpSpPr>
          <p:sp>
            <p:nvSpPr>
              <p:cNvPr id="49183" name="Google Shape;49183;p41"/>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4" name="Google Shape;49184;p41"/>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5" name="Google Shape;49185;p41"/>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6" name="Google Shape;49186;p41"/>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49187" name="Google Shape;49187;p41"/>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p>
            <a:pPr lvl="0"/>
            <a:r>
              <a:rPr lang="en-US" sz="2800" b="1" dirty="0">
                <a:solidFill>
                  <a:schemeClr val="bg2"/>
                </a:solidFill>
              </a:rPr>
              <a:t>TẦM QUAN TRỌNG CỦA MOBILE SECURITY</a:t>
            </a:r>
          </a:p>
        </p:txBody>
      </p:sp>
      <p:sp>
        <p:nvSpPr>
          <p:cNvPr id="49189" name="Google Shape;49189;p41"/>
          <p:cNvSpPr txBox="1">
            <a:spLocks noGrp="1"/>
          </p:cNvSpPr>
          <p:nvPr>
            <p:ph type="subTitle" idx="2"/>
          </p:nvPr>
        </p:nvSpPr>
        <p:spPr>
          <a:xfrm>
            <a:off x="1923581" y="1715898"/>
            <a:ext cx="2403900" cy="855851"/>
          </a:xfrm>
          <a:prstGeom prst="rect">
            <a:avLst/>
          </a:prstGeom>
        </p:spPr>
        <p:txBody>
          <a:bodyPr spcFirstLastPara="1" wrap="square" lIns="91425" tIns="91425" rIns="91425" bIns="91425" anchor="b" anchorCtr="0">
            <a:noAutofit/>
          </a:bodyPr>
          <a:lstStyle/>
          <a:p>
            <a:pPr marL="0" lvl="0" indent="0"/>
            <a:r>
              <a:rPr lang="pt-BR" sz="2000"/>
              <a:t>Bảo v	ệ </a:t>
            </a:r>
            <a:r>
              <a:rPr lang="pt-BR" sz="2000" dirty="0"/>
              <a:t>dữ liệu cá nhân</a:t>
            </a:r>
            <a:endParaRPr sz="2000" dirty="0"/>
          </a:p>
        </p:txBody>
      </p:sp>
      <p:sp>
        <p:nvSpPr>
          <p:cNvPr id="49190" name="Google Shape;49190;p41"/>
          <p:cNvSpPr txBox="1">
            <a:spLocks noGrp="1"/>
          </p:cNvSpPr>
          <p:nvPr>
            <p:ph type="title" idx="3"/>
          </p:nvPr>
        </p:nvSpPr>
        <p:spPr>
          <a:xfrm>
            <a:off x="888550" y="1926039"/>
            <a:ext cx="895800" cy="45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49192" name="Google Shape;49192;p41"/>
          <p:cNvSpPr txBox="1">
            <a:spLocks noGrp="1"/>
          </p:cNvSpPr>
          <p:nvPr>
            <p:ph type="subTitle" idx="5"/>
          </p:nvPr>
        </p:nvSpPr>
        <p:spPr>
          <a:xfrm>
            <a:off x="1923674" y="3302861"/>
            <a:ext cx="2998569" cy="868059"/>
          </a:xfrm>
          <a:prstGeom prst="rect">
            <a:avLst/>
          </a:prstGeom>
        </p:spPr>
        <p:txBody>
          <a:bodyPr spcFirstLastPara="1" wrap="square" lIns="91425" tIns="91425" rIns="91425" bIns="91425" anchor="b" anchorCtr="0">
            <a:noAutofit/>
          </a:bodyPr>
          <a:lstStyle/>
          <a:p>
            <a:pPr marL="0" lvl="0" indent="0"/>
            <a:r>
              <a:rPr lang="en-US" sz="2000" dirty="0" err="1"/>
              <a:t>Ngăn</a:t>
            </a:r>
            <a:r>
              <a:rPr lang="en-US" sz="2000" dirty="0"/>
              <a:t> </a:t>
            </a:r>
            <a:r>
              <a:rPr lang="en-US" sz="2000" dirty="0" err="1"/>
              <a:t>chặn</a:t>
            </a:r>
            <a:r>
              <a:rPr lang="en-US" sz="2000" dirty="0"/>
              <a:t> </a:t>
            </a:r>
            <a:r>
              <a:rPr lang="en-US" sz="2000" dirty="0" err="1"/>
              <a:t>các</a:t>
            </a:r>
            <a:r>
              <a:rPr lang="en-US" sz="2000" dirty="0"/>
              <a:t> </a:t>
            </a:r>
            <a:r>
              <a:rPr lang="en-US" sz="2000" dirty="0" err="1"/>
              <a:t>cuộc</a:t>
            </a:r>
            <a:r>
              <a:rPr lang="en-US" sz="2000" dirty="0"/>
              <a:t> </a:t>
            </a:r>
            <a:r>
              <a:rPr lang="en-US" sz="2000" dirty="0" err="1"/>
              <a:t>tấn</a:t>
            </a:r>
            <a:r>
              <a:rPr lang="en-US" sz="2000" dirty="0"/>
              <a:t> </a:t>
            </a:r>
            <a:r>
              <a:rPr lang="en-US" sz="2000" dirty="0" err="1"/>
              <a:t>công</a:t>
            </a:r>
            <a:r>
              <a:rPr lang="en-US" sz="2000" dirty="0"/>
              <a:t> </a:t>
            </a:r>
            <a:r>
              <a:rPr lang="en-US" sz="2000" dirty="0" err="1"/>
              <a:t>phổ</a:t>
            </a:r>
            <a:r>
              <a:rPr lang="en-US" sz="2000" dirty="0"/>
              <a:t> </a:t>
            </a:r>
            <a:r>
              <a:rPr lang="en-US" sz="2000" dirty="0" err="1"/>
              <a:t>biến</a:t>
            </a:r>
            <a:endParaRPr lang="en-US" sz="2000" dirty="0"/>
          </a:p>
        </p:txBody>
      </p:sp>
      <p:sp>
        <p:nvSpPr>
          <p:cNvPr id="49193" name="Google Shape;49193;p41"/>
          <p:cNvSpPr txBox="1">
            <a:spLocks noGrp="1"/>
          </p:cNvSpPr>
          <p:nvPr>
            <p:ph type="title" idx="6"/>
          </p:nvPr>
        </p:nvSpPr>
        <p:spPr>
          <a:xfrm>
            <a:off x="888550" y="3509651"/>
            <a:ext cx="895800" cy="45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49195" name="Google Shape;49195;p41"/>
          <p:cNvSpPr txBox="1">
            <a:spLocks noGrp="1"/>
          </p:cNvSpPr>
          <p:nvPr>
            <p:ph type="subTitle" idx="8"/>
          </p:nvPr>
        </p:nvSpPr>
        <p:spPr>
          <a:xfrm>
            <a:off x="5957442" y="1619975"/>
            <a:ext cx="2597739" cy="967334"/>
          </a:xfrm>
          <a:prstGeom prst="rect">
            <a:avLst/>
          </a:prstGeom>
        </p:spPr>
        <p:txBody>
          <a:bodyPr spcFirstLastPara="1" wrap="square" lIns="91425" tIns="91425" rIns="91425" bIns="91425" anchor="b" anchorCtr="0">
            <a:noAutofit/>
          </a:bodyPr>
          <a:lstStyle/>
          <a:p>
            <a:pPr marL="0" lvl="0" indent="0"/>
            <a:r>
              <a:rPr lang="en-US" sz="2000" dirty="0" err="1"/>
              <a:t>Giảm</a:t>
            </a:r>
            <a:r>
              <a:rPr lang="en-US" sz="2000" dirty="0"/>
              <a:t> </a:t>
            </a:r>
            <a:r>
              <a:rPr lang="en-US" sz="2000" dirty="0" err="1"/>
              <a:t>rủi</a:t>
            </a:r>
            <a:r>
              <a:rPr lang="en-US" sz="2000" dirty="0"/>
              <a:t> </a:t>
            </a:r>
            <a:r>
              <a:rPr lang="en-US" sz="2000" dirty="0" err="1"/>
              <a:t>ro</a:t>
            </a:r>
            <a:r>
              <a:rPr lang="en-US" sz="2000" dirty="0"/>
              <a:t> </a:t>
            </a:r>
            <a:r>
              <a:rPr lang="en-US" sz="2000" dirty="0" err="1"/>
              <a:t>cho</a:t>
            </a:r>
            <a:r>
              <a:rPr lang="en-US" sz="2000" dirty="0"/>
              <a:t> </a:t>
            </a:r>
            <a:r>
              <a:rPr lang="en-US" sz="2000" dirty="0" err="1"/>
              <a:t>doanh</a:t>
            </a:r>
            <a:r>
              <a:rPr lang="en-US" sz="2000" dirty="0"/>
              <a:t> </a:t>
            </a:r>
            <a:r>
              <a:rPr lang="en-US" sz="2000" dirty="0" err="1"/>
              <a:t>nghiệp</a:t>
            </a:r>
            <a:endParaRPr sz="2000" dirty="0"/>
          </a:p>
        </p:txBody>
      </p:sp>
      <p:sp>
        <p:nvSpPr>
          <p:cNvPr id="49196" name="Google Shape;49196;p41"/>
          <p:cNvSpPr txBox="1">
            <a:spLocks noGrp="1"/>
          </p:cNvSpPr>
          <p:nvPr>
            <p:ph type="title" idx="9"/>
          </p:nvPr>
        </p:nvSpPr>
        <p:spPr>
          <a:xfrm>
            <a:off x="4922325" y="1926039"/>
            <a:ext cx="895800" cy="45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sp>
        <p:nvSpPr>
          <p:cNvPr id="49198" name="Google Shape;49198;p41"/>
          <p:cNvSpPr txBox="1">
            <a:spLocks noGrp="1"/>
          </p:cNvSpPr>
          <p:nvPr>
            <p:ph type="subTitle" idx="14"/>
          </p:nvPr>
        </p:nvSpPr>
        <p:spPr>
          <a:xfrm>
            <a:off x="5957443" y="3204548"/>
            <a:ext cx="2403900" cy="966372"/>
          </a:xfrm>
          <a:prstGeom prst="rect">
            <a:avLst/>
          </a:prstGeom>
        </p:spPr>
        <p:txBody>
          <a:bodyPr spcFirstLastPara="1" wrap="square" lIns="91425" tIns="91425" rIns="91425" bIns="91425" anchor="b" anchorCtr="0">
            <a:noAutofit/>
          </a:bodyPr>
          <a:lstStyle/>
          <a:p>
            <a:pPr marL="0" lvl="0" indent="0"/>
            <a:r>
              <a:rPr lang="en-US" sz="2000" dirty="0" err="1"/>
              <a:t>Đảm</a:t>
            </a:r>
            <a:r>
              <a:rPr lang="en-US" sz="2000" dirty="0"/>
              <a:t> </a:t>
            </a:r>
            <a:r>
              <a:rPr lang="en-US" sz="2000" dirty="0" err="1"/>
              <a:t>bảo</a:t>
            </a:r>
            <a:r>
              <a:rPr lang="en-US" sz="2000" dirty="0"/>
              <a:t> </a:t>
            </a:r>
            <a:r>
              <a:rPr lang="en-US" sz="2000" dirty="0" err="1"/>
              <a:t>tuân</a:t>
            </a:r>
            <a:r>
              <a:rPr lang="en-US" sz="2000" dirty="0"/>
              <a:t> </a:t>
            </a:r>
            <a:r>
              <a:rPr lang="en-US" sz="2000" dirty="0" err="1"/>
              <a:t>thủ</a:t>
            </a:r>
            <a:r>
              <a:rPr lang="en-US" sz="2000" dirty="0"/>
              <a:t> </a:t>
            </a:r>
            <a:r>
              <a:rPr lang="en-US" sz="2000" dirty="0" err="1"/>
              <a:t>và</a:t>
            </a:r>
            <a:r>
              <a:rPr lang="en-US" sz="2000" dirty="0"/>
              <a:t> </a:t>
            </a:r>
            <a:r>
              <a:rPr lang="en-US" sz="2000" dirty="0" err="1"/>
              <a:t>uy</a:t>
            </a:r>
            <a:r>
              <a:rPr lang="en-US" sz="2000" dirty="0"/>
              <a:t> </a:t>
            </a:r>
            <a:r>
              <a:rPr lang="en-US" sz="2000" dirty="0" err="1"/>
              <a:t>tín</a:t>
            </a:r>
            <a:endParaRPr sz="2000" dirty="0"/>
          </a:p>
        </p:txBody>
      </p:sp>
      <p:sp>
        <p:nvSpPr>
          <p:cNvPr id="49199" name="Google Shape;49199;p41"/>
          <p:cNvSpPr txBox="1">
            <a:spLocks noGrp="1"/>
          </p:cNvSpPr>
          <p:nvPr>
            <p:ph type="title" idx="15"/>
          </p:nvPr>
        </p:nvSpPr>
        <p:spPr>
          <a:xfrm>
            <a:off x="4922325" y="3509651"/>
            <a:ext cx="895800" cy="45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9681"/>
        <p:cNvGrpSpPr/>
        <p:nvPr/>
      </p:nvGrpSpPr>
      <p:grpSpPr>
        <a:xfrm>
          <a:off x="0" y="0"/>
          <a:ext cx="0" cy="0"/>
          <a:chOff x="0" y="0"/>
          <a:chExt cx="0" cy="0"/>
        </a:xfrm>
      </p:grpSpPr>
      <p:sp>
        <p:nvSpPr>
          <p:cNvPr id="49682" name="Google Shape;49682;p48"/>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solidFill>
                  <a:schemeClr val="bg2"/>
                </a:solidFill>
              </a:rPr>
              <a:t>CÁC LOẠI BẢO MẬT DI ĐỘNG</a:t>
            </a:r>
            <a:endParaRPr b="1" dirty="0">
              <a:solidFill>
                <a:schemeClr val="bg2"/>
              </a:solidFill>
            </a:endParaRPr>
          </a:p>
        </p:txBody>
      </p:sp>
      <p:sp>
        <p:nvSpPr>
          <p:cNvPr id="49684" name="Google Shape;49684;p48"/>
          <p:cNvSpPr txBox="1">
            <a:spLocks noGrp="1"/>
          </p:cNvSpPr>
          <p:nvPr>
            <p:ph type="subTitle" idx="2"/>
          </p:nvPr>
        </p:nvSpPr>
        <p:spPr>
          <a:xfrm>
            <a:off x="877089" y="2631978"/>
            <a:ext cx="2302800" cy="1175753"/>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BẢO MẬT ỨNG DỤNG</a:t>
            </a:r>
            <a:endParaRPr dirty="0"/>
          </a:p>
        </p:txBody>
      </p:sp>
      <p:sp>
        <p:nvSpPr>
          <p:cNvPr id="49686" name="Google Shape;49686;p48"/>
          <p:cNvSpPr txBox="1">
            <a:spLocks noGrp="1"/>
          </p:cNvSpPr>
          <p:nvPr>
            <p:ph type="subTitle" idx="4"/>
          </p:nvPr>
        </p:nvSpPr>
        <p:spPr>
          <a:xfrm>
            <a:off x="5978287" y="2846851"/>
            <a:ext cx="2302800" cy="96088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BẢO MẬT ỨNG DỤNG</a:t>
            </a:r>
            <a:endParaRPr dirty="0"/>
          </a:p>
        </p:txBody>
      </p:sp>
      <p:sp>
        <p:nvSpPr>
          <p:cNvPr id="49688" name="Google Shape;49688;p48"/>
          <p:cNvSpPr txBox="1">
            <a:spLocks noGrp="1"/>
          </p:cNvSpPr>
          <p:nvPr>
            <p:ph type="subTitle" idx="6"/>
          </p:nvPr>
        </p:nvSpPr>
        <p:spPr>
          <a:xfrm>
            <a:off x="3427612" y="3253631"/>
            <a:ext cx="2302800" cy="554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BẢO MẬT MẠNG</a:t>
            </a:r>
            <a:endParaRPr dirty="0"/>
          </a:p>
        </p:txBody>
      </p:sp>
      <p:grpSp>
        <p:nvGrpSpPr>
          <p:cNvPr id="49689" name="Google Shape;49689;p48"/>
          <p:cNvGrpSpPr/>
          <p:nvPr/>
        </p:nvGrpSpPr>
        <p:grpSpPr>
          <a:xfrm>
            <a:off x="1562109" y="1844894"/>
            <a:ext cx="932761" cy="903870"/>
            <a:chOff x="3620597" y="1738568"/>
            <a:chExt cx="932761" cy="903870"/>
          </a:xfrm>
        </p:grpSpPr>
        <p:grpSp>
          <p:nvGrpSpPr>
            <p:cNvPr id="49690" name="Google Shape;49690;p48"/>
            <p:cNvGrpSpPr/>
            <p:nvPr/>
          </p:nvGrpSpPr>
          <p:grpSpPr>
            <a:xfrm>
              <a:off x="3620597" y="1738586"/>
              <a:ext cx="932690" cy="903852"/>
              <a:chOff x="1954207" y="514898"/>
              <a:chExt cx="1032308" cy="1000500"/>
            </a:xfrm>
          </p:grpSpPr>
          <p:sp>
            <p:nvSpPr>
              <p:cNvPr id="49691" name="Google Shape;49691;p48"/>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2" name="Google Shape;49692;p48"/>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3" name="Google Shape;49693;p48"/>
            <p:cNvGrpSpPr/>
            <p:nvPr/>
          </p:nvGrpSpPr>
          <p:grpSpPr>
            <a:xfrm>
              <a:off x="3620817" y="1738568"/>
              <a:ext cx="932541" cy="903851"/>
              <a:chOff x="4056003" y="764391"/>
              <a:chExt cx="1032143" cy="1000499"/>
            </a:xfrm>
          </p:grpSpPr>
          <p:sp>
            <p:nvSpPr>
              <p:cNvPr id="49694" name="Google Shape;49694;p48"/>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5" name="Google Shape;49695;p48"/>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6" name="Google Shape;49696;p48"/>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7" name="Google Shape;49697;p48"/>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698" name="Google Shape;49698;p48"/>
          <p:cNvGrpSpPr/>
          <p:nvPr/>
        </p:nvGrpSpPr>
        <p:grpSpPr>
          <a:xfrm>
            <a:off x="6663306" y="1844894"/>
            <a:ext cx="932761" cy="903870"/>
            <a:chOff x="3620597" y="1738568"/>
            <a:chExt cx="932761" cy="903870"/>
          </a:xfrm>
        </p:grpSpPr>
        <p:grpSp>
          <p:nvGrpSpPr>
            <p:cNvPr id="49699" name="Google Shape;49699;p48"/>
            <p:cNvGrpSpPr/>
            <p:nvPr/>
          </p:nvGrpSpPr>
          <p:grpSpPr>
            <a:xfrm>
              <a:off x="3620597" y="1738586"/>
              <a:ext cx="932690" cy="903852"/>
              <a:chOff x="1954207" y="514898"/>
              <a:chExt cx="1032308" cy="1000500"/>
            </a:xfrm>
          </p:grpSpPr>
          <p:sp>
            <p:nvSpPr>
              <p:cNvPr id="49700" name="Google Shape;49700;p48"/>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1" name="Google Shape;49701;p48"/>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2" name="Google Shape;49702;p48"/>
            <p:cNvGrpSpPr/>
            <p:nvPr/>
          </p:nvGrpSpPr>
          <p:grpSpPr>
            <a:xfrm>
              <a:off x="3620817" y="1738568"/>
              <a:ext cx="932541" cy="903851"/>
              <a:chOff x="4056003" y="764391"/>
              <a:chExt cx="1032143" cy="1000499"/>
            </a:xfrm>
          </p:grpSpPr>
          <p:sp>
            <p:nvSpPr>
              <p:cNvPr id="49703" name="Google Shape;49703;p48"/>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4" name="Google Shape;49704;p48"/>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5" name="Google Shape;49705;p48"/>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6" name="Google Shape;49706;p48"/>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07" name="Google Shape;49707;p48"/>
          <p:cNvGrpSpPr/>
          <p:nvPr/>
        </p:nvGrpSpPr>
        <p:grpSpPr>
          <a:xfrm>
            <a:off x="4112671" y="1844894"/>
            <a:ext cx="932761" cy="903870"/>
            <a:chOff x="3620597" y="1738568"/>
            <a:chExt cx="932761" cy="903870"/>
          </a:xfrm>
        </p:grpSpPr>
        <p:grpSp>
          <p:nvGrpSpPr>
            <p:cNvPr id="49708" name="Google Shape;49708;p48"/>
            <p:cNvGrpSpPr/>
            <p:nvPr/>
          </p:nvGrpSpPr>
          <p:grpSpPr>
            <a:xfrm>
              <a:off x="3620597" y="1738586"/>
              <a:ext cx="932690" cy="903852"/>
              <a:chOff x="1954207" y="514898"/>
              <a:chExt cx="1032308" cy="1000500"/>
            </a:xfrm>
          </p:grpSpPr>
          <p:sp>
            <p:nvSpPr>
              <p:cNvPr id="49709" name="Google Shape;49709;p48"/>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0" name="Google Shape;49710;p48"/>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11" name="Google Shape;49711;p48"/>
            <p:cNvGrpSpPr/>
            <p:nvPr/>
          </p:nvGrpSpPr>
          <p:grpSpPr>
            <a:xfrm>
              <a:off x="3620817" y="1738568"/>
              <a:ext cx="932541" cy="903851"/>
              <a:chOff x="4056003" y="764391"/>
              <a:chExt cx="1032143" cy="1000499"/>
            </a:xfrm>
          </p:grpSpPr>
          <p:sp>
            <p:nvSpPr>
              <p:cNvPr id="49712" name="Google Shape;49712;p48"/>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3" name="Google Shape;49713;p48"/>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4" name="Google Shape;49714;p48"/>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5" name="Google Shape;49715;p48"/>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27" name="Google Shape;49727;p48"/>
          <p:cNvGrpSpPr/>
          <p:nvPr/>
        </p:nvGrpSpPr>
        <p:grpSpPr>
          <a:xfrm>
            <a:off x="6910236" y="2103500"/>
            <a:ext cx="438902" cy="386659"/>
            <a:chOff x="2245159" y="2880292"/>
            <a:chExt cx="388305" cy="342843"/>
          </a:xfrm>
        </p:grpSpPr>
        <p:sp>
          <p:nvSpPr>
            <p:cNvPr id="49728" name="Google Shape;49728;p48"/>
            <p:cNvSpPr/>
            <p:nvPr/>
          </p:nvSpPr>
          <p:spPr>
            <a:xfrm>
              <a:off x="2245159" y="2880292"/>
              <a:ext cx="388305" cy="229053"/>
            </a:xfrm>
            <a:custGeom>
              <a:avLst/>
              <a:gdLst/>
              <a:ahLst/>
              <a:cxnLst/>
              <a:rect l="l" t="t" r="r" b="b"/>
              <a:pathLst>
                <a:path w="18194" h="10731" extrusionOk="0">
                  <a:moveTo>
                    <a:pt x="14462" y="2203"/>
                  </a:moveTo>
                  <a:cubicBezTo>
                    <a:pt x="15343" y="2203"/>
                    <a:pt x="16061" y="2921"/>
                    <a:pt x="16061" y="3802"/>
                  </a:cubicBezTo>
                  <a:cubicBezTo>
                    <a:pt x="16061" y="4682"/>
                    <a:pt x="15343" y="5401"/>
                    <a:pt x="14462" y="5401"/>
                  </a:cubicBezTo>
                  <a:cubicBezTo>
                    <a:pt x="13767" y="5401"/>
                    <a:pt x="13187" y="4960"/>
                    <a:pt x="12956" y="4335"/>
                  </a:cubicBezTo>
                  <a:lnTo>
                    <a:pt x="11797" y="4335"/>
                  </a:lnTo>
                  <a:lnTo>
                    <a:pt x="11797" y="7533"/>
                  </a:lnTo>
                  <a:lnTo>
                    <a:pt x="12956" y="7533"/>
                  </a:lnTo>
                  <a:cubicBezTo>
                    <a:pt x="13187" y="6907"/>
                    <a:pt x="13767" y="6467"/>
                    <a:pt x="14462" y="6467"/>
                  </a:cubicBezTo>
                  <a:cubicBezTo>
                    <a:pt x="15343" y="6467"/>
                    <a:pt x="16061" y="7185"/>
                    <a:pt x="16061" y="8066"/>
                  </a:cubicBezTo>
                  <a:cubicBezTo>
                    <a:pt x="16061" y="8947"/>
                    <a:pt x="15343" y="9665"/>
                    <a:pt x="14462" y="9665"/>
                  </a:cubicBezTo>
                  <a:cubicBezTo>
                    <a:pt x="13767" y="9665"/>
                    <a:pt x="13187" y="9225"/>
                    <a:pt x="12956" y="8599"/>
                  </a:cubicBezTo>
                  <a:lnTo>
                    <a:pt x="10731" y="8599"/>
                  </a:lnTo>
                  <a:lnTo>
                    <a:pt x="10731" y="6467"/>
                  </a:lnTo>
                  <a:lnTo>
                    <a:pt x="7463" y="6467"/>
                  </a:lnTo>
                  <a:lnTo>
                    <a:pt x="7463" y="8599"/>
                  </a:lnTo>
                  <a:lnTo>
                    <a:pt x="5238" y="8599"/>
                  </a:lnTo>
                  <a:cubicBezTo>
                    <a:pt x="5030" y="9225"/>
                    <a:pt x="4427" y="9665"/>
                    <a:pt x="3732" y="9665"/>
                  </a:cubicBezTo>
                  <a:cubicBezTo>
                    <a:pt x="2851" y="9665"/>
                    <a:pt x="2133" y="8947"/>
                    <a:pt x="2133" y="8066"/>
                  </a:cubicBezTo>
                  <a:cubicBezTo>
                    <a:pt x="2133" y="7185"/>
                    <a:pt x="2851" y="6467"/>
                    <a:pt x="3732" y="6467"/>
                  </a:cubicBezTo>
                  <a:cubicBezTo>
                    <a:pt x="4427" y="6467"/>
                    <a:pt x="5030" y="6907"/>
                    <a:pt x="5238" y="7533"/>
                  </a:cubicBezTo>
                  <a:lnTo>
                    <a:pt x="6397" y="7533"/>
                  </a:lnTo>
                  <a:lnTo>
                    <a:pt x="6397" y="4335"/>
                  </a:lnTo>
                  <a:lnTo>
                    <a:pt x="5238" y="4335"/>
                  </a:lnTo>
                  <a:cubicBezTo>
                    <a:pt x="5030" y="4960"/>
                    <a:pt x="4427" y="5401"/>
                    <a:pt x="3732" y="5401"/>
                  </a:cubicBezTo>
                  <a:cubicBezTo>
                    <a:pt x="2851" y="5401"/>
                    <a:pt x="2133" y="4682"/>
                    <a:pt x="2133" y="3802"/>
                  </a:cubicBezTo>
                  <a:cubicBezTo>
                    <a:pt x="2133" y="2921"/>
                    <a:pt x="2851" y="2203"/>
                    <a:pt x="3732" y="2203"/>
                  </a:cubicBezTo>
                  <a:cubicBezTo>
                    <a:pt x="4427" y="2203"/>
                    <a:pt x="5030" y="2643"/>
                    <a:pt x="5238" y="3269"/>
                  </a:cubicBezTo>
                  <a:lnTo>
                    <a:pt x="7463" y="3269"/>
                  </a:lnTo>
                  <a:lnTo>
                    <a:pt x="7463" y="5401"/>
                  </a:lnTo>
                  <a:lnTo>
                    <a:pt x="10731" y="5401"/>
                  </a:lnTo>
                  <a:lnTo>
                    <a:pt x="10731" y="3269"/>
                  </a:lnTo>
                  <a:lnTo>
                    <a:pt x="12956" y="3269"/>
                  </a:lnTo>
                  <a:cubicBezTo>
                    <a:pt x="13187" y="2643"/>
                    <a:pt x="13767" y="2203"/>
                    <a:pt x="14462" y="2203"/>
                  </a:cubicBezTo>
                  <a:close/>
                  <a:moveTo>
                    <a:pt x="1" y="1"/>
                  </a:moveTo>
                  <a:lnTo>
                    <a:pt x="1" y="10731"/>
                  </a:lnTo>
                  <a:lnTo>
                    <a:pt x="18193" y="10731"/>
                  </a:lnTo>
                  <a:lnTo>
                    <a:pt x="1819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9" name="Google Shape;49729;p48"/>
            <p:cNvSpPr/>
            <p:nvPr/>
          </p:nvSpPr>
          <p:spPr>
            <a:xfrm>
              <a:off x="2542438" y="2950048"/>
              <a:ext cx="22772" cy="22775"/>
            </a:xfrm>
            <a:custGeom>
              <a:avLst/>
              <a:gdLst/>
              <a:ahLst/>
              <a:cxnLst/>
              <a:rect l="l" t="t" r="r" b="b"/>
              <a:pathLst>
                <a:path w="1067" h="1067" extrusionOk="0">
                  <a:moveTo>
                    <a:pt x="533" y="1"/>
                  </a:moveTo>
                  <a:cubicBezTo>
                    <a:pt x="255" y="1"/>
                    <a:pt x="0" y="232"/>
                    <a:pt x="0" y="534"/>
                  </a:cubicBezTo>
                  <a:cubicBezTo>
                    <a:pt x="0" y="835"/>
                    <a:pt x="255" y="1067"/>
                    <a:pt x="533" y="1067"/>
                  </a:cubicBezTo>
                  <a:cubicBezTo>
                    <a:pt x="834" y="1067"/>
                    <a:pt x="1066" y="835"/>
                    <a:pt x="1066" y="534"/>
                  </a:cubicBezTo>
                  <a:cubicBezTo>
                    <a:pt x="1066" y="232"/>
                    <a:pt x="834" y="1"/>
                    <a:pt x="5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0" name="Google Shape;49730;p48"/>
            <p:cNvSpPr/>
            <p:nvPr/>
          </p:nvSpPr>
          <p:spPr>
            <a:xfrm>
              <a:off x="2313412" y="3041063"/>
              <a:ext cx="22772" cy="22775"/>
            </a:xfrm>
            <a:custGeom>
              <a:avLst/>
              <a:gdLst/>
              <a:ahLst/>
              <a:cxnLst/>
              <a:rect l="l" t="t" r="r" b="b"/>
              <a:pathLst>
                <a:path w="1067" h="1067" extrusionOk="0">
                  <a:moveTo>
                    <a:pt x="534" y="1"/>
                  </a:moveTo>
                  <a:cubicBezTo>
                    <a:pt x="233" y="1"/>
                    <a:pt x="1" y="233"/>
                    <a:pt x="1" y="534"/>
                  </a:cubicBezTo>
                  <a:cubicBezTo>
                    <a:pt x="1" y="835"/>
                    <a:pt x="233" y="1067"/>
                    <a:pt x="534" y="1067"/>
                  </a:cubicBezTo>
                  <a:cubicBezTo>
                    <a:pt x="835" y="1067"/>
                    <a:pt x="1067" y="835"/>
                    <a:pt x="1067" y="534"/>
                  </a:cubicBezTo>
                  <a:cubicBezTo>
                    <a:pt x="1067" y="233"/>
                    <a:pt x="835" y="1"/>
                    <a:pt x="5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1" name="Google Shape;49731;p48"/>
            <p:cNvSpPr/>
            <p:nvPr/>
          </p:nvSpPr>
          <p:spPr>
            <a:xfrm>
              <a:off x="2542438" y="3041063"/>
              <a:ext cx="22772" cy="22775"/>
            </a:xfrm>
            <a:custGeom>
              <a:avLst/>
              <a:gdLst/>
              <a:ahLst/>
              <a:cxnLst/>
              <a:rect l="l" t="t" r="r" b="b"/>
              <a:pathLst>
                <a:path w="1067" h="1067" extrusionOk="0">
                  <a:moveTo>
                    <a:pt x="533" y="1"/>
                  </a:moveTo>
                  <a:cubicBezTo>
                    <a:pt x="255" y="1"/>
                    <a:pt x="0" y="233"/>
                    <a:pt x="0" y="534"/>
                  </a:cubicBezTo>
                  <a:cubicBezTo>
                    <a:pt x="0" y="835"/>
                    <a:pt x="255" y="1067"/>
                    <a:pt x="533" y="1067"/>
                  </a:cubicBezTo>
                  <a:cubicBezTo>
                    <a:pt x="834" y="1067"/>
                    <a:pt x="1066" y="835"/>
                    <a:pt x="1066" y="534"/>
                  </a:cubicBezTo>
                  <a:cubicBezTo>
                    <a:pt x="1066" y="233"/>
                    <a:pt x="834" y="1"/>
                    <a:pt x="5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2" name="Google Shape;49732;p48"/>
            <p:cNvSpPr/>
            <p:nvPr/>
          </p:nvSpPr>
          <p:spPr>
            <a:xfrm>
              <a:off x="2313412" y="2950048"/>
              <a:ext cx="22772" cy="22775"/>
            </a:xfrm>
            <a:custGeom>
              <a:avLst/>
              <a:gdLst/>
              <a:ahLst/>
              <a:cxnLst/>
              <a:rect l="l" t="t" r="r" b="b"/>
              <a:pathLst>
                <a:path w="1067" h="1067" extrusionOk="0">
                  <a:moveTo>
                    <a:pt x="534" y="1"/>
                  </a:moveTo>
                  <a:cubicBezTo>
                    <a:pt x="233" y="1"/>
                    <a:pt x="1" y="232"/>
                    <a:pt x="1" y="534"/>
                  </a:cubicBezTo>
                  <a:cubicBezTo>
                    <a:pt x="1" y="835"/>
                    <a:pt x="233" y="1067"/>
                    <a:pt x="534" y="1067"/>
                  </a:cubicBezTo>
                  <a:cubicBezTo>
                    <a:pt x="835" y="1067"/>
                    <a:pt x="1067" y="835"/>
                    <a:pt x="1067" y="534"/>
                  </a:cubicBezTo>
                  <a:cubicBezTo>
                    <a:pt x="1067" y="232"/>
                    <a:pt x="835" y="1"/>
                    <a:pt x="5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3" name="Google Shape;49733;p48"/>
            <p:cNvSpPr/>
            <p:nvPr/>
          </p:nvSpPr>
          <p:spPr>
            <a:xfrm>
              <a:off x="2245159" y="3132099"/>
              <a:ext cx="388305" cy="91036"/>
            </a:xfrm>
            <a:custGeom>
              <a:avLst/>
              <a:gdLst/>
              <a:ahLst/>
              <a:cxnLst/>
              <a:rect l="l" t="t" r="r" b="b"/>
              <a:pathLst>
                <a:path w="18194" h="4265" extrusionOk="0">
                  <a:moveTo>
                    <a:pt x="1" y="0"/>
                  </a:moveTo>
                  <a:lnTo>
                    <a:pt x="1" y="2132"/>
                  </a:lnTo>
                  <a:lnTo>
                    <a:pt x="6976" y="2132"/>
                  </a:lnTo>
                  <a:lnTo>
                    <a:pt x="6976" y="3198"/>
                  </a:lnTo>
                  <a:lnTo>
                    <a:pt x="2133" y="3198"/>
                  </a:lnTo>
                  <a:lnTo>
                    <a:pt x="2133" y="4264"/>
                  </a:lnTo>
                  <a:lnTo>
                    <a:pt x="16061" y="4264"/>
                  </a:lnTo>
                  <a:lnTo>
                    <a:pt x="16061" y="3198"/>
                  </a:lnTo>
                  <a:lnTo>
                    <a:pt x="11241" y="3198"/>
                  </a:lnTo>
                  <a:lnTo>
                    <a:pt x="11241" y="2132"/>
                  </a:lnTo>
                  <a:lnTo>
                    <a:pt x="18193" y="2132"/>
                  </a:lnTo>
                  <a:lnTo>
                    <a:pt x="181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Graphic 2" descr="Game controller outline">
            <a:extLst>
              <a:ext uri="{FF2B5EF4-FFF2-40B4-BE49-F238E27FC236}">
                <a16:creationId xmlns:a16="http://schemas.microsoft.com/office/drawing/2014/main" id="{92A8E2EF-03D9-2DDB-61C5-3FE60DAD416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593239" y="1838788"/>
            <a:ext cx="914400" cy="914400"/>
          </a:xfrm>
          <a:prstGeom prst="rect">
            <a:avLst/>
          </a:prstGeom>
        </p:spPr>
      </p:pic>
      <p:pic>
        <p:nvPicPr>
          <p:cNvPr id="5" name="Graphic 4" descr="Internet Of Things outline">
            <a:extLst>
              <a:ext uri="{FF2B5EF4-FFF2-40B4-BE49-F238E27FC236}">
                <a16:creationId xmlns:a16="http://schemas.microsoft.com/office/drawing/2014/main" id="{04A408C7-7446-8AAD-E8DB-76C97B3ADD5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130958" y="1883399"/>
            <a:ext cx="914400" cy="914400"/>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9737"/>
        <p:cNvGrpSpPr/>
        <p:nvPr/>
      </p:nvGrpSpPr>
      <p:grpSpPr>
        <a:xfrm>
          <a:off x="0" y="0"/>
          <a:ext cx="0" cy="0"/>
          <a:chOff x="0" y="0"/>
          <a:chExt cx="0" cy="0"/>
        </a:xfrm>
      </p:grpSpPr>
      <p:sp>
        <p:nvSpPr>
          <p:cNvPr id="49738" name="Google Shape;49738;p49"/>
          <p:cNvSpPr txBox="1">
            <a:spLocks noGrp="1"/>
          </p:cNvSpPr>
          <p:nvPr>
            <p:ph type="title"/>
          </p:nvPr>
        </p:nvSpPr>
        <p:spPr>
          <a:xfrm>
            <a:off x="616243" y="123026"/>
            <a:ext cx="7717500" cy="564600"/>
          </a:xfrm>
          <a:prstGeom prst="rect">
            <a:avLst/>
          </a:prstGeom>
        </p:spPr>
        <p:txBody>
          <a:bodyPr spcFirstLastPara="1" wrap="square" lIns="91425" tIns="91425" rIns="91425" bIns="91425" anchor="t" anchorCtr="0">
            <a:noAutofit/>
          </a:bodyPr>
          <a:lstStyle/>
          <a:p>
            <a:pPr lvl="0"/>
            <a:r>
              <a:rPr lang="en-US" b="1" dirty="0">
                <a:solidFill>
                  <a:schemeClr val="bg2"/>
                </a:solidFill>
              </a:rPr>
              <a:t>CÁCH THỨC HOẠT ĐỘNG</a:t>
            </a:r>
            <a:endParaRPr b="1" dirty="0">
              <a:solidFill>
                <a:schemeClr val="bg2"/>
              </a:solidFill>
            </a:endParaRPr>
          </a:p>
        </p:txBody>
      </p:sp>
      <p:sp>
        <p:nvSpPr>
          <p:cNvPr id="49740" name="Google Shape;49740;p49"/>
          <p:cNvSpPr txBox="1">
            <a:spLocks noGrp="1"/>
          </p:cNvSpPr>
          <p:nvPr>
            <p:ph type="subTitle" idx="2"/>
          </p:nvPr>
        </p:nvSpPr>
        <p:spPr>
          <a:xfrm>
            <a:off x="2076486" y="2004267"/>
            <a:ext cx="2642112" cy="1150797"/>
          </a:xfrm>
          <a:prstGeom prst="rect">
            <a:avLst/>
          </a:prstGeom>
        </p:spPr>
        <p:txBody>
          <a:bodyPr spcFirstLastPara="1" wrap="square" lIns="91425" tIns="91425" rIns="91425" bIns="91425" anchor="b" anchorCtr="0">
            <a:noAutofit/>
          </a:bodyPr>
          <a:lstStyle/>
          <a:p>
            <a:pPr marL="0" lvl="0" indent="0"/>
            <a:r>
              <a:rPr lang="vi-VN" sz="2000" b="1" dirty="0"/>
              <a:t>Detect — Phát hiện bất thường</a:t>
            </a:r>
            <a:br>
              <a:rPr lang="vi-VN" sz="2000" dirty="0"/>
            </a:br>
            <a:endParaRPr sz="2000" dirty="0"/>
          </a:p>
        </p:txBody>
      </p:sp>
      <p:sp>
        <p:nvSpPr>
          <p:cNvPr id="49742" name="Google Shape;49742;p49"/>
          <p:cNvSpPr txBox="1">
            <a:spLocks noGrp="1"/>
          </p:cNvSpPr>
          <p:nvPr>
            <p:ph type="subTitle" idx="4"/>
          </p:nvPr>
        </p:nvSpPr>
        <p:spPr>
          <a:xfrm>
            <a:off x="2057443" y="3812340"/>
            <a:ext cx="2680198" cy="554100"/>
          </a:xfrm>
          <a:prstGeom prst="rect">
            <a:avLst/>
          </a:prstGeom>
        </p:spPr>
        <p:txBody>
          <a:bodyPr spcFirstLastPara="1" wrap="square" lIns="91425" tIns="91425" rIns="91425" bIns="91425" anchor="b" anchorCtr="0">
            <a:noAutofit/>
          </a:bodyPr>
          <a:lstStyle/>
          <a:p>
            <a:pPr marL="0" lvl="0" indent="0"/>
            <a:r>
              <a:rPr lang="en-US" sz="2000" b="1" dirty="0"/>
              <a:t>Encrypt — </a:t>
            </a:r>
            <a:r>
              <a:rPr lang="en-US" sz="2000" b="1" dirty="0" err="1"/>
              <a:t>Mã</a:t>
            </a:r>
            <a:r>
              <a:rPr lang="en-US" sz="2000" b="1" dirty="0"/>
              <a:t> </a:t>
            </a:r>
            <a:r>
              <a:rPr lang="en-US" sz="2000" b="1" dirty="0" err="1"/>
              <a:t>hóa</a:t>
            </a:r>
            <a:r>
              <a:rPr lang="en-US" sz="2000" b="1" dirty="0"/>
              <a:t> </a:t>
            </a:r>
            <a:r>
              <a:rPr lang="en-US" sz="2000" b="1" dirty="0" err="1"/>
              <a:t>dữ</a:t>
            </a:r>
            <a:r>
              <a:rPr lang="en-US" sz="2000" b="1" dirty="0"/>
              <a:t> </a:t>
            </a:r>
            <a:r>
              <a:rPr lang="en-US" sz="2000" b="1" dirty="0" err="1"/>
              <a:t>liệu</a:t>
            </a:r>
            <a:endParaRPr sz="2000" b="1" dirty="0"/>
          </a:p>
        </p:txBody>
      </p:sp>
      <p:sp>
        <p:nvSpPr>
          <p:cNvPr id="49744" name="Google Shape;49744;p49"/>
          <p:cNvSpPr txBox="1">
            <a:spLocks noGrp="1"/>
          </p:cNvSpPr>
          <p:nvPr>
            <p:ph type="subTitle" idx="6"/>
          </p:nvPr>
        </p:nvSpPr>
        <p:spPr>
          <a:xfrm>
            <a:off x="6248003" y="2199365"/>
            <a:ext cx="2229600" cy="554100"/>
          </a:xfrm>
          <a:prstGeom prst="rect">
            <a:avLst/>
          </a:prstGeom>
        </p:spPr>
        <p:txBody>
          <a:bodyPr spcFirstLastPara="1" wrap="square" lIns="91425" tIns="91425" rIns="91425" bIns="91425" anchor="b" anchorCtr="0">
            <a:noAutofit/>
          </a:bodyPr>
          <a:lstStyle/>
          <a:p>
            <a:pPr marL="0" lvl="0" indent="0"/>
            <a:r>
              <a:rPr lang="en-US" sz="2000" b="1" dirty="0"/>
              <a:t>Isolate — </a:t>
            </a:r>
            <a:r>
              <a:rPr lang="en-US" sz="2000" b="1" dirty="0" err="1"/>
              <a:t>Cô</a:t>
            </a:r>
            <a:r>
              <a:rPr lang="en-US" sz="2000" b="1" dirty="0"/>
              <a:t> </a:t>
            </a:r>
            <a:r>
              <a:rPr lang="en-US" sz="2000" b="1" dirty="0" err="1"/>
              <a:t>lập</a:t>
            </a:r>
            <a:r>
              <a:rPr lang="en-US" sz="2000" b="1" dirty="0"/>
              <a:t> </a:t>
            </a:r>
            <a:r>
              <a:rPr lang="en-US" sz="2000" b="1" dirty="0" err="1"/>
              <a:t>ứng</a:t>
            </a:r>
            <a:r>
              <a:rPr lang="en-US" sz="2000" b="1" dirty="0"/>
              <a:t> </a:t>
            </a:r>
            <a:r>
              <a:rPr lang="en-US" sz="2000" b="1" dirty="0" err="1"/>
              <a:t>dụng</a:t>
            </a:r>
            <a:endParaRPr sz="2000" b="1" dirty="0"/>
          </a:p>
        </p:txBody>
      </p:sp>
      <p:sp>
        <p:nvSpPr>
          <p:cNvPr id="49746" name="Google Shape;49746;p49"/>
          <p:cNvSpPr txBox="1">
            <a:spLocks noGrp="1"/>
          </p:cNvSpPr>
          <p:nvPr>
            <p:ph type="subTitle" idx="8"/>
          </p:nvPr>
        </p:nvSpPr>
        <p:spPr>
          <a:xfrm>
            <a:off x="6262530" y="3339324"/>
            <a:ext cx="2486615" cy="1027116"/>
          </a:xfrm>
          <a:prstGeom prst="rect">
            <a:avLst/>
          </a:prstGeom>
        </p:spPr>
        <p:txBody>
          <a:bodyPr spcFirstLastPara="1" wrap="square" lIns="91425" tIns="91425" rIns="91425" bIns="91425" anchor="b" anchorCtr="0">
            <a:noAutofit/>
          </a:bodyPr>
          <a:lstStyle/>
          <a:p>
            <a:pPr marL="0" lvl="0" indent="0"/>
            <a:r>
              <a:rPr lang="vi-VN" sz="2000" b="1" dirty="0"/>
              <a:t>Verify — Xác thực người dùng</a:t>
            </a:r>
            <a:endParaRPr sz="2000" b="1" dirty="0"/>
          </a:p>
        </p:txBody>
      </p:sp>
      <p:grpSp>
        <p:nvGrpSpPr>
          <p:cNvPr id="49747" name="Google Shape;49747;p49"/>
          <p:cNvGrpSpPr/>
          <p:nvPr/>
        </p:nvGrpSpPr>
        <p:grpSpPr>
          <a:xfrm>
            <a:off x="949059" y="1966881"/>
            <a:ext cx="932761" cy="903870"/>
            <a:chOff x="3620597" y="1738568"/>
            <a:chExt cx="932761" cy="903870"/>
          </a:xfrm>
        </p:grpSpPr>
        <p:grpSp>
          <p:nvGrpSpPr>
            <p:cNvPr id="49748" name="Google Shape;49748;p49"/>
            <p:cNvGrpSpPr/>
            <p:nvPr/>
          </p:nvGrpSpPr>
          <p:grpSpPr>
            <a:xfrm>
              <a:off x="3620597" y="1738586"/>
              <a:ext cx="932690" cy="903852"/>
              <a:chOff x="1954207" y="514898"/>
              <a:chExt cx="1032308" cy="1000500"/>
            </a:xfrm>
          </p:grpSpPr>
          <p:sp>
            <p:nvSpPr>
              <p:cNvPr id="49749" name="Google Shape;49749;p49"/>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0" name="Google Shape;49750;p49"/>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51" name="Google Shape;49751;p49"/>
            <p:cNvGrpSpPr/>
            <p:nvPr/>
          </p:nvGrpSpPr>
          <p:grpSpPr>
            <a:xfrm>
              <a:off x="3620817" y="1738568"/>
              <a:ext cx="932541" cy="903851"/>
              <a:chOff x="4056003" y="764391"/>
              <a:chExt cx="1032143" cy="1000499"/>
            </a:xfrm>
          </p:grpSpPr>
          <p:sp>
            <p:nvSpPr>
              <p:cNvPr id="49752" name="Google Shape;49752;p49"/>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53" name="Google Shape;49753;p49"/>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54" name="Google Shape;49754;p49"/>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55" name="Google Shape;49755;p49"/>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56" name="Google Shape;49756;p49"/>
          <p:cNvGrpSpPr/>
          <p:nvPr/>
        </p:nvGrpSpPr>
        <p:grpSpPr>
          <a:xfrm>
            <a:off x="5016959" y="1966881"/>
            <a:ext cx="932761" cy="903870"/>
            <a:chOff x="3620597" y="1738568"/>
            <a:chExt cx="932761" cy="903870"/>
          </a:xfrm>
        </p:grpSpPr>
        <p:grpSp>
          <p:nvGrpSpPr>
            <p:cNvPr id="49757" name="Google Shape;49757;p49"/>
            <p:cNvGrpSpPr/>
            <p:nvPr/>
          </p:nvGrpSpPr>
          <p:grpSpPr>
            <a:xfrm>
              <a:off x="3620597" y="1738586"/>
              <a:ext cx="932690" cy="903852"/>
              <a:chOff x="1954207" y="514898"/>
              <a:chExt cx="1032308" cy="1000500"/>
            </a:xfrm>
          </p:grpSpPr>
          <p:sp>
            <p:nvSpPr>
              <p:cNvPr id="49758" name="Google Shape;49758;p49"/>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9" name="Google Shape;49759;p49"/>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0" name="Google Shape;49760;p49"/>
            <p:cNvGrpSpPr/>
            <p:nvPr/>
          </p:nvGrpSpPr>
          <p:grpSpPr>
            <a:xfrm>
              <a:off x="3620817" y="1738568"/>
              <a:ext cx="932541" cy="903851"/>
              <a:chOff x="4056003" y="764391"/>
              <a:chExt cx="1032143" cy="1000499"/>
            </a:xfrm>
          </p:grpSpPr>
          <p:sp>
            <p:nvSpPr>
              <p:cNvPr id="49761" name="Google Shape;49761;p49"/>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62" name="Google Shape;49762;p49"/>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63" name="Google Shape;49763;p49"/>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64" name="Google Shape;49764;p49"/>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65" name="Google Shape;49765;p49"/>
          <p:cNvGrpSpPr/>
          <p:nvPr/>
        </p:nvGrpSpPr>
        <p:grpSpPr>
          <a:xfrm>
            <a:off x="949059" y="3579993"/>
            <a:ext cx="932761" cy="903870"/>
            <a:chOff x="3620597" y="1738568"/>
            <a:chExt cx="932761" cy="903870"/>
          </a:xfrm>
        </p:grpSpPr>
        <p:grpSp>
          <p:nvGrpSpPr>
            <p:cNvPr id="49766" name="Google Shape;49766;p49"/>
            <p:cNvGrpSpPr/>
            <p:nvPr/>
          </p:nvGrpSpPr>
          <p:grpSpPr>
            <a:xfrm>
              <a:off x="3620597" y="1738586"/>
              <a:ext cx="932690" cy="903852"/>
              <a:chOff x="1954207" y="514898"/>
              <a:chExt cx="1032308" cy="1000500"/>
            </a:xfrm>
          </p:grpSpPr>
          <p:sp>
            <p:nvSpPr>
              <p:cNvPr id="49767" name="Google Shape;49767;p49"/>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8" name="Google Shape;49768;p49"/>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69" name="Google Shape;49769;p49"/>
            <p:cNvGrpSpPr/>
            <p:nvPr/>
          </p:nvGrpSpPr>
          <p:grpSpPr>
            <a:xfrm>
              <a:off x="3620817" y="1738568"/>
              <a:ext cx="932541" cy="903851"/>
              <a:chOff x="4056003" y="764391"/>
              <a:chExt cx="1032143" cy="1000499"/>
            </a:xfrm>
          </p:grpSpPr>
          <p:sp>
            <p:nvSpPr>
              <p:cNvPr id="49770" name="Google Shape;49770;p49"/>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71" name="Google Shape;49771;p49"/>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72" name="Google Shape;49772;p49"/>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73" name="Google Shape;49773;p49"/>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74" name="Google Shape;49774;p49"/>
          <p:cNvGrpSpPr/>
          <p:nvPr/>
        </p:nvGrpSpPr>
        <p:grpSpPr>
          <a:xfrm>
            <a:off x="5016959" y="3579993"/>
            <a:ext cx="932761" cy="903870"/>
            <a:chOff x="3620597" y="1738568"/>
            <a:chExt cx="932761" cy="903870"/>
          </a:xfrm>
        </p:grpSpPr>
        <p:grpSp>
          <p:nvGrpSpPr>
            <p:cNvPr id="49775" name="Google Shape;49775;p49"/>
            <p:cNvGrpSpPr/>
            <p:nvPr/>
          </p:nvGrpSpPr>
          <p:grpSpPr>
            <a:xfrm>
              <a:off x="3620597" y="1738586"/>
              <a:ext cx="932690" cy="903852"/>
              <a:chOff x="1954207" y="514898"/>
              <a:chExt cx="1032308" cy="1000500"/>
            </a:xfrm>
          </p:grpSpPr>
          <p:sp>
            <p:nvSpPr>
              <p:cNvPr id="49776" name="Google Shape;49776;p49"/>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7" name="Google Shape;49777;p49"/>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78" name="Google Shape;49778;p49"/>
            <p:cNvGrpSpPr/>
            <p:nvPr/>
          </p:nvGrpSpPr>
          <p:grpSpPr>
            <a:xfrm>
              <a:off x="3620817" y="1738568"/>
              <a:ext cx="932541" cy="903851"/>
              <a:chOff x="4056003" y="764391"/>
              <a:chExt cx="1032143" cy="1000499"/>
            </a:xfrm>
          </p:grpSpPr>
          <p:sp>
            <p:nvSpPr>
              <p:cNvPr id="49779" name="Google Shape;49779;p49"/>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80" name="Google Shape;49780;p49"/>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81" name="Google Shape;49781;p49"/>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82" name="Google Shape;49782;p49"/>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87" name="Google Shape;49787;p49"/>
          <p:cNvGrpSpPr/>
          <p:nvPr/>
        </p:nvGrpSpPr>
        <p:grpSpPr>
          <a:xfrm>
            <a:off x="5263876" y="2235937"/>
            <a:ext cx="438916" cy="365758"/>
            <a:chOff x="4840919" y="3584229"/>
            <a:chExt cx="388284" cy="320559"/>
          </a:xfrm>
        </p:grpSpPr>
        <p:sp>
          <p:nvSpPr>
            <p:cNvPr id="49788" name="Google Shape;49788;p49"/>
            <p:cNvSpPr/>
            <p:nvPr/>
          </p:nvSpPr>
          <p:spPr>
            <a:xfrm>
              <a:off x="5000177" y="3702459"/>
              <a:ext cx="23754" cy="84099"/>
            </a:xfrm>
            <a:custGeom>
              <a:avLst/>
              <a:gdLst/>
              <a:ahLst/>
              <a:cxnLst/>
              <a:rect l="l" t="t" r="r" b="b"/>
              <a:pathLst>
                <a:path w="1113" h="3940" extrusionOk="0">
                  <a:moveTo>
                    <a:pt x="1113" y="0"/>
                  </a:moveTo>
                  <a:cubicBezTo>
                    <a:pt x="464" y="209"/>
                    <a:pt x="0" y="834"/>
                    <a:pt x="0" y="1530"/>
                  </a:cubicBezTo>
                  <a:lnTo>
                    <a:pt x="0" y="2387"/>
                  </a:lnTo>
                  <a:cubicBezTo>
                    <a:pt x="0" y="3105"/>
                    <a:pt x="464" y="3708"/>
                    <a:pt x="1113" y="3940"/>
                  </a:cubicBezTo>
                  <a:lnTo>
                    <a:pt x="111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9" name="Google Shape;49789;p49"/>
            <p:cNvSpPr/>
            <p:nvPr/>
          </p:nvSpPr>
          <p:spPr>
            <a:xfrm>
              <a:off x="5046661" y="3702459"/>
              <a:ext cx="23285" cy="84099"/>
            </a:xfrm>
            <a:custGeom>
              <a:avLst/>
              <a:gdLst/>
              <a:ahLst/>
              <a:cxnLst/>
              <a:rect l="l" t="t" r="r" b="b"/>
              <a:pathLst>
                <a:path w="1091" h="3940" extrusionOk="0">
                  <a:moveTo>
                    <a:pt x="1" y="0"/>
                  </a:moveTo>
                  <a:lnTo>
                    <a:pt x="1" y="3940"/>
                  </a:lnTo>
                  <a:cubicBezTo>
                    <a:pt x="627" y="3708"/>
                    <a:pt x="1090" y="3105"/>
                    <a:pt x="1090" y="2387"/>
                  </a:cubicBezTo>
                  <a:lnTo>
                    <a:pt x="1090" y="1530"/>
                  </a:lnTo>
                  <a:cubicBezTo>
                    <a:pt x="1090" y="811"/>
                    <a:pt x="627" y="209"/>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0" name="Google Shape;49790;p49"/>
            <p:cNvSpPr/>
            <p:nvPr/>
          </p:nvSpPr>
          <p:spPr>
            <a:xfrm>
              <a:off x="5000177" y="3584229"/>
              <a:ext cx="69769" cy="22775"/>
            </a:xfrm>
            <a:custGeom>
              <a:avLst/>
              <a:gdLst/>
              <a:ahLst/>
              <a:cxnLst/>
              <a:rect l="l" t="t" r="r" b="b"/>
              <a:pathLst>
                <a:path w="3269" h="1067" extrusionOk="0">
                  <a:moveTo>
                    <a:pt x="0" y="0"/>
                  </a:moveTo>
                  <a:lnTo>
                    <a:pt x="0" y="1066"/>
                  </a:lnTo>
                  <a:lnTo>
                    <a:pt x="3268" y="1066"/>
                  </a:lnTo>
                  <a:lnTo>
                    <a:pt x="32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1" name="Google Shape;49791;p49"/>
            <p:cNvSpPr/>
            <p:nvPr/>
          </p:nvSpPr>
          <p:spPr>
            <a:xfrm>
              <a:off x="4840919" y="3584229"/>
              <a:ext cx="388284" cy="320559"/>
            </a:xfrm>
            <a:custGeom>
              <a:avLst/>
              <a:gdLst/>
              <a:ahLst/>
              <a:cxnLst/>
              <a:rect l="l" t="t" r="r" b="b"/>
              <a:pathLst>
                <a:path w="18193" h="15018" extrusionOk="0">
                  <a:moveTo>
                    <a:pt x="9108" y="4380"/>
                  </a:moveTo>
                  <a:cubicBezTo>
                    <a:pt x="10591" y="4380"/>
                    <a:pt x="11796" y="5585"/>
                    <a:pt x="11796" y="7069"/>
                  </a:cubicBezTo>
                  <a:lnTo>
                    <a:pt x="11796" y="7926"/>
                  </a:lnTo>
                  <a:cubicBezTo>
                    <a:pt x="11796" y="9432"/>
                    <a:pt x="10591" y="10638"/>
                    <a:pt x="9108" y="10638"/>
                  </a:cubicBezTo>
                  <a:cubicBezTo>
                    <a:pt x="7602" y="10638"/>
                    <a:pt x="6396" y="9432"/>
                    <a:pt x="6396" y="7926"/>
                  </a:cubicBezTo>
                  <a:lnTo>
                    <a:pt x="6396" y="7069"/>
                  </a:lnTo>
                  <a:cubicBezTo>
                    <a:pt x="6396" y="5585"/>
                    <a:pt x="7602" y="4380"/>
                    <a:pt x="9108" y="4380"/>
                  </a:cubicBezTo>
                  <a:close/>
                  <a:moveTo>
                    <a:pt x="9641" y="12886"/>
                  </a:moveTo>
                  <a:lnTo>
                    <a:pt x="9641" y="13952"/>
                  </a:lnTo>
                  <a:lnTo>
                    <a:pt x="8575" y="13952"/>
                  </a:lnTo>
                  <a:lnTo>
                    <a:pt x="8575" y="12886"/>
                  </a:lnTo>
                  <a:close/>
                  <a:moveTo>
                    <a:pt x="4264" y="0"/>
                  </a:moveTo>
                  <a:lnTo>
                    <a:pt x="4264" y="4844"/>
                  </a:lnTo>
                  <a:lnTo>
                    <a:pt x="1066" y="4844"/>
                  </a:lnTo>
                  <a:lnTo>
                    <a:pt x="1066" y="5910"/>
                  </a:lnTo>
                  <a:lnTo>
                    <a:pt x="4264" y="5910"/>
                  </a:lnTo>
                  <a:lnTo>
                    <a:pt x="4264" y="6976"/>
                  </a:lnTo>
                  <a:lnTo>
                    <a:pt x="0" y="6976"/>
                  </a:lnTo>
                  <a:lnTo>
                    <a:pt x="0" y="8042"/>
                  </a:lnTo>
                  <a:lnTo>
                    <a:pt x="4264" y="8042"/>
                  </a:lnTo>
                  <a:lnTo>
                    <a:pt x="4264" y="9108"/>
                  </a:lnTo>
                  <a:lnTo>
                    <a:pt x="1066" y="9108"/>
                  </a:lnTo>
                  <a:lnTo>
                    <a:pt x="1066" y="10174"/>
                  </a:lnTo>
                  <a:lnTo>
                    <a:pt x="4264" y="10174"/>
                  </a:lnTo>
                  <a:lnTo>
                    <a:pt x="4264" y="15018"/>
                  </a:lnTo>
                  <a:lnTo>
                    <a:pt x="13928" y="15018"/>
                  </a:lnTo>
                  <a:lnTo>
                    <a:pt x="13928" y="10174"/>
                  </a:lnTo>
                  <a:lnTo>
                    <a:pt x="17127" y="10174"/>
                  </a:lnTo>
                  <a:lnTo>
                    <a:pt x="17127" y="9108"/>
                  </a:lnTo>
                  <a:lnTo>
                    <a:pt x="13928" y="9108"/>
                  </a:lnTo>
                  <a:lnTo>
                    <a:pt x="13928" y="8042"/>
                  </a:lnTo>
                  <a:lnTo>
                    <a:pt x="18193" y="8042"/>
                  </a:lnTo>
                  <a:lnTo>
                    <a:pt x="18193" y="6976"/>
                  </a:lnTo>
                  <a:lnTo>
                    <a:pt x="13928" y="6976"/>
                  </a:lnTo>
                  <a:lnTo>
                    <a:pt x="13928" y="5910"/>
                  </a:lnTo>
                  <a:lnTo>
                    <a:pt x="17127" y="5910"/>
                  </a:lnTo>
                  <a:lnTo>
                    <a:pt x="17127" y="4844"/>
                  </a:lnTo>
                  <a:lnTo>
                    <a:pt x="13928" y="4844"/>
                  </a:lnTo>
                  <a:lnTo>
                    <a:pt x="13928" y="0"/>
                  </a:lnTo>
                  <a:lnTo>
                    <a:pt x="11796" y="0"/>
                  </a:lnTo>
                  <a:lnTo>
                    <a:pt x="11796" y="2132"/>
                  </a:lnTo>
                  <a:lnTo>
                    <a:pt x="6396" y="2132"/>
                  </a:lnTo>
                  <a:lnTo>
                    <a:pt x="63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99" name="Google Shape;49799;p49"/>
          <p:cNvGrpSpPr/>
          <p:nvPr/>
        </p:nvGrpSpPr>
        <p:grpSpPr>
          <a:xfrm>
            <a:off x="1201092" y="2199365"/>
            <a:ext cx="428689" cy="438901"/>
            <a:chOff x="4240939" y="4335637"/>
            <a:chExt cx="388305" cy="388821"/>
          </a:xfrm>
        </p:grpSpPr>
        <p:sp>
          <p:nvSpPr>
            <p:cNvPr id="49800" name="Google Shape;49800;p49"/>
            <p:cNvSpPr/>
            <p:nvPr/>
          </p:nvSpPr>
          <p:spPr>
            <a:xfrm>
              <a:off x="4423460" y="4518671"/>
              <a:ext cx="22772" cy="22775"/>
            </a:xfrm>
            <a:custGeom>
              <a:avLst/>
              <a:gdLst/>
              <a:ahLst/>
              <a:cxnLst/>
              <a:rect l="l" t="t" r="r" b="b"/>
              <a:pathLst>
                <a:path w="1067" h="1067" extrusionOk="0">
                  <a:moveTo>
                    <a:pt x="533" y="0"/>
                  </a:moveTo>
                  <a:cubicBezTo>
                    <a:pt x="255" y="0"/>
                    <a:pt x="0" y="232"/>
                    <a:pt x="0" y="533"/>
                  </a:cubicBezTo>
                  <a:cubicBezTo>
                    <a:pt x="0" y="834"/>
                    <a:pt x="255" y="1066"/>
                    <a:pt x="533" y="1066"/>
                  </a:cubicBezTo>
                  <a:cubicBezTo>
                    <a:pt x="835" y="1066"/>
                    <a:pt x="1066" y="834"/>
                    <a:pt x="1066" y="533"/>
                  </a:cubicBezTo>
                  <a:cubicBezTo>
                    <a:pt x="1066" y="232"/>
                    <a:pt x="835" y="0"/>
                    <a:pt x="5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1" name="Google Shape;49801;p49"/>
            <p:cNvSpPr/>
            <p:nvPr/>
          </p:nvSpPr>
          <p:spPr>
            <a:xfrm>
              <a:off x="4377957" y="4473142"/>
              <a:ext cx="113777" cy="113812"/>
            </a:xfrm>
            <a:custGeom>
              <a:avLst/>
              <a:gdLst/>
              <a:ahLst/>
              <a:cxnLst/>
              <a:rect l="l" t="t" r="r" b="b"/>
              <a:pathLst>
                <a:path w="5331" h="5332" extrusionOk="0">
                  <a:moveTo>
                    <a:pt x="2665" y="1067"/>
                  </a:moveTo>
                  <a:cubicBezTo>
                    <a:pt x="3546" y="1067"/>
                    <a:pt x="4264" y="1785"/>
                    <a:pt x="4264" y="2666"/>
                  </a:cubicBezTo>
                  <a:cubicBezTo>
                    <a:pt x="4264" y="3547"/>
                    <a:pt x="3546" y="4265"/>
                    <a:pt x="2665" y="4265"/>
                  </a:cubicBezTo>
                  <a:cubicBezTo>
                    <a:pt x="1785" y="4265"/>
                    <a:pt x="1066" y="3547"/>
                    <a:pt x="1066" y="2666"/>
                  </a:cubicBezTo>
                  <a:cubicBezTo>
                    <a:pt x="1066" y="1785"/>
                    <a:pt x="1785" y="1067"/>
                    <a:pt x="2665" y="1067"/>
                  </a:cubicBezTo>
                  <a:close/>
                  <a:moveTo>
                    <a:pt x="2665" y="1"/>
                  </a:moveTo>
                  <a:cubicBezTo>
                    <a:pt x="1205" y="1"/>
                    <a:pt x="0" y="1206"/>
                    <a:pt x="0" y="2666"/>
                  </a:cubicBezTo>
                  <a:cubicBezTo>
                    <a:pt x="0" y="4149"/>
                    <a:pt x="1205" y="5331"/>
                    <a:pt x="2665" y="5331"/>
                  </a:cubicBezTo>
                  <a:cubicBezTo>
                    <a:pt x="4148" y="5331"/>
                    <a:pt x="5330" y="4149"/>
                    <a:pt x="5330" y="2666"/>
                  </a:cubicBezTo>
                  <a:cubicBezTo>
                    <a:pt x="5330" y="1206"/>
                    <a:pt x="4148"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2" name="Google Shape;49802;p49"/>
            <p:cNvSpPr/>
            <p:nvPr/>
          </p:nvSpPr>
          <p:spPr>
            <a:xfrm>
              <a:off x="4240939" y="4335637"/>
              <a:ext cx="388305" cy="388821"/>
            </a:xfrm>
            <a:custGeom>
              <a:avLst/>
              <a:gdLst/>
              <a:ahLst/>
              <a:cxnLst/>
              <a:rect l="l" t="t" r="r" b="b"/>
              <a:pathLst>
                <a:path w="18194" h="18216" extrusionOk="0">
                  <a:moveTo>
                    <a:pt x="9085" y="5377"/>
                  </a:moveTo>
                  <a:cubicBezTo>
                    <a:pt x="11148" y="5377"/>
                    <a:pt x="12816" y="7045"/>
                    <a:pt x="12816" y="9108"/>
                  </a:cubicBezTo>
                  <a:cubicBezTo>
                    <a:pt x="12816" y="11171"/>
                    <a:pt x="11148" y="12839"/>
                    <a:pt x="9085" y="12839"/>
                  </a:cubicBezTo>
                  <a:cubicBezTo>
                    <a:pt x="7046" y="12839"/>
                    <a:pt x="5354" y="11171"/>
                    <a:pt x="5354" y="9108"/>
                  </a:cubicBezTo>
                  <a:cubicBezTo>
                    <a:pt x="5354" y="7045"/>
                    <a:pt x="7046" y="5377"/>
                    <a:pt x="9085" y="5377"/>
                  </a:cubicBezTo>
                  <a:close/>
                  <a:moveTo>
                    <a:pt x="2133" y="0"/>
                  </a:moveTo>
                  <a:cubicBezTo>
                    <a:pt x="951" y="0"/>
                    <a:pt x="1" y="974"/>
                    <a:pt x="1" y="2132"/>
                  </a:cubicBezTo>
                  <a:cubicBezTo>
                    <a:pt x="1" y="3314"/>
                    <a:pt x="951" y="4264"/>
                    <a:pt x="2133" y="4264"/>
                  </a:cubicBezTo>
                  <a:cubicBezTo>
                    <a:pt x="2527" y="4264"/>
                    <a:pt x="2897" y="4172"/>
                    <a:pt x="3199" y="3986"/>
                  </a:cubicBezTo>
                  <a:lnTo>
                    <a:pt x="4311" y="5099"/>
                  </a:lnTo>
                  <a:cubicBezTo>
                    <a:pt x="3964" y="5377"/>
                    <a:pt x="3639" y="5724"/>
                    <a:pt x="3315" y="6095"/>
                  </a:cubicBezTo>
                  <a:cubicBezTo>
                    <a:pt x="2086" y="7463"/>
                    <a:pt x="1507" y="8853"/>
                    <a:pt x="1484" y="8899"/>
                  </a:cubicBezTo>
                  <a:lnTo>
                    <a:pt x="1414" y="9108"/>
                  </a:lnTo>
                  <a:lnTo>
                    <a:pt x="1484" y="9317"/>
                  </a:lnTo>
                  <a:cubicBezTo>
                    <a:pt x="1507" y="9363"/>
                    <a:pt x="2086" y="10730"/>
                    <a:pt x="3315" y="12121"/>
                  </a:cubicBezTo>
                  <a:cubicBezTo>
                    <a:pt x="3639" y="12492"/>
                    <a:pt x="3964" y="12816"/>
                    <a:pt x="4311" y="13117"/>
                  </a:cubicBezTo>
                  <a:lnTo>
                    <a:pt x="3199" y="14230"/>
                  </a:lnTo>
                  <a:cubicBezTo>
                    <a:pt x="2897" y="14044"/>
                    <a:pt x="2527" y="13952"/>
                    <a:pt x="2133" y="13952"/>
                  </a:cubicBezTo>
                  <a:cubicBezTo>
                    <a:pt x="951" y="13952"/>
                    <a:pt x="1" y="14902"/>
                    <a:pt x="1" y="16084"/>
                  </a:cubicBezTo>
                  <a:cubicBezTo>
                    <a:pt x="1" y="17243"/>
                    <a:pt x="951" y="18216"/>
                    <a:pt x="2133" y="18216"/>
                  </a:cubicBezTo>
                  <a:cubicBezTo>
                    <a:pt x="3291" y="18216"/>
                    <a:pt x="4265" y="17243"/>
                    <a:pt x="4265" y="16084"/>
                  </a:cubicBezTo>
                  <a:cubicBezTo>
                    <a:pt x="4265" y="15690"/>
                    <a:pt x="4149" y="15319"/>
                    <a:pt x="3964" y="14995"/>
                  </a:cubicBezTo>
                  <a:lnTo>
                    <a:pt x="5169" y="13766"/>
                  </a:lnTo>
                  <a:cubicBezTo>
                    <a:pt x="6374" y="14554"/>
                    <a:pt x="7695" y="14971"/>
                    <a:pt x="9085" y="14971"/>
                  </a:cubicBezTo>
                  <a:cubicBezTo>
                    <a:pt x="10476" y="14971"/>
                    <a:pt x="11797" y="14554"/>
                    <a:pt x="13002" y="13766"/>
                  </a:cubicBezTo>
                  <a:lnTo>
                    <a:pt x="14207" y="14995"/>
                  </a:lnTo>
                  <a:cubicBezTo>
                    <a:pt x="14022" y="15319"/>
                    <a:pt x="13929" y="15690"/>
                    <a:pt x="13929" y="16084"/>
                  </a:cubicBezTo>
                  <a:cubicBezTo>
                    <a:pt x="13929" y="17243"/>
                    <a:pt x="14879" y="18216"/>
                    <a:pt x="16061" y="18216"/>
                  </a:cubicBezTo>
                  <a:cubicBezTo>
                    <a:pt x="17243" y="18216"/>
                    <a:pt x="18193" y="17243"/>
                    <a:pt x="18193" y="16084"/>
                  </a:cubicBezTo>
                  <a:cubicBezTo>
                    <a:pt x="18193" y="14902"/>
                    <a:pt x="17243" y="13952"/>
                    <a:pt x="16061" y="13952"/>
                  </a:cubicBezTo>
                  <a:cubicBezTo>
                    <a:pt x="15667" y="13952"/>
                    <a:pt x="15296" y="14044"/>
                    <a:pt x="14972" y="14230"/>
                  </a:cubicBezTo>
                  <a:lnTo>
                    <a:pt x="13859" y="13117"/>
                  </a:lnTo>
                  <a:cubicBezTo>
                    <a:pt x="14207" y="12839"/>
                    <a:pt x="14555" y="12492"/>
                    <a:pt x="14879" y="12121"/>
                  </a:cubicBezTo>
                  <a:cubicBezTo>
                    <a:pt x="16084" y="10753"/>
                    <a:pt x="16664" y="9363"/>
                    <a:pt x="16687" y="9317"/>
                  </a:cubicBezTo>
                  <a:lnTo>
                    <a:pt x="16779" y="9108"/>
                  </a:lnTo>
                  <a:lnTo>
                    <a:pt x="16687" y="8899"/>
                  </a:lnTo>
                  <a:cubicBezTo>
                    <a:pt x="16664" y="8853"/>
                    <a:pt x="16084" y="7486"/>
                    <a:pt x="14879" y="6095"/>
                  </a:cubicBezTo>
                  <a:cubicBezTo>
                    <a:pt x="14555" y="5724"/>
                    <a:pt x="14207" y="5400"/>
                    <a:pt x="13859" y="5099"/>
                  </a:cubicBezTo>
                  <a:lnTo>
                    <a:pt x="14972" y="3986"/>
                  </a:lnTo>
                  <a:cubicBezTo>
                    <a:pt x="15296" y="4172"/>
                    <a:pt x="15667" y="4288"/>
                    <a:pt x="16061" y="4288"/>
                  </a:cubicBezTo>
                  <a:cubicBezTo>
                    <a:pt x="17243" y="4288"/>
                    <a:pt x="18193" y="3314"/>
                    <a:pt x="18193" y="2155"/>
                  </a:cubicBezTo>
                  <a:cubicBezTo>
                    <a:pt x="18193" y="974"/>
                    <a:pt x="17243" y="23"/>
                    <a:pt x="16061" y="23"/>
                  </a:cubicBezTo>
                  <a:cubicBezTo>
                    <a:pt x="14879" y="23"/>
                    <a:pt x="13929" y="974"/>
                    <a:pt x="13929" y="2155"/>
                  </a:cubicBezTo>
                  <a:cubicBezTo>
                    <a:pt x="13929" y="2549"/>
                    <a:pt x="14022" y="2920"/>
                    <a:pt x="14230" y="3222"/>
                  </a:cubicBezTo>
                  <a:lnTo>
                    <a:pt x="13002" y="4450"/>
                  </a:lnTo>
                  <a:cubicBezTo>
                    <a:pt x="11797" y="3662"/>
                    <a:pt x="10476" y="3245"/>
                    <a:pt x="9085" y="3245"/>
                  </a:cubicBezTo>
                  <a:cubicBezTo>
                    <a:pt x="7718" y="3245"/>
                    <a:pt x="6374" y="3662"/>
                    <a:pt x="5192" y="4450"/>
                  </a:cubicBezTo>
                  <a:lnTo>
                    <a:pt x="3964" y="3222"/>
                  </a:lnTo>
                  <a:cubicBezTo>
                    <a:pt x="4149" y="2897"/>
                    <a:pt x="4265" y="2549"/>
                    <a:pt x="4265" y="2132"/>
                  </a:cubicBezTo>
                  <a:cubicBezTo>
                    <a:pt x="4265" y="974"/>
                    <a:pt x="3315" y="0"/>
                    <a:pt x="2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TextBox 9">
            <a:extLst>
              <a:ext uri="{FF2B5EF4-FFF2-40B4-BE49-F238E27FC236}">
                <a16:creationId xmlns:a16="http://schemas.microsoft.com/office/drawing/2014/main" id="{3C264C43-7302-D63C-DFD1-B168D710098D}"/>
              </a:ext>
            </a:extLst>
          </p:cNvPr>
          <p:cNvSpPr txBox="1"/>
          <p:nvPr/>
        </p:nvSpPr>
        <p:spPr>
          <a:xfrm>
            <a:off x="466549" y="892115"/>
            <a:ext cx="7867194" cy="692497"/>
          </a:xfrm>
          <a:prstGeom prst="rect">
            <a:avLst/>
          </a:prstGeom>
          <a:noFill/>
        </p:spPr>
        <p:txBody>
          <a:bodyPr wrap="square" rtlCol="0">
            <a:spAutoFit/>
          </a:bodyPr>
          <a:lstStyle/>
          <a:p>
            <a:r>
              <a:rPr lang="en-US" sz="1300" b="1" dirty="0">
                <a:solidFill>
                  <a:schemeClr val="bg1"/>
                </a:solidFill>
                <a:latin typeface="Source Code Pro" panose="020B0509030403020204" pitchFamily="49" charset="0"/>
                <a:ea typeface="Source Code Pro" panose="020B0509030403020204" pitchFamily="49" charset="0"/>
              </a:rPr>
              <a:t>Mobile</a:t>
            </a:r>
            <a:r>
              <a:rPr lang="en-US" sz="1300" dirty="0">
                <a:solidFill>
                  <a:schemeClr val="bg1"/>
                </a:solidFill>
                <a:latin typeface="Source Code Pro" panose="020B0509030403020204" pitchFamily="49" charset="0"/>
                <a:ea typeface="Source Code Pro" panose="020B0509030403020204" pitchFamily="49" charset="0"/>
              </a:rPr>
              <a:t> </a:t>
            </a:r>
            <a:r>
              <a:rPr lang="en-US" sz="1300" b="1" dirty="0">
                <a:solidFill>
                  <a:schemeClr val="bg1"/>
                </a:solidFill>
                <a:latin typeface="Source Code Pro" panose="020B0509030403020204" pitchFamily="49" charset="0"/>
                <a:ea typeface="Source Code Pro" panose="020B0509030403020204" pitchFamily="49" charset="0"/>
              </a:rPr>
              <a:t>Security</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hoạt</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động</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theo</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mô</a:t>
            </a:r>
            <a:r>
              <a:rPr lang="en-US" sz="1300" dirty="0">
                <a:solidFill>
                  <a:schemeClr val="bg1"/>
                </a:solidFill>
                <a:latin typeface="Source Code Pro" panose="020B0509030403020204" pitchFamily="49" charset="0"/>
                <a:ea typeface="Source Code Pro" panose="020B0509030403020204" pitchFamily="49" charset="0"/>
              </a:rPr>
              <a:t> hình </a:t>
            </a:r>
            <a:r>
              <a:rPr lang="en-US" sz="1300" dirty="0" err="1">
                <a:solidFill>
                  <a:schemeClr val="bg1"/>
                </a:solidFill>
                <a:latin typeface="Source Code Pro" panose="020B0509030403020204" pitchFamily="49" charset="0"/>
                <a:ea typeface="Source Code Pro" panose="020B0509030403020204" pitchFamily="49" charset="0"/>
              </a:rPr>
              <a:t>phòng</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thủ</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nhiều</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lớp</a:t>
            </a:r>
            <a:r>
              <a:rPr lang="en-US" sz="1300" dirty="0">
                <a:solidFill>
                  <a:schemeClr val="bg1"/>
                </a:solidFill>
                <a:latin typeface="Source Code Pro" panose="020B0509030403020204" pitchFamily="49" charset="0"/>
                <a:ea typeface="Source Code Pro" panose="020B0509030403020204" pitchFamily="49" charset="0"/>
              </a:rPr>
              <a:t> — defense-in-depth. </a:t>
            </a:r>
            <a:r>
              <a:rPr lang="en-US" sz="1300" dirty="0" err="1">
                <a:solidFill>
                  <a:schemeClr val="bg1"/>
                </a:solidFill>
                <a:latin typeface="Source Code Pro" panose="020B0509030403020204" pitchFamily="49" charset="0"/>
                <a:ea typeface="Source Code Pro" panose="020B0509030403020204" pitchFamily="49" charset="0"/>
              </a:rPr>
              <a:t>Mỗi</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lớp</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có</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nhiệm</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vụ</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riêng</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nhằm</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phát</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hiện</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ngăn</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chặn</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và</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giảm</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thiểu</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tác</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động</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của</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các</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mối</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đe</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dọa</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Gồm</a:t>
            </a:r>
            <a:r>
              <a:rPr lang="en-US" sz="1300" dirty="0">
                <a:solidFill>
                  <a:schemeClr val="bg1"/>
                </a:solidFill>
                <a:latin typeface="Source Code Pro" panose="020B0509030403020204" pitchFamily="49" charset="0"/>
                <a:ea typeface="Source Code Pro" panose="020B0509030403020204" pitchFamily="49" charset="0"/>
              </a:rPr>
              <a:t> 4 </a:t>
            </a:r>
            <a:r>
              <a:rPr lang="en-US" sz="1300" dirty="0" err="1">
                <a:solidFill>
                  <a:schemeClr val="bg1"/>
                </a:solidFill>
                <a:latin typeface="Source Code Pro" panose="020B0509030403020204" pitchFamily="49" charset="0"/>
                <a:ea typeface="Source Code Pro" panose="020B0509030403020204" pitchFamily="49" charset="0"/>
              </a:rPr>
              <a:t>lớp</a:t>
            </a:r>
            <a:r>
              <a:rPr lang="en-US" sz="1300" dirty="0">
                <a:solidFill>
                  <a:schemeClr val="bg1"/>
                </a:solidFill>
                <a:latin typeface="Source Code Pro" panose="020B0509030403020204" pitchFamily="49" charset="0"/>
                <a:ea typeface="Source Code Pro" panose="020B0509030403020204" pitchFamily="49" charset="0"/>
              </a:rPr>
              <a:t> </a:t>
            </a:r>
            <a:r>
              <a:rPr lang="en-US" sz="1300" dirty="0" err="1">
                <a:solidFill>
                  <a:schemeClr val="bg1"/>
                </a:solidFill>
                <a:latin typeface="Source Code Pro" panose="020B0509030403020204" pitchFamily="49" charset="0"/>
                <a:ea typeface="Source Code Pro" panose="020B0509030403020204" pitchFamily="49" charset="0"/>
              </a:rPr>
              <a:t>chính</a:t>
            </a:r>
            <a:r>
              <a:rPr lang="en-US" sz="1300" dirty="0">
                <a:solidFill>
                  <a:schemeClr val="bg1"/>
                </a:solidFill>
                <a:latin typeface="Source Code Pro" panose="020B0509030403020204" pitchFamily="49" charset="0"/>
                <a:ea typeface="Source Code Pro" panose="020B0509030403020204" pitchFamily="49" charset="0"/>
              </a:rPr>
              <a:t>:</a:t>
            </a:r>
          </a:p>
        </p:txBody>
      </p:sp>
      <p:pic>
        <p:nvPicPr>
          <p:cNvPr id="12" name="Graphic 11" descr="Workflow outline">
            <a:extLst>
              <a:ext uri="{FF2B5EF4-FFF2-40B4-BE49-F238E27FC236}">
                <a16:creationId xmlns:a16="http://schemas.microsoft.com/office/drawing/2014/main" id="{676527D7-9D8D-1A77-9622-4D738534082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05904" y="3574727"/>
            <a:ext cx="914400" cy="914400"/>
          </a:xfrm>
          <a:prstGeom prst="rect">
            <a:avLst/>
          </a:prstGeom>
        </p:spPr>
      </p:pic>
      <p:pic>
        <p:nvPicPr>
          <p:cNvPr id="14" name="Graphic 13" descr="Eye Scan outline">
            <a:extLst>
              <a:ext uri="{FF2B5EF4-FFF2-40B4-BE49-F238E27FC236}">
                <a16:creationId xmlns:a16="http://schemas.microsoft.com/office/drawing/2014/main" id="{62686003-D51A-598E-080B-FFB8BD10C07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052407" y="3574719"/>
            <a:ext cx="914400" cy="914400"/>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9932"/>
        <p:cNvGrpSpPr/>
        <p:nvPr/>
      </p:nvGrpSpPr>
      <p:grpSpPr>
        <a:xfrm>
          <a:off x="0" y="0"/>
          <a:ext cx="0" cy="0"/>
          <a:chOff x="0" y="0"/>
          <a:chExt cx="0" cy="0"/>
        </a:xfrm>
      </p:grpSpPr>
      <p:sp>
        <p:nvSpPr>
          <p:cNvPr id="49933" name="Google Shape;49933;p51"/>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solidFill>
                  <a:schemeClr val="bg2"/>
                </a:solidFill>
              </a:rPr>
              <a:t>CÁC MỐI ĐE DỌA</a:t>
            </a:r>
            <a:endParaRPr b="1" dirty="0">
              <a:solidFill>
                <a:schemeClr val="bg2"/>
              </a:solidFill>
            </a:endParaRPr>
          </a:p>
        </p:txBody>
      </p:sp>
      <p:sp>
        <p:nvSpPr>
          <p:cNvPr id="49935" name="Google Shape;49935;p51"/>
          <p:cNvSpPr txBox="1">
            <a:spLocks noGrp="1"/>
          </p:cNvSpPr>
          <p:nvPr>
            <p:ph type="subTitle" idx="2"/>
          </p:nvPr>
        </p:nvSpPr>
        <p:spPr>
          <a:xfrm>
            <a:off x="342022" y="3119666"/>
            <a:ext cx="2685030" cy="554100"/>
          </a:xfrm>
          <a:prstGeom prst="rect">
            <a:avLst/>
          </a:prstGeom>
        </p:spPr>
        <p:txBody>
          <a:bodyPr spcFirstLastPara="1" wrap="square" lIns="91425" tIns="91425" rIns="91425" bIns="91425" anchor="b" anchorCtr="0">
            <a:noAutofit/>
          </a:bodyPr>
          <a:lstStyle/>
          <a:p>
            <a:pPr marL="0" lvl="0" indent="0"/>
            <a:r>
              <a:rPr lang="en-US" b="1" dirty="0"/>
              <a:t>Cryptojacking</a:t>
            </a:r>
            <a:endParaRPr b="1" dirty="0"/>
          </a:p>
        </p:txBody>
      </p:sp>
      <p:sp>
        <p:nvSpPr>
          <p:cNvPr id="49937" name="Google Shape;49937;p51"/>
          <p:cNvSpPr txBox="1">
            <a:spLocks noGrp="1"/>
          </p:cNvSpPr>
          <p:nvPr>
            <p:ph type="subTitle" idx="4"/>
          </p:nvPr>
        </p:nvSpPr>
        <p:spPr>
          <a:xfrm>
            <a:off x="3275098" y="3927675"/>
            <a:ext cx="2252400" cy="554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1" dirty="0"/>
              <a:t>Another…</a:t>
            </a:r>
            <a:endParaRPr b="1" dirty="0"/>
          </a:p>
        </p:txBody>
      </p:sp>
      <p:sp>
        <p:nvSpPr>
          <p:cNvPr id="49939" name="Google Shape;49939;p51"/>
          <p:cNvSpPr txBox="1">
            <a:spLocks noGrp="1"/>
          </p:cNvSpPr>
          <p:nvPr>
            <p:ph type="subTitle" idx="6"/>
          </p:nvPr>
        </p:nvSpPr>
        <p:spPr>
          <a:xfrm>
            <a:off x="5597111" y="3134860"/>
            <a:ext cx="3359037" cy="554100"/>
          </a:xfrm>
          <a:prstGeom prst="rect">
            <a:avLst/>
          </a:prstGeom>
        </p:spPr>
        <p:txBody>
          <a:bodyPr spcFirstLastPara="1" wrap="square" lIns="91425" tIns="91425" rIns="91425" bIns="91425" anchor="b" anchorCtr="0">
            <a:noAutofit/>
          </a:bodyPr>
          <a:lstStyle/>
          <a:p>
            <a:pPr marL="0" lvl="0" indent="0"/>
            <a:r>
              <a:rPr lang="en-US" b="1" dirty="0"/>
              <a:t>Misconfiguration</a:t>
            </a:r>
            <a:endParaRPr b="1" dirty="0"/>
          </a:p>
        </p:txBody>
      </p:sp>
      <p:sp>
        <p:nvSpPr>
          <p:cNvPr id="49941" name="Google Shape;49941;p51"/>
          <p:cNvSpPr txBox="1">
            <a:spLocks noGrp="1"/>
          </p:cNvSpPr>
          <p:nvPr>
            <p:ph type="subTitle" idx="8"/>
          </p:nvPr>
        </p:nvSpPr>
        <p:spPr>
          <a:xfrm>
            <a:off x="2148898" y="1795172"/>
            <a:ext cx="2252400" cy="955115"/>
          </a:xfrm>
          <a:prstGeom prst="rect">
            <a:avLst/>
          </a:prstGeom>
        </p:spPr>
        <p:txBody>
          <a:bodyPr spcFirstLastPara="1" wrap="square" lIns="91425" tIns="91425" rIns="91425" bIns="91425" anchor="b" anchorCtr="0">
            <a:noAutofit/>
          </a:bodyPr>
          <a:lstStyle/>
          <a:p>
            <a:pPr marL="0" lvl="0" indent="0"/>
            <a:r>
              <a:rPr lang="en-US" b="1" dirty="0"/>
              <a:t>Phishing/</a:t>
            </a:r>
          </a:p>
          <a:p>
            <a:pPr marL="0" lvl="0" indent="0"/>
            <a:r>
              <a:rPr lang="en-US" b="1" dirty="0"/>
              <a:t>Smishing</a:t>
            </a:r>
            <a:endParaRPr b="1" dirty="0"/>
          </a:p>
        </p:txBody>
      </p:sp>
      <p:sp>
        <p:nvSpPr>
          <p:cNvPr id="49943" name="Google Shape;49943;p51"/>
          <p:cNvSpPr txBox="1">
            <a:spLocks noGrp="1"/>
          </p:cNvSpPr>
          <p:nvPr>
            <p:ph type="subTitle" idx="13"/>
          </p:nvPr>
        </p:nvSpPr>
        <p:spPr>
          <a:xfrm>
            <a:off x="4664730" y="2008640"/>
            <a:ext cx="2252400" cy="554100"/>
          </a:xfrm>
          <a:prstGeom prst="rect">
            <a:avLst/>
          </a:prstGeom>
        </p:spPr>
        <p:txBody>
          <a:bodyPr spcFirstLastPara="1" wrap="square" lIns="91425" tIns="91425" rIns="91425" bIns="91425" anchor="b" anchorCtr="0">
            <a:noAutofit/>
          </a:bodyPr>
          <a:lstStyle/>
          <a:p>
            <a:pPr marL="0" lvl="0" indent="0"/>
            <a:r>
              <a:rPr lang="en-US" b="1" dirty="0"/>
              <a:t>Malware</a:t>
            </a:r>
            <a:endParaRPr b="1" dirty="0"/>
          </a:p>
        </p:txBody>
      </p:sp>
      <p:pic>
        <p:nvPicPr>
          <p:cNvPr id="49944" name="Google Shape;49944;p51"/>
          <p:cNvPicPr preferRelativeResize="0"/>
          <p:nvPr/>
        </p:nvPicPr>
        <p:blipFill rotWithShape="1">
          <a:blip r:embed="rId3">
            <a:alphaModFix/>
          </a:blip>
          <a:srcRect l="8861" t="8861" r="8861" b="8861"/>
          <a:stretch/>
        </p:blipFill>
        <p:spPr>
          <a:xfrm rot="3623054">
            <a:off x="7952215" y="4031145"/>
            <a:ext cx="1027321" cy="901261"/>
          </a:xfrm>
          <a:prstGeom prst="rect">
            <a:avLst/>
          </a:prstGeom>
          <a:noFill/>
          <a:ln>
            <a:noFill/>
          </a:ln>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9137"/>
        <p:cNvGrpSpPr/>
        <p:nvPr/>
      </p:nvGrpSpPr>
      <p:grpSpPr>
        <a:xfrm>
          <a:off x="0" y="0"/>
          <a:ext cx="0" cy="0"/>
          <a:chOff x="0" y="0"/>
          <a:chExt cx="0" cy="0"/>
        </a:xfrm>
      </p:grpSpPr>
      <p:sp>
        <p:nvSpPr>
          <p:cNvPr id="49138" name="Google Shape;49138;p40"/>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p>
            <a:pPr lvl="0"/>
            <a:r>
              <a:rPr lang="en-US" b="1" dirty="0">
                <a:solidFill>
                  <a:schemeClr val="bg2"/>
                </a:solidFill>
              </a:rPr>
              <a:t>LỢI ÍCH CỦA MOBILE SECURITY</a:t>
            </a:r>
            <a:endParaRPr b="1" dirty="0">
              <a:solidFill>
                <a:schemeClr val="bg2"/>
              </a:solidFill>
            </a:endParaRPr>
          </a:p>
        </p:txBody>
      </p:sp>
      <p:graphicFrame>
        <p:nvGraphicFramePr>
          <p:cNvPr id="49139" name="Google Shape;49139;p40"/>
          <p:cNvGraphicFramePr/>
          <p:nvPr>
            <p:extLst>
              <p:ext uri="{D42A27DB-BD31-4B8C-83A1-F6EECF244321}">
                <p14:modId xmlns:p14="http://schemas.microsoft.com/office/powerpoint/2010/main" val="1666713294"/>
              </p:ext>
            </p:extLst>
          </p:nvPr>
        </p:nvGraphicFramePr>
        <p:xfrm>
          <a:off x="1112041" y="1810873"/>
          <a:ext cx="6878150" cy="2318322"/>
        </p:xfrm>
        <a:graphic>
          <a:graphicData uri="http://schemas.openxmlformats.org/drawingml/2006/table">
            <a:tbl>
              <a:tblPr>
                <a:noFill/>
                <a:tableStyleId>{F520BF9C-02C1-42D5-AA37-67365561EF8C}</a:tableStyleId>
              </a:tblPr>
              <a:tblGrid>
                <a:gridCol w="2084500">
                  <a:extLst>
                    <a:ext uri="{9D8B030D-6E8A-4147-A177-3AD203B41FA5}">
                      <a16:colId xmlns:a16="http://schemas.microsoft.com/office/drawing/2014/main" val="20000"/>
                    </a:ext>
                  </a:extLst>
                </a:gridCol>
                <a:gridCol w="4793650">
                  <a:extLst>
                    <a:ext uri="{9D8B030D-6E8A-4147-A177-3AD203B41FA5}">
                      <a16:colId xmlns:a16="http://schemas.microsoft.com/office/drawing/2014/main" val="20001"/>
                    </a:ext>
                  </a:extLst>
                </a:gridCol>
              </a:tblGrid>
              <a:tr h="470584">
                <a:tc>
                  <a:txBody>
                    <a:bodyPr/>
                    <a:lstStyle/>
                    <a:p>
                      <a:pPr marL="0" lvl="0" indent="0" algn="l" rtl="0">
                        <a:spcBef>
                          <a:spcPts val="0"/>
                        </a:spcBef>
                        <a:spcAft>
                          <a:spcPts val="0"/>
                        </a:spcAft>
                        <a:buNone/>
                      </a:pPr>
                      <a:r>
                        <a:rPr lang="en-US" sz="1100" b="1" dirty="0">
                          <a:solidFill>
                            <a:schemeClr val="bg1"/>
                          </a:solidFill>
                          <a:latin typeface="Source Code Pro Medium" panose="020B0509030403020204" pitchFamily="49" charset="0"/>
                          <a:ea typeface="Source Code Pro Medium" panose="020B0509030403020204" pitchFamily="49" charset="0"/>
                        </a:rPr>
                        <a:t>Protect Data</a:t>
                      </a:r>
                      <a:endParaRPr sz="1100" b="1" dirty="0">
                        <a:solidFill>
                          <a:schemeClr val="bg1"/>
                        </a:solidFill>
                        <a:latin typeface="Source Code Pro Medium" panose="020B0509030403020204" pitchFamily="49" charset="0"/>
                        <a:ea typeface="Source Code Pro Medium" panose="020B0509030403020204" pitchFamily="49" charset="0"/>
                        <a:cs typeface="Source Code Pro SemiBold"/>
                        <a:sym typeface="Source Code Pro SemiBold"/>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1600"/>
                        </a:spcAft>
                        <a:buNone/>
                      </a:pPr>
                      <a:r>
                        <a:rPr lang="en-US" sz="1050" dirty="0">
                          <a:solidFill>
                            <a:schemeClr val="bg1"/>
                          </a:solidFill>
                          <a:latin typeface="Barlow" panose="00000500000000000000" pitchFamily="2" charset="0"/>
                        </a:rPr>
                        <a:t>Bảo </a:t>
                      </a:r>
                      <a:r>
                        <a:rPr lang="en-US" sz="1050" dirty="0" err="1">
                          <a:solidFill>
                            <a:schemeClr val="bg1"/>
                          </a:solidFill>
                          <a:latin typeface="Barlow" panose="00000500000000000000" pitchFamily="2" charset="0"/>
                        </a:rPr>
                        <a:t>vệ</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tài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khoản</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dữ</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liệu</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tài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chính</a:t>
                      </a:r>
                      <a:r>
                        <a:rPr lang="en-US" sz="1050" dirty="0">
                          <a:solidFill>
                            <a:schemeClr val="bg1"/>
                          </a:solidFill>
                          <a:latin typeface="Barlow" panose="00000500000000000000" pitchFamily="2" charset="0"/>
                        </a:rPr>
                        <a:t>, email, hình </a:t>
                      </a:r>
                      <a:r>
                        <a:rPr lang="en-US" sz="1050" dirty="0" err="1">
                          <a:solidFill>
                            <a:schemeClr val="bg1"/>
                          </a:solidFill>
                          <a:latin typeface="Barlow" panose="00000500000000000000" pitchFamily="2" charset="0"/>
                        </a:rPr>
                        <a:t>ảnh</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cá</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nhân</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và</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tài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liệu</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công</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việc</a:t>
                      </a:r>
                      <a:r>
                        <a:rPr lang="en-US" sz="1050" dirty="0">
                          <a:solidFill>
                            <a:schemeClr val="bg1"/>
                          </a:solidFill>
                          <a:latin typeface="Barlow" panose="00000500000000000000" pitchFamily="2" charset="0"/>
                        </a:rPr>
                        <a:t>.</a:t>
                      </a:r>
                      <a:endParaRPr sz="1050" dirty="0">
                        <a:solidFill>
                          <a:schemeClr val="bg1"/>
                        </a:solidFill>
                        <a:latin typeface="Barlow" panose="00000500000000000000" pitchFamily="2" charset="0"/>
                        <a:ea typeface="Barlow"/>
                        <a:cs typeface="Barlow"/>
                        <a:sym typeface="Barlow"/>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618699">
                <a:tc>
                  <a:txBody>
                    <a:bodyPr/>
                    <a:lstStyle/>
                    <a:p>
                      <a:pPr marL="0" lvl="0" indent="0" algn="l" rtl="0">
                        <a:spcBef>
                          <a:spcPts val="0"/>
                        </a:spcBef>
                        <a:spcAft>
                          <a:spcPts val="0"/>
                        </a:spcAft>
                        <a:buNone/>
                      </a:pPr>
                      <a:r>
                        <a:rPr lang="en-US" sz="1100" b="1" dirty="0">
                          <a:solidFill>
                            <a:schemeClr val="bg1"/>
                          </a:solidFill>
                          <a:latin typeface="Source Code Pro Medium" panose="020B0509030403020204" pitchFamily="49" charset="0"/>
                          <a:ea typeface="Source Code Pro Medium" panose="020B0509030403020204" pitchFamily="49" charset="0"/>
                        </a:rPr>
                        <a:t>Reduce Damage</a:t>
                      </a:r>
                      <a:endParaRPr sz="1100" b="1" u="sng" dirty="0">
                        <a:solidFill>
                          <a:schemeClr val="bg1"/>
                        </a:solidFill>
                        <a:latin typeface="Source Code Pro Medium" panose="020B0509030403020204" pitchFamily="49" charset="0"/>
                        <a:ea typeface="Source Code Pro Medium" panose="020B0509030403020204" pitchFamily="49" charset="0"/>
                        <a:cs typeface="Source Code Pro SemiBold"/>
                        <a:sym typeface="Source Code Pro SemiBold"/>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US" sz="1050" dirty="0" err="1">
                          <a:solidFill>
                            <a:schemeClr val="bg1"/>
                          </a:solidFill>
                          <a:latin typeface="Barlow" panose="00000500000000000000" pitchFamily="2" charset="0"/>
                        </a:rPr>
                        <a:t>Phát</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hiện</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sớm</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cô</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lập</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ứng</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dụng</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nghi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ngờ</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chặn</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kết</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nối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độc</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hại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và</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giảm</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thiệt</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hại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khi</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có</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sự</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cố</a:t>
                      </a:r>
                      <a:r>
                        <a:rPr lang="en-US" sz="1050" dirty="0">
                          <a:solidFill>
                            <a:schemeClr val="bg1"/>
                          </a:solidFill>
                          <a:latin typeface="Barlow" panose="00000500000000000000" pitchFamily="2" charset="0"/>
                        </a:rPr>
                        <a:t>.</a:t>
                      </a:r>
                      <a:endParaRPr sz="1050" dirty="0">
                        <a:solidFill>
                          <a:schemeClr val="bg1"/>
                        </a:solidFill>
                        <a:latin typeface="Barlow" panose="00000500000000000000" pitchFamily="2" charset="0"/>
                        <a:ea typeface="Barlow"/>
                        <a:cs typeface="Barlow"/>
                        <a:sym typeface="Barlow"/>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466441">
                <a:tc>
                  <a:txBody>
                    <a:bodyPr/>
                    <a:lstStyle/>
                    <a:p>
                      <a:pPr marL="0" lvl="0" indent="0" algn="l" rtl="0">
                        <a:spcBef>
                          <a:spcPts val="0"/>
                        </a:spcBef>
                        <a:spcAft>
                          <a:spcPts val="0"/>
                        </a:spcAft>
                        <a:buNone/>
                      </a:pPr>
                      <a:r>
                        <a:rPr lang="en-US" sz="1100" b="1" dirty="0">
                          <a:solidFill>
                            <a:schemeClr val="bg1"/>
                          </a:solidFill>
                          <a:latin typeface="Source Code Pro Medium" panose="020B0509030403020204" pitchFamily="49" charset="0"/>
                          <a:ea typeface="Source Code Pro Medium" panose="020B0509030403020204" pitchFamily="49" charset="0"/>
                        </a:rPr>
                        <a:t>Build Trust</a:t>
                      </a:r>
                      <a:endParaRPr sz="1100" b="1" u="sng" dirty="0">
                        <a:solidFill>
                          <a:schemeClr val="bg1"/>
                        </a:solidFill>
                        <a:latin typeface="Source Code Pro Medium" panose="020B0509030403020204" pitchFamily="49" charset="0"/>
                        <a:ea typeface="Source Code Pro Medium" panose="020B0509030403020204" pitchFamily="49" charset="0"/>
                        <a:cs typeface="Source Code Pro SemiBold"/>
                        <a:sym typeface="Source Code Pro SemiBold"/>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1600"/>
                        </a:spcAft>
                        <a:buNone/>
                      </a:pPr>
                      <a:r>
                        <a:rPr lang="vi-VN" sz="1050" dirty="0">
                          <a:solidFill>
                            <a:schemeClr val="bg1"/>
                          </a:solidFill>
                          <a:latin typeface="Barlow" panose="00000500000000000000" pitchFamily="2" charset="0"/>
                          <a:ea typeface="Source Code Pro Medium" panose="020B0509030403020204" pitchFamily="49" charset="0"/>
                        </a:rPr>
                        <a:t>Tăng uy tín tổ chức bằng cách thể hiện cam kết bảo vệ dữ liệu người dùng.</a:t>
                      </a:r>
                      <a:endParaRPr sz="1050" dirty="0">
                        <a:solidFill>
                          <a:schemeClr val="bg1"/>
                        </a:solidFill>
                        <a:latin typeface="Barlow" panose="00000500000000000000" pitchFamily="2" charset="0"/>
                        <a:ea typeface="Source Code Pro Medium" panose="020B0509030403020204" pitchFamily="49" charset="0"/>
                        <a:cs typeface="Barlow"/>
                        <a:sym typeface="Barlow"/>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762598">
                <a:tc>
                  <a:txBody>
                    <a:bodyPr/>
                    <a:lstStyle/>
                    <a:p>
                      <a:pPr marL="0" lvl="0" indent="0" algn="l" rtl="0">
                        <a:spcBef>
                          <a:spcPts val="0"/>
                        </a:spcBef>
                        <a:spcAft>
                          <a:spcPts val="0"/>
                        </a:spcAft>
                        <a:buNone/>
                      </a:pPr>
                      <a:r>
                        <a:rPr lang="en-US" sz="1100" b="1" dirty="0">
                          <a:solidFill>
                            <a:schemeClr val="bg1"/>
                          </a:solidFill>
                          <a:latin typeface="Source Code Pro Medium" panose="020B0509030403020204" pitchFamily="49" charset="0"/>
                          <a:ea typeface="Source Code Pro Medium" panose="020B0509030403020204" pitchFamily="49" charset="0"/>
                        </a:rPr>
                        <a:t>Support BYOD</a:t>
                      </a:r>
                      <a:endParaRPr sz="1100" b="1" dirty="0">
                        <a:solidFill>
                          <a:schemeClr val="bg1"/>
                        </a:solidFill>
                        <a:latin typeface="Source Code Pro Medium" panose="020B0509030403020204" pitchFamily="49" charset="0"/>
                        <a:ea typeface="Source Code Pro Medium" panose="020B0509030403020204" pitchFamily="49" charset="0"/>
                        <a:cs typeface="Source Code Pro SemiBold"/>
                        <a:sym typeface="Source Code Pro SemiBold"/>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1600"/>
                        </a:spcAft>
                        <a:buNone/>
                      </a:pPr>
                      <a:r>
                        <a:rPr lang="en-US" sz="1050" dirty="0" err="1">
                          <a:solidFill>
                            <a:schemeClr val="bg1"/>
                          </a:solidFill>
                          <a:latin typeface="Barlow" panose="00000500000000000000" pitchFamily="2" charset="0"/>
                        </a:rPr>
                        <a:t>Hỗ</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trợ</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làm</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việc</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từ</a:t>
                      </a:r>
                      <a:r>
                        <a:rPr lang="en-US" sz="1050" dirty="0">
                          <a:solidFill>
                            <a:schemeClr val="bg1"/>
                          </a:solidFill>
                          <a:latin typeface="Barlow" panose="00000500000000000000" pitchFamily="2" charset="0"/>
                        </a:rPr>
                        <a:t> xa </a:t>
                      </a:r>
                      <a:r>
                        <a:rPr lang="en-US" sz="1050" dirty="0" err="1">
                          <a:solidFill>
                            <a:schemeClr val="bg1"/>
                          </a:solidFill>
                          <a:latin typeface="Barlow" panose="00000500000000000000" pitchFamily="2" charset="0"/>
                        </a:rPr>
                        <a:t>và</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thiết</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bị</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cá</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nhân</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thông</a:t>
                      </a:r>
                      <a:r>
                        <a:rPr lang="en-US" sz="1050" dirty="0">
                          <a:solidFill>
                            <a:schemeClr val="bg1"/>
                          </a:solidFill>
                          <a:latin typeface="Barlow" panose="00000500000000000000" pitchFamily="2" charset="0"/>
                        </a:rPr>
                        <a:t> qua </a:t>
                      </a:r>
                      <a:r>
                        <a:rPr lang="en-US" sz="1050" dirty="0" err="1">
                          <a:solidFill>
                            <a:schemeClr val="bg1"/>
                          </a:solidFill>
                          <a:latin typeface="Barlow" panose="00000500000000000000" pitchFamily="2" charset="0"/>
                        </a:rPr>
                        <a:t>mã</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hóa</a:t>
                      </a:r>
                      <a:r>
                        <a:rPr lang="en-US" sz="1050" dirty="0">
                          <a:solidFill>
                            <a:schemeClr val="bg1"/>
                          </a:solidFill>
                          <a:latin typeface="Barlow" panose="00000500000000000000" pitchFamily="2" charset="0"/>
                        </a:rPr>
                        <a:t>, MFA, MDM </a:t>
                      </a:r>
                      <a:r>
                        <a:rPr lang="en-US" sz="1050" dirty="0" err="1">
                          <a:solidFill>
                            <a:schemeClr val="bg1"/>
                          </a:solidFill>
                          <a:latin typeface="Barlow" panose="00000500000000000000" pitchFamily="2" charset="0"/>
                        </a:rPr>
                        <a:t>và</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chính</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sách</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truy</a:t>
                      </a:r>
                      <a:r>
                        <a:rPr lang="en-US" sz="1050" dirty="0">
                          <a:solidFill>
                            <a:schemeClr val="bg1"/>
                          </a:solidFill>
                          <a:latin typeface="Barlow" panose="00000500000000000000" pitchFamily="2" charset="0"/>
                        </a:rPr>
                        <a:t> </a:t>
                      </a:r>
                      <a:r>
                        <a:rPr lang="en-US" sz="1050" dirty="0" err="1">
                          <a:solidFill>
                            <a:schemeClr val="bg1"/>
                          </a:solidFill>
                          <a:latin typeface="Barlow" panose="00000500000000000000" pitchFamily="2" charset="0"/>
                        </a:rPr>
                        <a:t>cập</a:t>
                      </a:r>
                      <a:r>
                        <a:rPr lang="en-US" sz="1050" dirty="0">
                          <a:solidFill>
                            <a:schemeClr val="bg1"/>
                          </a:solidFill>
                          <a:latin typeface="Barlow" panose="00000500000000000000" pitchFamily="2" charset="0"/>
                        </a:rPr>
                        <a:t>.</a:t>
                      </a:r>
                      <a:endParaRPr sz="1050" dirty="0">
                        <a:solidFill>
                          <a:schemeClr val="bg1"/>
                        </a:solidFill>
                        <a:latin typeface="Barlow" panose="00000500000000000000" pitchFamily="2" charset="0"/>
                        <a:ea typeface="Barlow"/>
                        <a:cs typeface="Barlow"/>
                        <a:sym typeface="Barlow"/>
                      </a:endParaRPr>
                    </a:p>
                  </a:txBody>
                  <a:tcPr marL="91425" marR="91425" marT="0" marB="0"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49140" name="Google Shape;49140;p40"/>
          <p:cNvSpPr txBox="1"/>
          <p:nvPr/>
        </p:nvSpPr>
        <p:spPr>
          <a:xfrm>
            <a:off x="1003050" y="1215300"/>
            <a:ext cx="7137900" cy="354000"/>
          </a:xfrm>
          <a:prstGeom prst="rect">
            <a:avLst/>
          </a:prstGeom>
          <a:noFill/>
          <a:ln>
            <a:noFill/>
          </a:ln>
        </p:spPr>
        <p:txBody>
          <a:bodyPr spcFirstLastPara="1" wrap="square" lIns="91425" tIns="91425" rIns="0" bIns="91425" anchor="t" anchorCtr="0">
            <a:noAutofit/>
          </a:bodyPr>
          <a:lstStyle/>
          <a:p>
            <a:pPr lvl="0" algn="ctr"/>
            <a:r>
              <a:rPr lang="en-US" sz="1200" dirty="0">
                <a:solidFill>
                  <a:schemeClr val="bg1"/>
                </a:solidFill>
                <a:latin typeface="Barlow" panose="00000500000000000000" pitchFamily="2" charset="0"/>
              </a:rPr>
              <a:t>Mobile Security </a:t>
            </a:r>
            <a:r>
              <a:rPr lang="en-US" sz="1200" dirty="0" err="1">
                <a:solidFill>
                  <a:schemeClr val="bg1"/>
                </a:solidFill>
                <a:latin typeface="Barlow" panose="00000500000000000000" pitchFamily="2" charset="0"/>
              </a:rPr>
              <a:t>không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chỉ</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giúp</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phòng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chống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tấn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công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mà</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còn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tạo</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giá</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trị</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lâu</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dài</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cho</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cá</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nhân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và</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tổ</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chức</a:t>
            </a:r>
            <a:r>
              <a:rPr lang="en-US" sz="1200" dirty="0">
                <a:solidFill>
                  <a:schemeClr val="bg1"/>
                </a:solidFill>
                <a:latin typeface="Barlow" panose="00000500000000000000" pitchFamily="2" charset="0"/>
              </a:rPr>
              <a:t>.</a:t>
            </a:r>
            <a:endParaRPr sz="1200" b="1" dirty="0">
              <a:solidFill>
                <a:schemeClr val="bg1"/>
              </a:solidFill>
              <a:latin typeface="Barlow" panose="00000500000000000000" pitchFamily="2" charset="0"/>
              <a:ea typeface="Barlow"/>
              <a:cs typeface="Barlow"/>
              <a:sym typeface="Barlow"/>
            </a:endParaRPr>
          </a:p>
        </p:txBody>
      </p:sp>
      <p:sp>
        <p:nvSpPr>
          <p:cNvPr id="49143" name="Google Shape;49143;p40"/>
          <p:cNvSpPr/>
          <p:nvPr/>
        </p:nvSpPr>
        <p:spPr>
          <a:xfrm flipH="1">
            <a:off x="7610159" y="1803312"/>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44" name="Google Shape;49144;p40"/>
          <p:cNvSpPr/>
          <p:nvPr/>
        </p:nvSpPr>
        <p:spPr>
          <a:xfrm>
            <a:off x="1077490" y="1803312"/>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45" name="Google Shape;49145;p40"/>
          <p:cNvSpPr/>
          <p:nvPr/>
        </p:nvSpPr>
        <p:spPr>
          <a:xfrm rot="10800000">
            <a:off x="7618392" y="3839038"/>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46" name="Google Shape;49146;p40"/>
          <p:cNvSpPr/>
          <p:nvPr/>
        </p:nvSpPr>
        <p:spPr>
          <a:xfrm rot="10800000" flipH="1">
            <a:off x="1112041" y="3839038"/>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9948"/>
        <p:cNvGrpSpPr/>
        <p:nvPr/>
      </p:nvGrpSpPr>
      <p:grpSpPr>
        <a:xfrm>
          <a:off x="0" y="0"/>
          <a:ext cx="0" cy="0"/>
          <a:chOff x="0" y="0"/>
          <a:chExt cx="0" cy="0"/>
        </a:xfrm>
      </p:grpSpPr>
      <p:sp>
        <p:nvSpPr>
          <p:cNvPr id="49949" name="Google Shape;49949;p52"/>
          <p:cNvSpPr txBox="1">
            <a:spLocks noGrp="1"/>
          </p:cNvSpPr>
          <p:nvPr>
            <p:ph type="title"/>
          </p:nvPr>
        </p:nvSpPr>
        <p:spPr>
          <a:xfrm>
            <a:off x="713225" y="520925"/>
            <a:ext cx="7717500" cy="564600"/>
          </a:xfrm>
          <a:prstGeom prst="rect">
            <a:avLst/>
          </a:prstGeom>
        </p:spPr>
        <p:txBody>
          <a:bodyPr spcFirstLastPara="1" wrap="square" lIns="91425" tIns="91425" rIns="91425" bIns="91425" anchor="t" anchorCtr="0">
            <a:noAutofit/>
          </a:bodyPr>
          <a:lstStyle/>
          <a:p>
            <a:pPr lvl="0"/>
            <a:r>
              <a:rPr lang="en-US" b="1" dirty="0">
                <a:solidFill>
                  <a:schemeClr val="bg2"/>
                </a:solidFill>
              </a:rPr>
              <a:t>CÁC BIỆN PHÁP BẢO MẬT</a:t>
            </a:r>
            <a:endParaRPr lang="en-US" dirty="0">
              <a:solidFill>
                <a:schemeClr val="bg2"/>
              </a:solidFill>
            </a:endParaRPr>
          </a:p>
        </p:txBody>
      </p:sp>
      <p:sp>
        <p:nvSpPr>
          <p:cNvPr id="49951" name="Google Shape;49951;p52"/>
          <p:cNvSpPr txBox="1">
            <a:spLocks noGrp="1"/>
          </p:cNvSpPr>
          <p:nvPr>
            <p:ph type="subTitle" idx="2"/>
          </p:nvPr>
        </p:nvSpPr>
        <p:spPr>
          <a:xfrm>
            <a:off x="1845521" y="1645460"/>
            <a:ext cx="2843350" cy="554100"/>
          </a:xfrm>
          <a:prstGeom prst="rect">
            <a:avLst/>
          </a:prstGeom>
        </p:spPr>
        <p:txBody>
          <a:bodyPr spcFirstLastPara="1" wrap="square" lIns="91425" tIns="91425" rIns="91425" bIns="91425" anchor="b" anchorCtr="0">
            <a:noAutofit/>
          </a:bodyPr>
          <a:lstStyle/>
          <a:p>
            <a:pPr marL="0" lvl="0" indent="0"/>
            <a:r>
              <a:rPr lang="en-US" dirty="0"/>
              <a:t>Strong Authentication</a:t>
            </a:r>
            <a:endParaRPr dirty="0"/>
          </a:p>
        </p:txBody>
      </p:sp>
      <p:sp>
        <p:nvSpPr>
          <p:cNvPr id="49953" name="Google Shape;49953;p52"/>
          <p:cNvSpPr txBox="1">
            <a:spLocks noGrp="1"/>
          </p:cNvSpPr>
          <p:nvPr>
            <p:ph type="subTitle" idx="4"/>
          </p:nvPr>
        </p:nvSpPr>
        <p:spPr>
          <a:xfrm>
            <a:off x="1862058" y="3828707"/>
            <a:ext cx="3130372" cy="554100"/>
          </a:xfrm>
          <a:prstGeom prst="rect">
            <a:avLst/>
          </a:prstGeom>
        </p:spPr>
        <p:txBody>
          <a:bodyPr spcFirstLastPara="1" wrap="square" lIns="91425" tIns="91425" rIns="91425" bIns="91425" anchor="b" anchorCtr="0">
            <a:noAutofit/>
          </a:bodyPr>
          <a:lstStyle/>
          <a:p>
            <a:pPr marL="0" lvl="0" indent="0"/>
            <a:r>
              <a:rPr lang="en-US" dirty="0"/>
              <a:t>Remote Security</a:t>
            </a:r>
            <a:endParaRPr dirty="0"/>
          </a:p>
        </p:txBody>
      </p:sp>
      <p:sp>
        <p:nvSpPr>
          <p:cNvPr id="49955" name="Google Shape;49955;p52"/>
          <p:cNvSpPr txBox="1">
            <a:spLocks noGrp="1"/>
          </p:cNvSpPr>
          <p:nvPr>
            <p:ph type="subTitle" idx="6"/>
          </p:nvPr>
        </p:nvSpPr>
        <p:spPr>
          <a:xfrm>
            <a:off x="1827453" y="2690069"/>
            <a:ext cx="2427300" cy="554100"/>
          </a:xfrm>
          <a:prstGeom prst="rect">
            <a:avLst/>
          </a:prstGeom>
        </p:spPr>
        <p:txBody>
          <a:bodyPr spcFirstLastPara="1" wrap="square" lIns="91425" tIns="91425" rIns="91425" bIns="91425" anchor="b" anchorCtr="0">
            <a:noAutofit/>
          </a:bodyPr>
          <a:lstStyle/>
          <a:p>
            <a:pPr marL="0" lvl="0" indent="0"/>
            <a:r>
              <a:rPr lang="en-US" dirty="0"/>
              <a:t>App Safety</a:t>
            </a:r>
            <a:endParaRPr dirty="0"/>
          </a:p>
        </p:txBody>
      </p:sp>
      <p:sp>
        <p:nvSpPr>
          <p:cNvPr id="49957" name="Google Shape;49957;p52"/>
          <p:cNvSpPr txBox="1">
            <a:spLocks noGrp="1"/>
          </p:cNvSpPr>
          <p:nvPr>
            <p:ph type="subTitle" idx="8"/>
          </p:nvPr>
        </p:nvSpPr>
        <p:spPr>
          <a:xfrm>
            <a:off x="5969807" y="1519079"/>
            <a:ext cx="2966105" cy="554100"/>
          </a:xfrm>
          <a:prstGeom prst="rect">
            <a:avLst/>
          </a:prstGeom>
        </p:spPr>
        <p:txBody>
          <a:bodyPr spcFirstLastPara="1" wrap="square" lIns="91425" tIns="91425" rIns="91425" bIns="91425" anchor="b" anchorCtr="0">
            <a:noAutofit/>
          </a:bodyPr>
          <a:lstStyle/>
          <a:p>
            <a:pPr marL="0" lvl="0" indent="0"/>
            <a:r>
              <a:rPr lang="en-US" dirty="0"/>
              <a:t>Update &amp; Patch</a:t>
            </a:r>
            <a:endParaRPr dirty="0"/>
          </a:p>
        </p:txBody>
      </p:sp>
      <p:sp>
        <p:nvSpPr>
          <p:cNvPr id="49959" name="Google Shape;49959;p52"/>
          <p:cNvSpPr txBox="1">
            <a:spLocks noGrp="1"/>
          </p:cNvSpPr>
          <p:nvPr>
            <p:ph type="subTitle" idx="13"/>
          </p:nvPr>
        </p:nvSpPr>
        <p:spPr>
          <a:xfrm>
            <a:off x="5926452" y="3799637"/>
            <a:ext cx="2427300" cy="554100"/>
          </a:xfrm>
          <a:prstGeom prst="rect">
            <a:avLst/>
          </a:prstGeom>
        </p:spPr>
        <p:txBody>
          <a:bodyPr spcFirstLastPara="1" wrap="square" lIns="91425" tIns="91425" rIns="91425" bIns="91425" anchor="b" anchorCtr="0">
            <a:noAutofit/>
          </a:bodyPr>
          <a:lstStyle/>
          <a:p>
            <a:pPr marL="0" lvl="0" indent="0"/>
            <a:r>
              <a:rPr lang="en-US" dirty="0"/>
              <a:t>Backup &amp; MDM</a:t>
            </a:r>
            <a:endParaRPr dirty="0"/>
          </a:p>
        </p:txBody>
      </p:sp>
      <p:sp>
        <p:nvSpPr>
          <p:cNvPr id="49961" name="Google Shape;49961;p52"/>
          <p:cNvSpPr txBox="1">
            <a:spLocks noGrp="1"/>
          </p:cNvSpPr>
          <p:nvPr>
            <p:ph type="subTitle" idx="15"/>
          </p:nvPr>
        </p:nvSpPr>
        <p:spPr>
          <a:xfrm>
            <a:off x="6117654" y="2818495"/>
            <a:ext cx="2890658" cy="554100"/>
          </a:xfrm>
          <a:prstGeom prst="rect">
            <a:avLst/>
          </a:prstGeom>
        </p:spPr>
        <p:txBody>
          <a:bodyPr spcFirstLastPara="1" wrap="square" lIns="91425" tIns="91425" rIns="91425" bIns="91425" anchor="b" anchorCtr="0">
            <a:noAutofit/>
          </a:bodyPr>
          <a:lstStyle/>
          <a:p>
            <a:pPr marL="0" lvl="0" indent="0"/>
            <a:r>
              <a:rPr lang="en-US" dirty="0"/>
              <a:t>Network Protection</a:t>
            </a:r>
            <a:endParaRPr dirty="0"/>
          </a:p>
        </p:txBody>
      </p:sp>
      <p:grpSp>
        <p:nvGrpSpPr>
          <p:cNvPr id="49962" name="Google Shape;49962;p52"/>
          <p:cNvGrpSpPr/>
          <p:nvPr/>
        </p:nvGrpSpPr>
        <p:grpSpPr>
          <a:xfrm>
            <a:off x="1010855" y="1458914"/>
            <a:ext cx="720745" cy="698420"/>
            <a:chOff x="3620597" y="1738568"/>
            <a:chExt cx="932761" cy="903870"/>
          </a:xfrm>
        </p:grpSpPr>
        <p:grpSp>
          <p:nvGrpSpPr>
            <p:cNvPr id="49963" name="Google Shape;49963;p52"/>
            <p:cNvGrpSpPr/>
            <p:nvPr/>
          </p:nvGrpSpPr>
          <p:grpSpPr>
            <a:xfrm>
              <a:off x="3620597" y="1738586"/>
              <a:ext cx="932690" cy="903852"/>
              <a:chOff x="1954207" y="514898"/>
              <a:chExt cx="1032308" cy="1000500"/>
            </a:xfrm>
          </p:grpSpPr>
          <p:sp>
            <p:nvSpPr>
              <p:cNvPr id="49964" name="Google Shape;49964;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5" name="Google Shape;49965;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6" name="Google Shape;49966;p52"/>
            <p:cNvGrpSpPr/>
            <p:nvPr/>
          </p:nvGrpSpPr>
          <p:grpSpPr>
            <a:xfrm>
              <a:off x="3620817" y="1738568"/>
              <a:ext cx="932541" cy="903851"/>
              <a:chOff x="4056003" y="764391"/>
              <a:chExt cx="1032143" cy="1000499"/>
            </a:xfrm>
          </p:grpSpPr>
          <p:sp>
            <p:nvSpPr>
              <p:cNvPr id="49967" name="Google Shape;49967;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68" name="Google Shape;49968;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69" name="Google Shape;49969;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0" name="Google Shape;49970;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71" name="Google Shape;49971;p52"/>
          <p:cNvGrpSpPr/>
          <p:nvPr/>
        </p:nvGrpSpPr>
        <p:grpSpPr>
          <a:xfrm>
            <a:off x="5108280" y="1458914"/>
            <a:ext cx="720745" cy="698420"/>
            <a:chOff x="3620597" y="1738568"/>
            <a:chExt cx="932761" cy="903870"/>
          </a:xfrm>
        </p:grpSpPr>
        <p:grpSp>
          <p:nvGrpSpPr>
            <p:cNvPr id="49972" name="Google Shape;49972;p52"/>
            <p:cNvGrpSpPr/>
            <p:nvPr/>
          </p:nvGrpSpPr>
          <p:grpSpPr>
            <a:xfrm>
              <a:off x="3620597" y="1738586"/>
              <a:ext cx="932690" cy="903852"/>
              <a:chOff x="1954207" y="514898"/>
              <a:chExt cx="1032308" cy="1000500"/>
            </a:xfrm>
          </p:grpSpPr>
          <p:sp>
            <p:nvSpPr>
              <p:cNvPr id="49973" name="Google Shape;49973;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4" name="Google Shape;49974;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75" name="Google Shape;49975;p52"/>
            <p:cNvGrpSpPr/>
            <p:nvPr/>
          </p:nvGrpSpPr>
          <p:grpSpPr>
            <a:xfrm>
              <a:off x="3620817" y="1738568"/>
              <a:ext cx="932541" cy="903851"/>
              <a:chOff x="4056003" y="764391"/>
              <a:chExt cx="1032143" cy="1000499"/>
            </a:xfrm>
          </p:grpSpPr>
          <p:sp>
            <p:nvSpPr>
              <p:cNvPr id="49976" name="Google Shape;49976;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7" name="Google Shape;49977;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8" name="Google Shape;49978;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9" name="Google Shape;49979;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80" name="Google Shape;49980;p52"/>
          <p:cNvGrpSpPr/>
          <p:nvPr/>
        </p:nvGrpSpPr>
        <p:grpSpPr>
          <a:xfrm>
            <a:off x="1010855" y="3736189"/>
            <a:ext cx="720745" cy="698420"/>
            <a:chOff x="3620597" y="1738568"/>
            <a:chExt cx="932761" cy="903870"/>
          </a:xfrm>
        </p:grpSpPr>
        <p:grpSp>
          <p:nvGrpSpPr>
            <p:cNvPr id="49981" name="Google Shape;49981;p52"/>
            <p:cNvGrpSpPr/>
            <p:nvPr/>
          </p:nvGrpSpPr>
          <p:grpSpPr>
            <a:xfrm>
              <a:off x="3620597" y="1738586"/>
              <a:ext cx="932690" cy="903852"/>
              <a:chOff x="1954207" y="514898"/>
              <a:chExt cx="1032308" cy="1000500"/>
            </a:xfrm>
          </p:grpSpPr>
          <p:sp>
            <p:nvSpPr>
              <p:cNvPr id="49982" name="Google Shape;49982;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3" name="Google Shape;49983;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4" name="Google Shape;49984;p52"/>
            <p:cNvGrpSpPr/>
            <p:nvPr/>
          </p:nvGrpSpPr>
          <p:grpSpPr>
            <a:xfrm>
              <a:off x="3620817" y="1738568"/>
              <a:ext cx="932541" cy="903851"/>
              <a:chOff x="4056003" y="764391"/>
              <a:chExt cx="1032143" cy="1000499"/>
            </a:xfrm>
          </p:grpSpPr>
          <p:sp>
            <p:nvSpPr>
              <p:cNvPr id="49985" name="Google Shape;49985;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6" name="Google Shape;49986;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7" name="Google Shape;49987;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8" name="Google Shape;49988;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89" name="Google Shape;49989;p52"/>
          <p:cNvGrpSpPr/>
          <p:nvPr/>
        </p:nvGrpSpPr>
        <p:grpSpPr>
          <a:xfrm>
            <a:off x="5108280" y="3736189"/>
            <a:ext cx="720745" cy="698420"/>
            <a:chOff x="3620597" y="1738568"/>
            <a:chExt cx="932761" cy="903870"/>
          </a:xfrm>
        </p:grpSpPr>
        <p:grpSp>
          <p:nvGrpSpPr>
            <p:cNvPr id="49990" name="Google Shape;49990;p52"/>
            <p:cNvGrpSpPr/>
            <p:nvPr/>
          </p:nvGrpSpPr>
          <p:grpSpPr>
            <a:xfrm>
              <a:off x="3620597" y="1738586"/>
              <a:ext cx="932690" cy="903852"/>
              <a:chOff x="1954207" y="514898"/>
              <a:chExt cx="1032308" cy="1000500"/>
            </a:xfrm>
          </p:grpSpPr>
          <p:sp>
            <p:nvSpPr>
              <p:cNvPr id="49991" name="Google Shape;49991;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2" name="Google Shape;49992;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93" name="Google Shape;49993;p52"/>
            <p:cNvGrpSpPr/>
            <p:nvPr/>
          </p:nvGrpSpPr>
          <p:grpSpPr>
            <a:xfrm>
              <a:off x="3620817" y="1738568"/>
              <a:ext cx="932541" cy="903851"/>
              <a:chOff x="4056003" y="764391"/>
              <a:chExt cx="1032143" cy="1000499"/>
            </a:xfrm>
          </p:grpSpPr>
          <p:sp>
            <p:nvSpPr>
              <p:cNvPr id="49994" name="Google Shape;49994;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95" name="Google Shape;49995;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96" name="Google Shape;49996;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97" name="Google Shape;49997;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98" name="Google Shape;49998;p52"/>
          <p:cNvGrpSpPr/>
          <p:nvPr/>
        </p:nvGrpSpPr>
        <p:grpSpPr>
          <a:xfrm>
            <a:off x="1010855" y="2597551"/>
            <a:ext cx="720745" cy="698420"/>
            <a:chOff x="3620597" y="1738568"/>
            <a:chExt cx="932761" cy="903870"/>
          </a:xfrm>
        </p:grpSpPr>
        <p:grpSp>
          <p:nvGrpSpPr>
            <p:cNvPr id="49999" name="Google Shape;49999;p52"/>
            <p:cNvGrpSpPr/>
            <p:nvPr/>
          </p:nvGrpSpPr>
          <p:grpSpPr>
            <a:xfrm>
              <a:off x="3620597" y="1738586"/>
              <a:ext cx="932690" cy="903852"/>
              <a:chOff x="1954207" y="514898"/>
              <a:chExt cx="1032308" cy="1000500"/>
            </a:xfrm>
          </p:grpSpPr>
          <p:sp>
            <p:nvSpPr>
              <p:cNvPr id="50000" name="Google Shape;50000;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1" name="Google Shape;50001;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2" name="Google Shape;50002;p52"/>
            <p:cNvGrpSpPr/>
            <p:nvPr/>
          </p:nvGrpSpPr>
          <p:grpSpPr>
            <a:xfrm>
              <a:off x="3620817" y="1738568"/>
              <a:ext cx="932541" cy="903851"/>
              <a:chOff x="4056003" y="764391"/>
              <a:chExt cx="1032143" cy="1000499"/>
            </a:xfrm>
          </p:grpSpPr>
          <p:sp>
            <p:nvSpPr>
              <p:cNvPr id="50003" name="Google Shape;50003;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4" name="Google Shape;50004;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5" name="Google Shape;50005;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6" name="Google Shape;50006;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50007" name="Google Shape;50007;p52"/>
          <p:cNvGrpSpPr/>
          <p:nvPr/>
        </p:nvGrpSpPr>
        <p:grpSpPr>
          <a:xfrm>
            <a:off x="5108280" y="2597551"/>
            <a:ext cx="720745" cy="698420"/>
            <a:chOff x="3620597" y="1738568"/>
            <a:chExt cx="932761" cy="903870"/>
          </a:xfrm>
        </p:grpSpPr>
        <p:grpSp>
          <p:nvGrpSpPr>
            <p:cNvPr id="50008" name="Google Shape;50008;p52"/>
            <p:cNvGrpSpPr/>
            <p:nvPr/>
          </p:nvGrpSpPr>
          <p:grpSpPr>
            <a:xfrm>
              <a:off x="3620597" y="1738586"/>
              <a:ext cx="932690" cy="903852"/>
              <a:chOff x="1954207" y="514898"/>
              <a:chExt cx="1032308" cy="1000500"/>
            </a:xfrm>
          </p:grpSpPr>
          <p:sp>
            <p:nvSpPr>
              <p:cNvPr id="50009" name="Google Shape;50009;p52"/>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0" name="Google Shape;50010;p52"/>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1" name="Google Shape;50011;p52"/>
            <p:cNvGrpSpPr/>
            <p:nvPr/>
          </p:nvGrpSpPr>
          <p:grpSpPr>
            <a:xfrm>
              <a:off x="3620817" y="1738568"/>
              <a:ext cx="932541" cy="903851"/>
              <a:chOff x="4056003" y="764391"/>
              <a:chExt cx="1032143" cy="1000499"/>
            </a:xfrm>
          </p:grpSpPr>
          <p:sp>
            <p:nvSpPr>
              <p:cNvPr id="50012" name="Google Shape;50012;p52"/>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3" name="Google Shape;50013;p52"/>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4" name="Google Shape;50014;p52"/>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5" name="Google Shape;50015;p52"/>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50016" name="Google Shape;50016;p52"/>
          <p:cNvGrpSpPr/>
          <p:nvPr/>
        </p:nvGrpSpPr>
        <p:grpSpPr>
          <a:xfrm>
            <a:off x="5283502" y="1623201"/>
            <a:ext cx="370290" cy="369845"/>
            <a:chOff x="2645309" y="1623840"/>
            <a:chExt cx="388796" cy="388330"/>
          </a:xfrm>
        </p:grpSpPr>
        <p:sp>
          <p:nvSpPr>
            <p:cNvPr id="50017" name="Google Shape;50017;p52"/>
            <p:cNvSpPr/>
            <p:nvPr/>
          </p:nvSpPr>
          <p:spPr>
            <a:xfrm>
              <a:off x="2851072" y="1761836"/>
              <a:ext cx="35130" cy="112317"/>
            </a:xfrm>
            <a:custGeom>
              <a:avLst/>
              <a:gdLst/>
              <a:ahLst/>
              <a:cxnLst/>
              <a:rect l="l" t="t" r="r" b="b"/>
              <a:pathLst>
                <a:path w="1646" h="5262" extrusionOk="0">
                  <a:moveTo>
                    <a:pt x="0" y="1"/>
                  </a:moveTo>
                  <a:lnTo>
                    <a:pt x="0" y="5262"/>
                  </a:lnTo>
                  <a:cubicBezTo>
                    <a:pt x="951" y="5030"/>
                    <a:pt x="1646" y="4172"/>
                    <a:pt x="1646" y="3176"/>
                  </a:cubicBezTo>
                  <a:lnTo>
                    <a:pt x="1646" y="2110"/>
                  </a:lnTo>
                  <a:cubicBezTo>
                    <a:pt x="1646" y="1090"/>
                    <a:pt x="951" y="23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8" name="Google Shape;50018;p52"/>
            <p:cNvSpPr/>
            <p:nvPr/>
          </p:nvSpPr>
          <p:spPr>
            <a:xfrm>
              <a:off x="2793704" y="1761836"/>
              <a:ext cx="34639" cy="112317"/>
            </a:xfrm>
            <a:custGeom>
              <a:avLst/>
              <a:gdLst/>
              <a:ahLst/>
              <a:cxnLst/>
              <a:rect l="l" t="t" r="r" b="b"/>
              <a:pathLst>
                <a:path w="1623" h="5262" extrusionOk="0">
                  <a:moveTo>
                    <a:pt x="1622" y="1"/>
                  </a:moveTo>
                  <a:cubicBezTo>
                    <a:pt x="695" y="233"/>
                    <a:pt x="0" y="1090"/>
                    <a:pt x="0" y="2110"/>
                  </a:cubicBezTo>
                  <a:lnTo>
                    <a:pt x="0" y="3176"/>
                  </a:lnTo>
                  <a:cubicBezTo>
                    <a:pt x="0" y="4172"/>
                    <a:pt x="695" y="5030"/>
                    <a:pt x="1622" y="5262"/>
                  </a:cubicBezTo>
                  <a:lnTo>
                    <a:pt x="16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9" name="Google Shape;50019;p52"/>
            <p:cNvSpPr/>
            <p:nvPr/>
          </p:nvSpPr>
          <p:spPr>
            <a:xfrm>
              <a:off x="2736805" y="1714855"/>
              <a:ext cx="206275" cy="206299"/>
            </a:xfrm>
            <a:custGeom>
              <a:avLst/>
              <a:gdLst/>
              <a:ahLst/>
              <a:cxnLst/>
              <a:rect l="l" t="t" r="r" b="b"/>
              <a:pathLst>
                <a:path w="9665" h="9665" extrusionOk="0">
                  <a:moveTo>
                    <a:pt x="4821" y="1066"/>
                  </a:moveTo>
                  <a:cubicBezTo>
                    <a:pt x="6606" y="1066"/>
                    <a:pt x="8066" y="2526"/>
                    <a:pt x="8066" y="4311"/>
                  </a:cubicBezTo>
                  <a:lnTo>
                    <a:pt x="8066" y="5377"/>
                  </a:lnTo>
                  <a:cubicBezTo>
                    <a:pt x="8066" y="7161"/>
                    <a:pt x="6606" y="8598"/>
                    <a:pt x="4821" y="8598"/>
                  </a:cubicBezTo>
                  <a:cubicBezTo>
                    <a:pt x="3037" y="8598"/>
                    <a:pt x="1600" y="7161"/>
                    <a:pt x="1600" y="5377"/>
                  </a:cubicBezTo>
                  <a:lnTo>
                    <a:pt x="1600" y="4311"/>
                  </a:lnTo>
                  <a:cubicBezTo>
                    <a:pt x="1600" y="2526"/>
                    <a:pt x="3037" y="1066"/>
                    <a:pt x="4821" y="1066"/>
                  </a:cubicBezTo>
                  <a:close/>
                  <a:moveTo>
                    <a:pt x="4821" y="0"/>
                  </a:moveTo>
                  <a:cubicBezTo>
                    <a:pt x="2156" y="0"/>
                    <a:pt x="1" y="2179"/>
                    <a:pt x="1" y="4844"/>
                  </a:cubicBezTo>
                  <a:cubicBezTo>
                    <a:pt x="1" y="7509"/>
                    <a:pt x="2156" y="9664"/>
                    <a:pt x="4821" y="9664"/>
                  </a:cubicBezTo>
                  <a:cubicBezTo>
                    <a:pt x="7486" y="9664"/>
                    <a:pt x="9665" y="7509"/>
                    <a:pt x="9665" y="4844"/>
                  </a:cubicBezTo>
                  <a:cubicBezTo>
                    <a:pt x="9665" y="2179"/>
                    <a:pt x="7486" y="0"/>
                    <a:pt x="4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0" name="Google Shape;50020;p52"/>
            <p:cNvSpPr/>
            <p:nvPr/>
          </p:nvSpPr>
          <p:spPr>
            <a:xfrm>
              <a:off x="2645309" y="1623840"/>
              <a:ext cx="388796" cy="388330"/>
            </a:xfrm>
            <a:custGeom>
              <a:avLst/>
              <a:gdLst/>
              <a:ahLst/>
              <a:cxnLst/>
              <a:rect l="l" t="t" r="r" b="b"/>
              <a:pathLst>
                <a:path w="18217" h="18193" extrusionOk="0">
                  <a:moveTo>
                    <a:pt x="9108" y="3198"/>
                  </a:moveTo>
                  <a:cubicBezTo>
                    <a:pt x="12376" y="3198"/>
                    <a:pt x="15018" y="5840"/>
                    <a:pt x="15018" y="9108"/>
                  </a:cubicBezTo>
                  <a:cubicBezTo>
                    <a:pt x="15018" y="12352"/>
                    <a:pt x="12376" y="14994"/>
                    <a:pt x="9108" y="14994"/>
                  </a:cubicBezTo>
                  <a:cubicBezTo>
                    <a:pt x="5864" y="14994"/>
                    <a:pt x="3222" y="12352"/>
                    <a:pt x="3222" y="9108"/>
                  </a:cubicBezTo>
                  <a:cubicBezTo>
                    <a:pt x="3222" y="5840"/>
                    <a:pt x="5864" y="3198"/>
                    <a:pt x="9108" y="3198"/>
                  </a:cubicBezTo>
                  <a:close/>
                  <a:moveTo>
                    <a:pt x="7092" y="0"/>
                  </a:moveTo>
                  <a:lnTo>
                    <a:pt x="6744" y="1414"/>
                  </a:lnTo>
                  <a:cubicBezTo>
                    <a:pt x="6258" y="1576"/>
                    <a:pt x="5794" y="1761"/>
                    <a:pt x="5354" y="1993"/>
                  </a:cubicBezTo>
                  <a:lnTo>
                    <a:pt x="4102" y="1251"/>
                  </a:lnTo>
                  <a:lnTo>
                    <a:pt x="1252" y="4102"/>
                  </a:lnTo>
                  <a:lnTo>
                    <a:pt x="2017" y="5353"/>
                  </a:lnTo>
                  <a:cubicBezTo>
                    <a:pt x="1785" y="5794"/>
                    <a:pt x="1576" y="6257"/>
                    <a:pt x="1437" y="6744"/>
                  </a:cubicBezTo>
                  <a:lnTo>
                    <a:pt x="0" y="7092"/>
                  </a:lnTo>
                  <a:lnTo>
                    <a:pt x="0" y="11124"/>
                  </a:lnTo>
                  <a:lnTo>
                    <a:pt x="1437" y="11472"/>
                  </a:lnTo>
                  <a:cubicBezTo>
                    <a:pt x="1576" y="11958"/>
                    <a:pt x="1785" y="12399"/>
                    <a:pt x="2017" y="12862"/>
                  </a:cubicBezTo>
                  <a:lnTo>
                    <a:pt x="1252" y="14114"/>
                  </a:lnTo>
                  <a:lnTo>
                    <a:pt x="4102" y="16964"/>
                  </a:lnTo>
                  <a:lnTo>
                    <a:pt x="5354" y="16199"/>
                  </a:lnTo>
                  <a:cubicBezTo>
                    <a:pt x="5794" y="16431"/>
                    <a:pt x="6258" y="16640"/>
                    <a:pt x="6744" y="16779"/>
                  </a:cubicBezTo>
                  <a:lnTo>
                    <a:pt x="7092" y="18193"/>
                  </a:lnTo>
                  <a:lnTo>
                    <a:pt x="11125" y="18193"/>
                  </a:lnTo>
                  <a:lnTo>
                    <a:pt x="11472" y="16779"/>
                  </a:lnTo>
                  <a:cubicBezTo>
                    <a:pt x="11959" y="16640"/>
                    <a:pt x="12422" y="16431"/>
                    <a:pt x="12863" y="16199"/>
                  </a:cubicBezTo>
                  <a:lnTo>
                    <a:pt x="14114" y="16964"/>
                  </a:lnTo>
                  <a:lnTo>
                    <a:pt x="16965" y="14114"/>
                  </a:lnTo>
                  <a:lnTo>
                    <a:pt x="16200" y="12862"/>
                  </a:lnTo>
                  <a:cubicBezTo>
                    <a:pt x="16455" y="12399"/>
                    <a:pt x="16640" y="11958"/>
                    <a:pt x="16779" y="11472"/>
                  </a:cubicBezTo>
                  <a:lnTo>
                    <a:pt x="18216" y="11124"/>
                  </a:lnTo>
                  <a:lnTo>
                    <a:pt x="18216" y="7092"/>
                  </a:lnTo>
                  <a:lnTo>
                    <a:pt x="16779" y="6744"/>
                  </a:lnTo>
                  <a:cubicBezTo>
                    <a:pt x="16640" y="6257"/>
                    <a:pt x="16455" y="5794"/>
                    <a:pt x="16200" y="5353"/>
                  </a:cubicBezTo>
                  <a:lnTo>
                    <a:pt x="16965" y="4102"/>
                  </a:lnTo>
                  <a:lnTo>
                    <a:pt x="14114" y="1251"/>
                  </a:lnTo>
                  <a:lnTo>
                    <a:pt x="12863" y="1993"/>
                  </a:lnTo>
                  <a:cubicBezTo>
                    <a:pt x="12422" y="1761"/>
                    <a:pt x="11959" y="1576"/>
                    <a:pt x="11472" y="1414"/>
                  </a:cubicBezTo>
                  <a:lnTo>
                    <a:pt x="111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50021" name="Google Shape;50021;p52"/>
          <p:cNvGrpSpPr/>
          <p:nvPr/>
        </p:nvGrpSpPr>
        <p:grpSpPr>
          <a:xfrm>
            <a:off x="5283746" y="2761829"/>
            <a:ext cx="369802" cy="369865"/>
            <a:chOff x="4739030" y="1654492"/>
            <a:chExt cx="388284" cy="388351"/>
          </a:xfrm>
        </p:grpSpPr>
        <p:sp>
          <p:nvSpPr>
            <p:cNvPr id="50022" name="Google Shape;50022;p52"/>
            <p:cNvSpPr/>
            <p:nvPr/>
          </p:nvSpPr>
          <p:spPr>
            <a:xfrm>
              <a:off x="4886912" y="1792018"/>
              <a:ext cx="34639" cy="112808"/>
            </a:xfrm>
            <a:custGeom>
              <a:avLst/>
              <a:gdLst/>
              <a:ahLst/>
              <a:cxnLst/>
              <a:rect l="l" t="t" r="r" b="b"/>
              <a:pathLst>
                <a:path w="1623" h="5285" extrusionOk="0">
                  <a:moveTo>
                    <a:pt x="1623" y="1"/>
                  </a:moveTo>
                  <a:cubicBezTo>
                    <a:pt x="696" y="255"/>
                    <a:pt x="0" y="1090"/>
                    <a:pt x="0" y="2110"/>
                  </a:cubicBezTo>
                  <a:lnTo>
                    <a:pt x="0" y="3176"/>
                  </a:lnTo>
                  <a:cubicBezTo>
                    <a:pt x="0" y="4195"/>
                    <a:pt x="696" y="5030"/>
                    <a:pt x="1623" y="5284"/>
                  </a:cubicBezTo>
                  <a:lnTo>
                    <a:pt x="16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3" name="Google Shape;50023;p52"/>
            <p:cNvSpPr/>
            <p:nvPr/>
          </p:nvSpPr>
          <p:spPr>
            <a:xfrm>
              <a:off x="4944281" y="1792018"/>
              <a:ext cx="35151" cy="112808"/>
            </a:xfrm>
            <a:custGeom>
              <a:avLst/>
              <a:gdLst/>
              <a:ahLst/>
              <a:cxnLst/>
              <a:rect l="l" t="t" r="r" b="b"/>
              <a:pathLst>
                <a:path w="1647" h="5285" extrusionOk="0">
                  <a:moveTo>
                    <a:pt x="1" y="1"/>
                  </a:moveTo>
                  <a:lnTo>
                    <a:pt x="1" y="5284"/>
                  </a:lnTo>
                  <a:cubicBezTo>
                    <a:pt x="951" y="5030"/>
                    <a:pt x="1646" y="4195"/>
                    <a:pt x="1646" y="3176"/>
                  </a:cubicBezTo>
                  <a:lnTo>
                    <a:pt x="1646" y="2110"/>
                  </a:lnTo>
                  <a:cubicBezTo>
                    <a:pt x="1646" y="1090"/>
                    <a:pt x="951" y="25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4" name="Google Shape;50024;p52"/>
            <p:cNvSpPr/>
            <p:nvPr/>
          </p:nvSpPr>
          <p:spPr>
            <a:xfrm>
              <a:off x="4739030" y="1654492"/>
              <a:ext cx="388284" cy="388351"/>
            </a:xfrm>
            <a:custGeom>
              <a:avLst/>
              <a:gdLst/>
              <a:ahLst/>
              <a:cxnLst/>
              <a:rect l="l" t="t" r="r" b="b"/>
              <a:pathLst>
                <a:path w="18193" h="18194" extrusionOk="0">
                  <a:moveTo>
                    <a:pt x="9085" y="5331"/>
                  </a:moveTo>
                  <a:cubicBezTo>
                    <a:pt x="10869" y="5331"/>
                    <a:pt x="12329" y="6768"/>
                    <a:pt x="12329" y="8553"/>
                  </a:cubicBezTo>
                  <a:lnTo>
                    <a:pt x="12329" y="9619"/>
                  </a:lnTo>
                  <a:cubicBezTo>
                    <a:pt x="12329" y="11403"/>
                    <a:pt x="10869" y="12863"/>
                    <a:pt x="9085" y="12863"/>
                  </a:cubicBezTo>
                  <a:cubicBezTo>
                    <a:pt x="7300" y="12863"/>
                    <a:pt x="5863" y="11403"/>
                    <a:pt x="5863" y="9619"/>
                  </a:cubicBezTo>
                  <a:lnTo>
                    <a:pt x="5863" y="8553"/>
                  </a:lnTo>
                  <a:cubicBezTo>
                    <a:pt x="5863" y="6768"/>
                    <a:pt x="7300" y="5331"/>
                    <a:pt x="9085" y="5331"/>
                  </a:cubicBezTo>
                  <a:close/>
                  <a:moveTo>
                    <a:pt x="4264" y="1"/>
                  </a:moveTo>
                  <a:lnTo>
                    <a:pt x="4264" y="3199"/>
                  </a:lnTo>
                  <a:lnTo>
                    <a:pt x="3198" y="3199"/>
                  </a:lnTo>
                  <a:lnTo>
                    <a:pt x="3198" y="4265"/>
                  </a:lnTo>
                  <a:lnTo>
                    <a:pt x="0" y="4265"/>
                  </a:lnTo>
                  <a:lnTo>
                    <a:pt x="0" y="5331"/>
                  </a:lnTo>
                  <a:lnTo>
                    <a:pt x="3198" y="5331"/>
                  </a:lnTo>
                  <a:lnTo>
                    <a:pt x="3198" y="6397"/>
                  </a:lnTo>
                  <a:lnTo>
                    <a:pt x="0" y="6397"/>
                  </a:lnTo>
                  <a:lnTo>
                    <a:pt x="0" y="7463"/>
                  </a:lnTo>
                  <a:lnTo>
                    <a:pt x="3198" y="7463"/>
                  </a:lnTo>
                  <a:lnTo>
                    <a:pt x="3198" y="8553"/>
                  </a:lnTo>
                  <a:lnTo>
                    <a:pt x="0" y="8553"/>
                  </a:lnTo>
                  <a:lnTo>
                    <a:pt x="0" y="9619"/>
                  </a:lnTo>
                  <a:lnTo>
                    <a:pt x="3198" y="9619"/>
                  </a:lnTo>
                  <a:lnTo>
                    <a:pt x="3198" y="10708"/>
                  </a:lnTo>
                  <a:lnTo>
                    <a:pt x="0" y="10708"/>
                  </a:lnTo>
                  <a:lnTo>
                    <a:pt x="0" y="11774"/>
                  </a:lnTo>
                  <a:lnTo>
                    <a:pt x="3198" y="11774"/>
                  </a:lnTo>
                  <a:lnTo>
                    <a:pt x="3198" y="12863"/>
                  </a:lnTo>
                  <a:lnTo>
                    <a:pt x="0" y="12863"/>
                  </a:lnTo>
                  <a:lnTo>
                    <a:pt x="0" y="13929"/>
                  </a:lnTo>
                  <a:lnTo>
                    <a:pt x="3198" y="13929"/>
                  </a:lnTo>
                  <a:lnTo>
                    <a:pt x="3198" y="14995"/>
                  </a:lnTo>
                  <a:lnTo>
                    <a:pt x="4264" y="14995"/>
                  </a:lnTo>
                  <a:lnTo>
                    <a:pt x="4264" y="18193"/>
                  </a:lnTo>
                  <a:lnTo>
                    <a:pt x="5330" y="18193"/>
                  </a:lnTo>
                  <a:lnTo>
                    <a:pt x="5330" y="14995"/>
                  </a:lnTo>
                  <a:lnTo>
                    <a:pt x="6396" y="14995"/>
                  </a:lnTo>
                  <a:lnTo>
                    <a:pt x="6396" y="18193"/>
                  </a:lnTo>
                  <a:lnTo>
                    <a:pt x="7462" y="18193"/>
                  </a:lnTo>
                  <a:lnTo>
                    <a:pt x="7462" y="14995"/>
                  </a:lnTo>
                  <a:lnTo>
                    <a:pt x="8552" y="14995"/>
                  </a:lnTo>
                  <a:lnTo>
                    <a:pt x="8552" y="18193"/>
                  </a:lnTo>
                  <a:lnTo>
                    <a:pt x="9618" y="18193"/>
                  </a:lnTo>
                  <a:lnTo>
                    <a:pt x="9618" y="14995"/>
                  </a:lnTo>
                  <a:lnTo>
                    <a:pt x="10707" y="14995"/>
                  </a:lnTo>
                  <a:lnTo>
                    <a:pt x="10707" y="18193"/>
                  </a:lnTo>
                  <a:lnTo>
                    <a:pt x="11773" y="18193"/>
                  </a:lnTo>
                  <a:lnTo>
                    <a:pt x="11773" y="14995"/>
                  </a:lnTo>
                  <a:lnTo>
                    <a:pt x="12862" y="14995"/>
                  </a:lnTo>
                  <a:lnTo>
                    <a:pt x="12862" y="18193"/>
                  </a:lnTo>
                  <a:lnTo>
                    <a:pt x="13928" y="18193"/>
                  </a:lnTo>
                  <a:lnTo>
                    <a:pt x="13928" y="14995"/>
                  </a:lnTo>
                  <a:lnTo>
                    <a:pt x="14994" y="14995"/>
                  </a:lnTo>
                  <a:lnTo>
                    <a:pt x="14994" y="13929"/>
                  </a:lnTo>
                  <a:lnTo>
                    <a:pt x="18193" y="13929"/>
                  </a:lnTo>
                  <a:lnTo>
                    <a:pt x="18193" y="12863"/>
                  </a:lnTo>
                  <a:lnTo>
                    <a:pt x="14994" y="12863"/>
                  </a:lnTo>
                  <a:lnTo>
                    <a:pt x="14994" y="11774"/>
                  </a:lnTo>
                  <a:lnTo>
                    <a:pt x="18193" y="11774"/>
                  </a:lnTo>
                  <a:lnTo>
                    <a:pt x="18193" y="10708"/>
                  </a:lnTo>
                  <a:lnTo>
                    <a:pt x="14994" y="10708"/>
                  </a:lnTo>
                  <a:lnTo>
                    <a:pt x="14994" y="9619"/>
                  </a:lnTo>
                  <a:lnTo>
                    <a:pt x="18193" y="9619"/>
                  </a:lnTo>
                  <a:lnTo>
                    <a:pt x="18193" y="8553"/>
                  </a:lnTo>
                  <a:lnTo>
                    <a:pt x="14994" y="8553"/>
                  </a:lnTo>
                  <a:lnTo>
                    <a:pt x="14994" y="7463"/>
                  </a:lnTo>
                  <a:lnTo>
                    <a:pt x="18193" y="7463"/>
                  </a:lnTo>
                  <a:lnTo>
                    <a:pt x="18193" y="6397"/>
                  </a:lnTo>
                  <a:lnTo>
                    <a:pt x="14994" y="6397"/>
                  </a:lnTo>
                  <a:lnTo>
                    <a:pt x="14994" y="5331"/>
                  </a:lnTo>
                  <a:lnTo>
                    <a:pt x="18193" y="5331"/>
                  </a:lnTo>
                  <a:lnTo>
                    <a:pt x="18193" y="4265"/>
                  </a:lnTo>
                  <a:lnTo>
                    <a:pt x="14994" y="4265"/>
                  </a:lnTo>
                  <a:lnTo>
                    <a:pt x="14994" y="3199"/>
                  </a:lnTo>
                  <a:lnTo>
                    <a:pt x="13928" y="3199"/>
                  </a:lnTo>
                  <a:lnTo>
                    <a:pt x="13928" y="1"/>
                  </a:lnTo>
                  <a:lnTo>
                    <a:pt x="12862" y="1"/>
                  </a:lnTo>
                  <a:lnTo>
                    <a:pt x="12862" y="3199"/>
                  </a:lnTo>
                  <a:lnTo>
                    <a:pt x="11773" y="3199"/>
                  </a:lnTo>
                  <a:lnTo>
                    <a:pt x="11773" y="1"/>
                  </a:lnTo>
                  <a:lnTo>
                    <a:pt x="10707" y="1"/>
                  </a:lnTo>
                  <a:lnTo>
                    <a:pt x="10707" y="3199"/>
                  </a:lnTo>
                  <a:lnTo>
                    <a:pt x="9618" y="3199"/>
                  </a:lnTo>
                  <a:lnTo>
                    <a:pt x="9618" y="1"/>
                  </a:lnTo>
                  <a:lnTo>
                    <a:pt x="8552" y="1"/>
                  </a:lnTo>
                  <a:lnTo>
                    <a:pt x="8552" y="3199"/>
                  </a:lnTo>
                  <a:lnTo>
                    <a:pt x="7462" y="3199"/>
                  </a:lnTo>
                  <a:lnTo>
                    <a:pt x="7462" y="1"/>
                  </a:lnTo>
                  <a:lnTo>
                    <a:pt x="6396" y="1"/>
                  </a:lnTo>
                  <a:lnTo>
                    <a:pt x="6396" y="3199"/>
                  </a:lnTo>
                  <a:lnTo>
                    <a:pt x="5330" y="3199"/>
                  </a:lnTo>
                  <a:lnTo>
                    <a:pt x="53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4" name="Google Shape;50034;p52"/>
          <p:cNvGrpSpPr/>
          <p:nvPr/>
        </p:nvGrpSpPr>
        <p:grpSpPr>
          <a:xfrm>
            <a:off x="5305404" y="3900476"/>
            <a:ext cx="326486" cy="369845"/>
            <a:chOff x="4193452" y="2236741"/>
            <a:chExt cx="342803" cy="388330"/>
          </a:xfrm>
        </p:grpSpPr>
        <p:sp>
          <p:nvSpPr>
            <p:cNvPr id="50035" name="Google Shape;50035;p52"/>
            <p:cNvSpPr/>
            <p:nvPr/>
          </p:nvSpPr>
          <p:spPr>
            <a:xfrm>
              <a:off x="4193452" y="2236741"/>
              <a:ext cx="342803" cy="388330"/>
            </a:xfrm>
            <a:custGeom>
              <a:avLst/>
              <a:gdLst/>
              <a:ahLst/>
              <a:cxnLst/>
              <a:rect l="l" t="t" r="r" b="b"/>
              <a:pathLst>
                <a:path w="16062" h="18193" extrusionOk="0">
                  <a:moveTo>
                    <a:pt x="8552" y="2132"/>
                  </a:moveTo>
                  <a:lnTo>
                    <a:pt x="8552" y="3245"/>
                  </a:lnTo>
                  <a:cubicBezTo>
                    <a:pt x="8970" y="3314"/>
                    <a:pt x="9364" y="3499"/>
                    <a:pt x="9711" y="3731"/>
                  </a:cubicBezTo>
                  <a:lnTo>
                    <a:pt x="10499" y="2943"/>
                  </a:lnTo>
                  <a:lnTo>
                    <a:pt x="11241" y="3685"/>
                  </a:lnTo>
                  <a:lnTo>
                    <a:pt x="10453" y="4473"/>
                  </a:lnTo>
                  <a:cubicBezTo>
                    <a:pt x="10708" y="4820"/>
                    <a:pt x="10870" y="5214"/>
                    <a:pt x="10939" y="5632"/>
                  </a:cubicBezTo>
                  <a:lnTo>
                    <a:pt x="12052" y="5632"/>
                  </a:lnTo>
                  <a:lnTo>
                    <a:pt x="12052" y="6698"/>
                  </a:lnTo>
                  <a:lnTo>
                    <a:pt x="10939" y="6698"/>
                  </a:lnTo>
                  <a:cubicBezTo>
                    <a:pt x="10870" y="7115"/>
                    <a:pt x="10708" y="7509"/>
                    <a:pt x="10453" y="7856"/>
                  </a:cubicBezTo>
                  <a:lnTo>
                    <a:pt x="11241" y="8644"/>
                  </a:lnTo>
                  <a:lnTo>
                    <a:pt x="10499" y="9386"/>
                  </a:lnTo>
                  <a:lnTo>
                    <a:pt x="9711" y="8598"/>
                  </a:lnTo>
                  <a:cubicBezTo>
                    <a:pt x="9364" y="8830"/>
                    <a:pt x="8970" y="9015"/>
                    <a:pt x="8552" y="9085"/>
                  </a:cubicBezTo>
                  <a:lnTo>
                    <a:pt x="8552" y="10197"/>
                  </a:lnTo>
                  <a:lnTo>
                    <a:pt x="7486" y="10197"/>
                  </a:lnTo>
                  <a:lnTo>
                    <a:pt x="7486" y="9085"/>
                  </a:lnTo>
                  <a:cubicBezTo>
                    <a:pt x="7069" y="8992"/>
                    <a:pt x="6675" y="8830"/>
                    <a:pt x="6328" y="8598"/>
                  </a:cubicBezTo>
                  <a:lnTo>
                    <a:pt x="5540" y="9386"/>
                  </a:lnTo>
                  <a:lnTo>
                    <a:pt x="4798" y="8644"/>
                  </a:lnTo>
                  <a:lnTo>
                    <a:pt x="5586" y="7856"/>
                  </a:lnTo>
                  <a:cubicBezTo>
                    <a:pt x="5354" y="7509"/>
                    <a:pt x="5192" y="7115"/>
                    <a:pt x="5099" y="6698"/>
                  </a:cubicBezTo>
                  <a:lnTo>
                    <a:pt x="3987" y="6698"/>
                  </a:lnTo>
                  <a:lnTo>
                    <a:pt x="3987" y="5632"/>
                  </a:lnTo>
                  <a:lnTo>
                    <a:pt x="5099" y="5632"/>
                  </a:lnTo>
                  <a:cubicBezTo>
                    <a:pt x="5192" y="5214"/>
                    <a:pt x="5354" y="4820"/>
                    <a:pt x="5586" y="4473"/>
                  </a:cubicBezTo>
                  <a:lnTo>
                    <a:pt x="4798" y="3685"/>
                  </a:lnTo>
                  <a:lnTo>
                    <a:pt x="5540" y="2943"/>
                  </a:lnTo>
                  <a:lnTo>
                    <a:pt x="6328" y="3731"/>
                  </a:lnTo>
                  <a:cubicBezTo>
                    <a:pt x="6675" y="3499"/>
                    <a:pt x="7069" y="3314"/>
                    <a:pt x="7486" y="3245"/>
                  </a:cubicBezTo>
                  <a:lnTo>
                    <a:pt x="7486" y="2132"/>
                  </a:lnTo>
                  <a:close/>
                  <a:moveTo>
                    <a:pt x="8019" y="0"/>
                  </a:moveTo>
                  <a:cubicBezTo>
                    <a:pt x="4636" y="0"/>
                    <a:pt x="1855" y="2758"/>
                    <a:pt x="1855" y="6165"/>
                  </a:cubicBezTo>
                  <a:cubicBezTo>
                    <a:pt x="1855" y="9386"/>
                    <a:pt x="4335" y="12028"/>
                    <a:pt x="7486" y="12306"/>
                  </a:cubicBezTo>
                  <a:lnTo>
                    <a:pt x="7486" y="13928"/>
                  </a:lnTo>
                  <a:lnTo>
                    <a:pt x="5887" y="13928"/>
                  </a:lnTo>
                  <a:lnTo>
                    <a:pt x="5887" y="15527"/>
                  </a:lnTo>
                  <a:lnTo>
                    <a:pt x="4265" y="15527"/>
                  </a:lnTo>
                  <a:lnTo>
                    <a:pt x="4265" y="13928"/>
                  </a:lnTo>
                  <a:lnTo>
                    <a:pt x="1" y="13928"/>
                  </a:lnTo>
                  <a:lnTo>
                    <a:pt x="1" y="18193"/>
                  </a:lnTo>
                  <a:lnTo>
                    <a:pt x="4265" y="18193"/>
                  </a:lnTo>
                  <a:lnTo>
                    <a:pt x="4265" y="16593"/>
                  </a:lnTo>
                  <a:lnTo>
                    <a:pt x="5887" y="16593"/>
                  </a:lnTo>
                  <a:lnTo>
                    <a:pt x="5887" y="18193"/>
                  </a:lnTo>
                  <a:lnTo>
                    <a:pt x="10152" y="18193"/>
                  </a:lnTo>
                  <a:lnTo>
                    <a:pt x="10152" y="16593"/>
                  </a:lnTo>
                  <a:lnTo>
                    <a:pt x="11797" y="16593"/>
                  </a:lnTo>
                  <a:lnTo>
                    <a:pt x="11797" y="18193"/>
                  </a:lnTo>
                  <a:lnTo>
                    <a:pt x="16061" y="18193"/>
                  </a:lnTo>
                  <a:lnTo>
                    <a:pt x="16061" y="13928"/>
                  </a:lnTo>
                  <a:lnTo>
                    <a:pt x="11797" y="13928"/>
                  </a:lnTo>
                  <a:lnTo>
                    <a:pt x="11797" y="15527"/>
                  </a:lnTo>
                  <a:lnTo>
                    <a:pt x="10152" y="15527"/>
                  </a:lnTo>
                  <a:lnTo>
                    <a:pt x="10152" y="13928"/>
                  </a:lnTo>
                  <a:lnTo>
                    <a:pt x="8552" y="13928"/>
                  </a:lnTo>
                  <a:lnTo>
                    <a:pt x="8552" y="12306"/>
                  </a:lnTo>
                  <a:cubicBezTo>
                    <a:pt x="11704" y="12028"/>
                    <a:pt x="14184" y="9386"/>
                    <a:pt x="14184" y="6165"/>
                  </a:cubicBezTo>
                  <a:cubicBezTo>
                    <a:pt x="14184" y="2758"/>
                    <a:pt x="11426" y="0"/>
                    <a:pt x="80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036" name="Google Shape;50036;p52"/>
            <p:cNvSpPr/>
            <p:nvPr/>
          </p:nvSpPr>
          <p:spPr>
            <a:xfrm>
              <a:off x="4324046" y="2327756"/>
              <a:ext cx="81123" cy="81132"/>
            </a:xfrm>
            <a:custGeom>
              <a:avLst/>
              <a:gdLst/>
              <a:ahLst/>
              <a:cxnLst/>
              <a:rect l="l" t="t" r="r" b="b"/>
              <a:pathLst>
                <a:path w="3801" h="3801" extrusionOk="0">
                  <a:moveTo>
                    <a:pt x="1900" y="0"/>
                  </a:moveTo>
                  <a:cubicBezTo>
                    <a:pt x="858" y="0"/>
                    <a:pt x="0" y="858"/>
                    <a:pt x="0" y="1901"/>
                  </a:cubicBezTo>
                  <a:cubicBezTo>
                    <a:pt x="0" y="2943"/>
                    <a:pt x="858" y="3801"/>
                    <a:pt x="1900" y="3801"/>
                  </a:cubicBezTo>
                  <a:cubicBezTo>
                    <a:pt x="2943" y="3801"/>
                    <a:pt x="3801" y="2943"/>
                    <a:pt x="3801" y="1901"/>
                  </a:cubicBezTo>
                  <a:cubicBezTo>
                    <a:pt x="3801" y="858"/>
                    <a:pt x="2943" y="0"/>
                    <a:pt x="19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45" name="Google Shape;50045;p52"/>
          <p:cNvGrpSpPr/>
          <p:nvPr/>
        </p:nvGrpSpPr>
        <p:grpSpPr>
          <a:xfrm>
            <a:off x="1186320" y="1623191"/>
            <a:ext cx="369802" cy="369865"/>
            <a:chOff x="3118665" y="4311880"/>
            <a:chExt cx="388284" cy="388351"/>
          </a:xfrm>
        </p:grpSpPr>
        <p:sp>
          <p:nvSpPr>
            <p:cNvPr id="50046" name="Google Shape;50046;p52"/>
            <p:cNvSpPr/>
            <p:nvPr/>
          </p:nvSpPr>
          <p:spPr>
            <a:xfrm>
              <a:off x="3209669" y="4516685"/>
              <a:ext cx="69769" cy="47002"/>
            </a:xfrm>
            <a:custGeom>
              <a:avLst/>
              <a:gdLst/>
              <a:ahLst/>
              <a:cxnLst/>
              <a:rect l="l" t="t" r="r" b="b"/>
              <a:pathLst>
                <a:path w="3269" h="2202" extrusionOk="0">
                  <a:moveTo>
                    <a:pt x="1646" y="0"/>
                  </a:moveTo>
                  <a:cubicBezTo>
                    <a:pt x="742" y="0"/>
                    <a:pt x="0" y="719"/>
                    <a:pt x="0" y="1623"/>
                  </a:cubicBezTo>
                  <a:lnTo>
                    <a:pt x="0" y="2202"/>
                  </a:lnTo>
                  <a:lnTo>
                    <a:pt x="3268" y="2202"/>
                  </a:lnTo>
                  <a:lnTo>
                    <a:pt x="3268" y="1623"/>
                  </a:lnTo>
                  <a:cubicBezTo>
                    <a:pt x="3268" y="719"/>
                    <a:pt x="2550" y="0"/>
                    <a:pt x="16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7" name="Google Shape;50047;p52"/>
            <p:cNvSpPr/>
            <p:nvPr/>
          </p:nvSpPr>
          <p:spPr>
            <a:xfrm>
              <a:off x="3222026" y="4448424"/>
              <a:ext cx="45524" cy="45038"/>
            </a:xfrm>
            <a:custGeom>
              <a:avLst/>
              <a:gdLst/>
              <a:ahLst/>
              <a:cxnLst/>
              <a:rect l="l" t="t" r="r" b="b"/>
              <a:pathLst>
                <a:path w="2133" h="2110" extrusionOk="0">
                  <a:moveTo>
                    <a:pt x="1067" y="0"/>
                  </a:moveTo>
                  <a:cubicBezTo>
                    <a:pt x="487" y="0"/>
                    <a:pt x="1" y="464"/>
                    <a:pt x="1" y="1066"/>
                  </a:cubicBezTo>
                  <a:cubicBezTo>
                    <a:pt x="1" y="1646"/>
                    <a:pt x="487" y="2109"/>
                    <a:pt x="1067" y="2109"/>
                  </a:cubicBezTo>
                  <a:cubicBezTo>
                    <a:pt x="1646" y="2109"/>
                    <a:pt x="2133" y="1646"/>
                    <a:pt x="2133" y="1066"/>
                  </a:cubicBezTo>
                  <a:cubicBezTo>
                    <a:pt x="2133" y="464"/>
                    <a:pt x="1646" y="0"/>
                    <a:pt x="10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8" name="Google Shape;50048;p52"/>
            <p:cNvSpPr/>
            <p:nvPr/>
          </p:nvSpPr>
          <p:spPr>
            <a:xfrm>
              <a:off x="3118665" y="4311880"/>
              <a:ext cx="251777" cy="388351"/>
            </a:xfrm>
            <a:custGeom>
              <a:avLst/>
              <a:gdLst/>
              <a:ahLst/>
              <a:cxnLst/>
              <a:rect l="l" t="t" r="r" b="b"/>
              <a:pathLst>
                <a:path w="11797" h="18194" extrusionOk="0">
                  <a:moveTo>
                    <a:pt x="5910" y="5331"/>
                  </a:moveTo>
                  <a:cubicBezTo>
                    <a:pt x="7092" y="5331"/>
                    <a:pt x="8042" y="6281"/>
                    <a:pt x="8042" y="7463"/>
                  </a:cubicBezTo>
                  <a:cubicBezTo>
                    <a:pt x="8042" y="8043"/>
                    <a:pt x="7787" y="8576"/>
                    <a:pt x="7393" y="8970"/>
                  </a:cubicBezTo>
                  <a:cubicBezTo>
                    <a:pt x="8135" y="9456"/>
                    <a:pt x="8598" y="10291"/>
                    <a:pt x="8598" y="11218"/>
                  </a:cubicBezTo>
                  <a:lnTo>
                    <a:pt x="8598" y="12863"/>
                  </a:lnTo>
                  <a:lnTo>
                    <a:pt x="3198" y="12863"/>
                  </a:lnTo>
                  <a:lnTo>
                    <a:pt x="3198" y="11218"/>
                  </a:lnTo>
                  <a:cubicBezTo>
                    <a:pt x="3198" y="10291"/>
                    <a:pt x="3685" y="9456"/>
                    <a:pt x="4403" y="8970"/>
                  </a:cubicBezTo>
                  <a:cubicBezTo>
                    <a:pt x="4009" y="8576"/>
                    <a:pt x="3778" y="8043"/>
                    <a:pt x="3778" y="7463"/>
                  </a:cubicBezTo>
                  <a:cubicBezTo>
                    <a:pt x="3778" y="6281"/>
                    <a:pt x="4728" y="5331"/>
                    <a:pt x="5910" y="5331"/>
                  </a:cubicBezTo>
                  <a:close/>
                  <a:moveTo>
                    <a:pt x="6443" y="16061"/>
                  </a:moveTo>
                  <a:lnTo>
                    <a:pt x="6443" y="17127"/>
                  </a:lnTo>
                  <a:lnTo>
                    <a:pt x="5377" y="17127"/>
                  </a:lnTo>
                  <a:lnTo>
                    <a:pt x="5377" y="16061"/>
                  </a:lnTo>
                  <a:close/>
                  <a:moveTo>
                    <a:pt x="0" y="1"/>
                  </a:moveTo>
                  <a:lnTo>
                    <a:pt x="0" y="18193"/>
                  </a:lnTo>
                  <a:lnTo>
                    <a:pt x="11796" y="18193"/>
                  </a:lnTo>
                  <a:lnTo>
                    <a:pt x="11796" y="12330"/>
                  </a:lnTo>
                  <a:lnTo>
                    <a:pt x="9664" y="12330"/>
                  </a:lnTo>
                  <a:lnTo>
                    <a:pt x="9664" y="3732"/>
                  </a:lnTo>
                  <a:lnTo>
                    <a:pt x="11796" y="3732"/>
                  </a:lnTo>
                  <a:lnTo>
                    <a:pt x="11796" y="1"/>
                  </a:lnTo>
                  <a:lnTo>
                    <a:pt x="9664" y="1"/>
                  </a:lnTo>
                  <a:lnTo>
                    <a:pt x="9664" y="2133"/>
                  </a:lnTo>
                  <a:lnTo>
                    <a:pt x="2132" y="2133"/>
                  </a:lnTo>
                  <a:lnTo>
                    <a:pt x="2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9" name="Google Shape;50049;p52"/>
            <p:cNvSpPr/>
            <p:nvPr/>
          </p:nvSpPr>
          <p:spPr>
            <a:xfrm>
              <a:off x="3186918" y="4311880"/>
              <a:ext cx="115271" cy="22775"/>
            </a:xfrm>
            <a:custGeom>
              <a:avLst/>
              <a:gdLst/>
              <a:ahLst/>
              <a:cxnLst/>
              <a:rect l="l" t="t" r="r" b="b"/>
              <a:pathLst>
                <a:path w="5401" h="1067" extrusionOk="0">
                  <a:moveTo>
                    <a:pt x="0" y="1"/>
                  </a:moveTo>
                  <a:lnTo>
                    <a:pt x="0" y="1067"/>
                  </a:lnTo>
                  <a:lnTo>
                    <a:pt x="5400" y="1067"/>
                  </a:lnTo>
                  <a:lnTo>
                    <a:pt x="54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0" name="Google Shape;50050;p52"/>
            <p:cNvSpPr/>
            <p:nvPr/>
          </p:nvSpPr>
          <p:spPr>
            <a:xfrm>
              <a:off x="3347670" y="4414294"/>
              <a:ext cx="159279" cy="160771"/>
            </a:xfrm>
            <a:custGeom>
              <a:avLst/>
              <a:gdLst/>
              <a:ahLst/>
              <a:cxnLst/>
              <a:rect l="l" t="t" r="r" b="b"/>
              <a:pathLst>
                <a:path w="7463" h="7532" extrusionOk="0">
                  <a:moveTo>
                    <a:pt x="5864" y="1622"/>
                  </a:moveTo>
                  <a:lnTo>
                    <a:pt x="5864" y="2688"/>
                  </a:lnTo>
                  <a:lnTo>
                    <a:pt x="1599" y="2688"/>
                  </a:lnTo>
                  <a:lnTo>
                    <a:pt x="1599" y="1622"/>
                  </a:lnTo>
                  <a:close/>
                  <a:moveTo>
                    <a:pt x="5864" y="3754"/>
                  </a:moveTo>
                  <a:lnTo>
                    <a:pt x="5864" y="4820"/>
                  </a:lnTo>
                  <a:lnTo>
                    <a:pt x="1599" y="4820"/>
                  </a:lnTo>
                  <a:lnTo>
                    <a:pt x="1599" y="3754"/>
                  </a:lnTo>
                  <a:close/>
                  <a:moveTo>
                    <a:pt x="0" y="0"/>
                  </a:moveTo>
                  <a:lnTo>
                    <a:pt x="0" y="6466"/>
                  </a:lnTo>
                  <a:lnTo>
                    <a:pt x="2665" y="6466"/>
                  </a:lnTo>
                  <a:lnTo>
                    <a:pt x="3731" y="7532"/>
                  </a:lnTo>
                  <a:lnTo>
                    <a:pt x="4797" y="6466"/>
                  </a:lnTo>
                  <a:lnTo>
                    <a:pt x="7463" y="6466"/>
                  </a:lnTo>
                  <a:lnTo>
                    <a:pt x="74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 name="Graphic 14" descr="Shield Tick outline">
            <a:extLst>
              <a:ext uri="{FF2B5EF4-FFF2-40B4-BE49-F238E27FC236}">
                <a16:creationId xmlns:a16="http://schemas.microsoft.com/office/drawing/2014/main" id="{6E6CB7F1-4581-8CFD-008D-73472DCE150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86513" y="2556872"/>
            <a:ext cx="790596" cy="790596"/>
          </a:xfrm>
          <a:prstGeom prst="rect">
            <a:avLst/>
          </a:prstGeom>
        </p:spPr>
      </p:pic>
      <p:pic>
        <p:nvPicPr>
          <p:cNvPr id="18" name="Graphic 17" descr="Online Network outline">
            <a:extLst>
              <a:ext uri="{FF2B5EF4-FFF2-40B4-BE49-F238E27FC236}">
                <a16:creationId xmlns:a16="http://schemas.microsoft.com/office/drawing/2014/main" id="{E43B3F71-D9A6-BE76-C234-8165B504737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39153" y="3781464"/>
            <a:ext cx="648586" cy="648586"/>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9806"/>
        <p:cNvGrpSpPr/>
        <p:nvPr/>
      </p:nvGrpSpPr>
      <p:grpSpPr>
        <a:xfrm>
          <a:off x="0" y="0"/>
          <a:ext cx="0" cy="0"/>
          <a:chOff x="0" y="0"/>
          <a:chExt cx="0" cy="0"/>
        </a:xfrm>
      </p:grpSpPr>
      <p:grpSp>
        <p:nvGrpSpPr>
          <p:cNvPr id="49807" name="Google Shape;49807;p50"/>
          <p:cNvGrpSpPr/>
          <p:nvPr/>
        </p:nvGrpSpPr>
        <p:grpSpPr>
          <a:xfrm>
            <a:off x="1411579" y="848465"/>
            <a:ext cx="1032308" cy="1000509"/>
            <a:chOff x="1484095" y="802341"/>
            <a:chExt cx="1032308" cy="1000509"/>
          </a:xfrm>
        </p:grpSpPr>
        <p:grpSp>
          <p:nvGrpSpPr>
            <p:cNvPr id="49808" name="Google Shape;49808;p50"/>
            <p:cNvGrpSpPr/>
            <p:nvPr/>
          </p:nvGrpSpPr>
          <p:grpSpPr>
            <a:xfrm>
              <a:off x="1484095" y="802350"/>
              <a:ext cx="1032308" cy="1000500"/>
              <a:chOff x="1954207" y="514898"/>
              <a:chExt cx="1032308" cy="1000500"/>
            </a:xfrm>
          </p:grpSpPr>
          <p:sp>
            <p:nvSpPr>
              <p:cNvPr id="49809" name="Google Shape;49809;p50"/>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0" name="Google Shape;49810;p50"/>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11" name="Google Shape;49811;p50"/>
            <p:cNvGrpSpPr/>
            <p:nvPr/>
          </p:nvGrpSpPr>
          <p:grpSpPr>
            <a:xfrm>
              <a:off x="1484253" y="802341"/>
              <a:ext cx="1032143" cy="1000499"/>
              <a:chOff x="4056003" y="764391"/>
              <a:chExt cx="1032143" cy="1000499"/>
            </a:xfrm>
          </p:grpSpPr>
          <p:sp>
            <p:nvSpPr>
              <p:cNvPr id="49812" name="Google Shape;49812;p50"/>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813" name="Google Shape;49813;p50"/>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814" name="Google Shape;49814;p50"/>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815" name="Google Shape;49815;p50"/>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49816" name="Google Shape;49816;p50"/>
          <p:cNvSpPr txBox="1">
            <a:spLocks noGrp="1"/>
          </p:cNvSpPr>
          <p:nvPr>
            <p:ph type="title"/>
          </p:nvPr>
        </p:nvSpPr>
        <p:spPr>
          <a:xfrm>
            <a:off x="1314200" y="1935766"/>
            <a:ext cx="5845056" cy="1199510"/>
          </a:xfrm>
          <a:prstGeom prst="rect">
            <a:avLst/>
          </a:prstGeom>
          <a:effectLst>
            <a:glow rad="228600">
              <a:schemeClr val="accent1">
                <a:satMod val="175000"/>
                <a:alpha val="40000"/>
              </a:schemeClr>
            </a:glow>
          </a:effectLst>
        </p:spPr>
        <p:txBody>
          <a:bodyPr spcFirstLastPara="1" wrap="square" lIns="91425" tIns="91425" rIns="91425" bIns="91425" anchor="t" anchorCtr="0">
            <a:noAutofit/>
          </a:bodyPr>
          <a:lstStyle/>
          <a:p>
            <a:pPr lvl="0"/>
            <a:r>
              <a:rPr lang="en-US" sz="4400" b="1" dirty="0">
                <a:solidFill>
                  <a:schemeClr val="bg2">
                    <a:lumMod val="60000"/>
                    <a:lumOff val="40000"/>
                  </a:schemeClr>
                </a:solidFill>
                <a:latin typeface="Courier New" panose="02070309020205020404" pitchFamily="49" charset="0"/>
                <a:cs typeface="Courier New" panose="02070309020205020404" pitchFamily="49" charset="0"/>
              </a:rPr>
              <a:t>MOBILE SECURITY GUIDELINES</a:t>
            </a:r>
            <a:endParaRPr sz="4400" dirty="0">
              <a:solidFill>
                <a:schemeClr val="bg2">
                  <a:lumMod val="60000"/>
                  <a:lumOff val="40000"/>
                </a:schemeClr>
              </a:solidFill>
              <a:latin typeface="Courier New" panose="02070309020205020404" pitchFamily="49" charset="0"/>
              <a:cs typeface="Courier New" panose="02070309020205020404" pitchFamily="49" charset="0"/>
            </a:endParaRPr>
          </a:p>
        </p:txBody>
      </p:sp>
      <p:sp>
        <p:nvSpPr>
          <p:cNvPr id="49817" name="Google Shape;49817;p50"/>
          <p:cNvSpPr txBox="1">
            <a:spLocks noGrp="1"/>
          </p:cNvSpPr>
          <p:nvPr>
            <p:ph type="title" idx="2"/>
          </p:nvPr>
        </p:nvSpPr>
        <p:spPr>
          <a:xfrm>
            <a:off x="1411734" y="1072274"/>
            <a:ext cx="1032000" cy="55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grpSp>
        <p:nvGrpSpPr>
          <p:cNvPr id="49819" name="Google Shape;49819;p50"/>
          <p:cNvGrpSpPr/>
          <p:nvPr/>
        </p:nvGrpSpPr>
        <p:grpSpPr>
          <a:xfrm>
            <a:off x="1411579" y="3340825"/>
            <a:ext cx="4354092" cy="0"/>
            <a:chOff x="1875300" y="3007925"/>
            <a:chExt cx="5393400" cy="0"/>
          </a:xfrm>
        </p:grpSpPr>
        <p:cxnSp>
          <p:nvCxnSpPr>
            <p:cNvPr id="49820" name="Google Shape;49820;p50"/>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821" name="Google Shape;49821;p50"/>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49822" name="Google Shape;49822;p50"/>
          <p:cNvGrpSpPr/>
          <p:nvPr/>
        </p:nvGrpSpPr>
        <p:grpSpPr>
          <a:xfrm>
            <a:off x="8194436" y="-754526"/>
            <a:ext cx="1914693" cy="3661095"/>
            <a:chOff x="-969933" y="2588077"/>
            <a:chExt cx="1914693" cy="3661095"/>
          </a:xfrm>
        </p:grpSpPr>
        <p:sp>
          <p:nvSpPr>
            <p:cNvPr id="49823" name="Google Shape;49823;p50"/>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4" name="Google Shape;49824;p50"/>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5" name="Google Shape;49825;p50"/>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6" name="Google Shape;49826;p50"/>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7" name="Google Shape;49827;p50"/>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8" name="Google Shape;49828;p50"/>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9" name="Google Shape;49829;p50"/>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0" name="Google Shape;49830;p50"/>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1" name="Google Shape;49831;p50"/>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2" name="Google Shape;49832;p50"/>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3" name="Google Shape;49833;p50"/>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4" name="Google Shape;49834;p50"/>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5" name="Google Shape;49835;p50"/>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6" name="Google Shape;49836;p50"/>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7" name="Google Shape;49837;p50"/>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8" name="Google Shape;49838;p50"/>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9" name="Google Shape;49839;p50"/>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0" name="Google Shape;49840;p50"/>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1" name="Google Shape;49841;p50"/>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2" name="Google Shape;49842;p50"/>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3" name="Google Shape;49843;p50"/>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4" name="Google Shape;49844;p50"/>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5" name="Google Shape;49845;p50"/>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6" name="Google Shape;49846;p50"/>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7" name="Google Shape;49847;p50"/>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8" name="Google Shape;49848;p50"/>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9" name="Google Shape;49849;p50"/>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0" name="Google Shape;49850;p50"/>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1" name="Google Shape;49851;p50"/>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2" name="Google Shape;49852;p50"/>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3" name="Google Shape;49853;p50"/>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4" name="Google Shape;49854;p50"/>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5" name="Google Shape;49855;p50"/>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6" name="Google Shape;49856;p50"/>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7" name="Google Shape;49857;p50"/>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8" name="Google Shape;49858;p50"/>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9" name="Google Shape;49859;p50"/>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0" name="Google Shape;49860;p50"/>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1" name="Google Shape;49861;p50"/>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2" name="Google Shape;49862;p50"/>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3" name="Google Shape;49863;p50"/>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4" name="Google Shape;49864;p50"/>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5" name="Google Shape;49865;p50"/>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6" name="Google Shape;49866;p50"/>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7" name="Google Shape;49867;p50"/>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8" name="Google Shape;49868;p50"/>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9" name="Google Shape;49869;p50"/>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0" name="Google Shape;49870;p50"/>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1" name="Google Shape;49871;p50"/>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2" name="Google Shape;49872;p50"/>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3" name="Google Shape;49873;p50"/>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4" name="Google Shape;49874;p50"/>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5" name="Google Shape;49875;p50"/>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6" name="Google Shape;49876;p50"/>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7" name="Google Shape;49877;p50"/>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8" name="Google Shape;49878;p50"/>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9" name="Google Shape;49879;p50"/>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80" name="Google Shape;49880;p50"/>
          <p:cNvGrpSpPr/>
          <p:nvPr/>
        </p:nvGrpSpPr>
        <p:grpSpPr>
          <a:xfrm flipH="1">
            <a:off x="202072" y="3993119"/>
            <a:ext cx="649264" cy="1218758"/>
            <a:chOff x="236111" y="3227774"/>
            <a:chExt cx="954239" cy="1791237"/>
          </a:xfrm>
        </p:grpSpPr>
        <p:grpSp>
          <p:nvGrpSpPr>
            <p:cNvPr id="49881" name="Google Shape;49881;p50"/>
            <p:cNvGrpSpPr/>
            <p:nvPr/>
          </p:nvGrpSpPr>
          <p:grpSpPr>
            <a:xfrm>
              <a:off x="236111" y="3227774"/>
              <a:ext cx="954239" cy="1791237"/>
              <a:chOff x="581327" y="595113"/>
              <a:chExt cx="527349" cy="989962"/>
            </a:xfrm>
          </p:grpSpPr>
          <p:sp>
            <p:nvSpPr>
              <p:cNvPr id="49882" name="Google Shape;49882;p50"/>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3" name="Google Shape;49883;p50"/>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4" name="Google Shape;49884;p50"/>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5" name="Google Shape;49885;p50"/>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6" name="Google Shape;49886;p50"/>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7" name="Google Shape;49887;p50"/>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8" name="Google Shape;49888;p50"/>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9" name="Google Shape;49889;p50"/>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0" name="Google Shape;49890;p50"/>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1" name="Google Shape;49891;p50"/>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2" name="Google Shape;49892;p50"/>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3" name="Google Shape;49893;p50"/>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4" name="Google Shape;49894;p50"/>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5" name="Google Shape;49895;p50"/>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6" name="Google Shape;49896;p50"/>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7" name="Google Shape;49897;p50"/>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8" name="Google Shape;49898;p50"/>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9" name="Google Shape;49899;p50"/>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0" name="Google Shape;49900;p50"/>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1" name="Google Shape;49901;p50"/>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2" name="Google Shape;49902;p50"/>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3" name="Google Shape;49903;p50"/>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4" name="Google Shape;49904;p50"/>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05" name="Google Shape;49905;p50"/>
            <p:cNvGrpSpPr/>
            <p:nvPr/>
          </p:nvGrpSpPr>
          <p:grpSpPr>
            <a:xfrm>
              <a:off x="236111" y="3227774"/>
              <a:ext cx="954239" cy="1791237"/>
              <a:chOff x="581327" y="595113"/>
              <a:chExt cx="527349" cy="989962"/>
            </a:xfrm>
          </p:grpSpPr>
          <p:sp>
            <p:nvSpPr>
              <p:cNvPr id="49906" name="Google Shape;49906;p50"/>
              <p:cNvSpPr/>
              <p:nvPr/>
            </p:nvSpPr>
            <p:spPr>
              <a:xfrm>
                <a:off x="629801" y="1526181"/>
                <a:ext cx="97084" cy="23637"/>
              </a:xfrm>
              <a:custGeom>
                <a:avLst/>
                <a:gdLst/>
                <a:ahLst/>
                <a:cxnLst/>
                <a:rect l="l" t="t" r="r" b="b"/>
                <a:pathLst>
                  <a:path w="727" h="177" extrusionOk="0">
                    <a:moveTo>
                      <a:pt x="34" y="177"/>
                    </a:moveTo>
                    <a:cubicBezTo>
                      <a:pt x="23" y="177"/>
                      <a:pt x="1" y="155"/>
                      <a:pt x="1" y="144"/>
                    </a:cubicBezTo>
                    <a:cubicBezTo>
                      <a:pt x="1" y="122"/>
                      <a:pt x="12" y="100"/>
                      <a:pt x="34" y="100"/>
                    </a:cubicBezTo>
                    <a:lnTo>
                      <a:pt x="682" y="1"/>
                    </a:lnTo>
                    <a:cubicBezTo>
                      <a:pt x="704" y="1"/>
                      <a:pt x="715" y="12"/>
                      <a:pt x="726" y="34"/>
                    </a:cubicBezTo>
                    <a:cubicBezTo>
                      <a:pt x="726" y="56"/>
                      <a:pt x="715" y="78"/>
                      <a:pt x="693" y="78"/>
                    </a:cubicBezTo>
                    <a:lnTo>
                      <a:pt x="45" y="177"/>
                    </a:ln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7" name="Google Shape;49907;p50"/>
              <p:cNvSpPr/>
              <p:nvPr/>
            </p:nvSpPr>
            <p:spPr>
              <a:xfrm>
                <a:off x="845735" y="1532057"/>
                <a:ext cx="182149" cy="10417"/>
              </a:xfrm>
              <a:custGeom>
                <a:avLst/>
                <a:gdLst/>
                <a:ahLst/>
                <a:cxnLst/>
                <a:rect l="l" t="t" r="r" b="b"/>
                <a:pathLst>
                  <a:path w="1364" h="78" extrusionOk="0">
                    <a:moveTo>
                      <a:pt x="1331" y="78"/>
                    </a:moveTo>
                    <a:lnTo>
                      <a:pt x="33" y="78"/>
                    </a:lnTo>
                    <a:cubicBezTo>
                      <a:pt x="11" y="78"/>
                      <a:pt x="0" y="67"/>
                      <a:pt x="0" y="45"/>
                    </a:cubicBezTo>
                    <a:cubicBezTo>
                      <a:pt x="0" y="23"/>
                      <a:pt x="11" y="1"/>
                      <a:pt x="33" y="1"/>
                    </a:cubicBezTo>
                    <a:lnTo>
                      <a:pt x="1331" y="1"/>
                    </a:lnTo>
                    <a:cubicBezTo>
                      <a:pt x="1353" y="1"/>
                      <a:pt x="1364" y="23"/>
                      <a:pt x="1364" y="45"/>
                    </a:cubicBezTo>
                    <a:cubicBezTo>
                      <a:pt x="1364" y="67"/>
                      <a:pt x="1353" y="78"/>
                      <a:pt x="1331" y="7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8" name="Google Shape;49908;p50"/>
              <p:cNvSpPr/>
              <p:nvPr/>
            </p:nvSpPr>
            <p:spPr>
              <a:xfrm>
                <a:off x="883927" y="1532057"/>
                <a:ext cx="168928" cy="53017"/>
              </a:xfrm>
              <a:custGeom>
                <a:avLst/>
                <a:gdLst/>
                <a:ahLst/>
                <a:cxnLst/>
                <a:rect l="l" t="t" r="r" b="b"/>
                <a:pathLst>
                  <a:path w="1265" h="397" extrusionOk="0">
                    <a:moveTo>
                      <a:pt x="1232" y="397"/>
                    </a:moveTo>
                    <a:lnTo>
                      <a:pt x="1221" y="397"/>
                    </a:lnTo>
                    <a:lnTo>
                      <a:pt x="33" y="78"/>
                    </a:lnTo>
                    <a:cubicBezTo>
                      <a:pt x="11" y="78"/>
                      <a:pt x="0" y="56"/>
                      <a:pt x="0" y="34"/>
                    </a:cubicBezTo>
                    <a:cubicBezTo>
                      <a:pt x="11" y="12"/>
                      <a:pt x="33" y="1"/>
                      <a:pt x="44" y="12"/>
                    </a:cubicBezTo>
                    <a:lnTo>
                      <a:pt x="1243" y="331"/>
                    </a:lnTo>
                    <a:cubicBezTo>
                      <a:pt x="1254" y="331"/>
                      <a:pt x="1265" y="353"/>
                      <a:pt x="1265" y="375"/>
                    </a:cubicBezTo>
                    <a:cubicBezTo>
                      <a:pt x="1265" y="386"/>
                      <a:pt x="1243" y="397"/>
                      <a:pt x="1232" y="39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9" name="Google Shape;49909;p50"/>
              <p:cNvSpPr/>
              <p:nvPr/>
            </p:nvSpPr>
            <p:spPr>
              <a:xfrm>
                <a:off x="620988" y="1482112"/>
                <a:ext cx="448027" cy="26575"/>
              </a:xfrm>
              <a:custGeom>
                <a:avLst/>
                <a:gdLst/>
                <a:ahLst/>
                <a:cxnLst/>
                <a:rect l="l" t="t" r="r" b="b"/>
                <a:pathLst>
                  <a:path w="3355" h="199" extrusionOk="0">
                    <a:moveTo>
                      <a:pt x="3311" y="199"/>
                    </a:moveTo>
                    <a:lnTo>
                      <a:pt x="3311" y="199"/>
                    </a:lnTo>
                    <a:cubicBezTo>
                      <a:pt x="3311" y="199"/>
                      <a:pt x="2849" y="199"/>
                      <a:pt x="2332" y="199"/>
                    </a:cubicBezTo>
                    <a:cubicBezTo>
                      <a:pt x="2046" y="199"/>
                      <a:pt x="1650" y="166"/>
                      <a:pt x="1287" y="133"/>
                    </a:cubicBezTo>
                    <a:cubicBezTo>
                      <a:pt x="1012" y="100"/>
                      <a:pt x="748" y="78"/>
                      <a:pt x="606" y="78"/>
                    </a:cubicBezTo>
                    <a:cubicBezTo>
                      <a:pt x="276" y="78"/>
                      <a:pt x="78" y="133"/>
                      <a:pt x="67" y="133"/>
                    </a:cubicBezTo>
                    <a:cubicBezTo>
                      <a:pt x="45" y="144"/>
                      <a:pt x="23" y="133"/>
                      <a:pt x="12" y="122"/>
                    </a:cubicBezTo>
                    <a:cubicBezTo>
                      <a:pt x="1" y="100"/>
                      <a:pt x="12" y="78"/>
                      <a:pt x="23" y="67"/>
                    </a:cubicBezTo>
                    <a:cubicBezTo>
                      <a:pt x="56" y="56"/>
                      <a:pt x="265" y="1"/>
                      <a:pt x="606" y="1"/>
                    </a:cubicBezTo>
                    <a:cubicBezTo>
                      <a:pt x="748" y="1"/>
                      <a:pt x="1001" y="23"/>
                      <a:pt x="1298" y="56"/>
                    </a:cubicBezTo>
                    <a:cubicBezTo>
                      <a:pt x="1650" y="89"/>
                      <a:pt x="2046" y="122"/>
                      <a:pt x="2332" y="122"/>
                    </a:cubicBezTo>
                    <a:cubicBezTo>
                      <a:pt x="2849" y="122"/>
                      <a:pt x="3311" y="122"/>
                      <a:pt x="3311" y="122"/>
                    </a:cubicBezTo>
                    <a:cubicBezTo>
                      <a:pt x="3333" y="122"/>
                      <a:pt x="3355" y="144"/>
                      <a:pt x="3355" y="166"/>
                    </a:cubicBezTo>
                    <a:cubicBezTo>
                      <a:pt x="3355" y="188"/>
                      <a:pt x="3333" y="199"/>
                      <a:pt x="3311" y="19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0" name="Google Shape;49910;p50"/>
              <p:cNvSpPr/>
              <p:nvPr/>
            </p:nvSpPr>
            <p:spPr>
              <a:xfrm>
                <a:off x="618050" y="1420415"/>
                <a:ext cx="458309" cy="35389"/>
              </a:xfrm>
              <a:custGeom>
                <a:avLst/>
                <a:gdLst/>
                <a:ahLst/>
                <a:cxnLst/>
                <a:rect l="l" t="t" r="r" b="b"/>
                <a:pathLst>
                  <a:path w="3432" h="265" extrusionOk="0">
                    <a:moveTo>
                      <a:pt x="3388" y="265"/>
                    </a:moveTo>
                    <a:lnTo>
                      <a:pt x="3388" y="265"/>
                    </a:lnTo>
                    <a:cubicBezTo>
                      <a:pt x="3388" y="265"/>
                      <a:pt x="2915" y="265"/>
                      <a:pt x="2376" y="265"/>
                    </a:cubicBezTo>
                    <a:cubicBezTo>
                      <a:pt x="2079" y="265"/>
                      <a:pt x="1661" y="210"/>
                      <a:pt x="1298" y="155"/>
                    </a:cubicBezTo>
                    <a:cubicBezTo>
                      <a:pt x="1012" y="122"/>
                      <a:pt x="737" y="78"/>
                      <a:pt x="595" y="78"/>
                    </a:cubicBezTo>
                    <a:cubicBezTo>
                      <a:pt x="287" y="78"/>
                      <a:pt x="89" y="166"/>
                      <a:pt x="34" y="199"/>
                    </a:cubicBezTo>
                    <a:lnTo>
                      <a:pt x="1" y="133"/>
                    </a:lnTo>
                    <a:cubicBezTo>
                      <a:pt x="56" y="100"/>
                      <a:pt x="276" y="1"/>
                      <a:pt x="595" y="1"/>
                    </a:cubicBezTo>
                    <a:cubicBezTo>
                      <a:pt x="748" y="1"/>
                      <a:pt x="1001" y="45"/>
                      <a:pt x="1309" y="78"/>
                    </a:cubicBezTo>
                    <a:cubicBezTo>
                      <a:pt x="1672" y="133"/>
                      <a:pt x="2090" y="188"/>
                      <a:pt x="2376" y="188"/>
                    </a:cubicBezTo>
                    <a:lnTo>
                      <a:pt x="3388" y="188"/>
                    </a:lnTo>
                    <a:cubicBezTo>
                      <a:pt x="3410" y="188"/>
                      <a:pt x="3432" y="210"/>
                      <a:pt x="3432" y="221"/>
                    </a:cubicBezTo>
                    <a:cubicBezTo>
                      <a:pt x="3432" y="243"/>
                      <a:pt x="3410" y="265"/>
                      <a:pt x="3388" y="265"/>
                    </a:cubicBezTo>
                    <a:close/>
                    <a:moveTo>
                      <a:pt x="12" y="166"/>
                    </a:move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1" name="Google Shape;49911;p50"/>
              <p:cNvSpPr/>
              <p:nvPr/>
            </p:nvSpPr>
            <p:spPr>
              <a:xfrm>
                <a:off x="598954" y="1375010"/>
                <a:ext cx="492095" cy="35256"/>
              </a:xfrm>
              <a:custGeom>
                <a:avLst/>
                <a:gdLst/>
                <a:ahLst/>
                <a:cxnLst/>
                <a:rect l="l" t="t" r="r" b="b"/>
                <a:pathLst>
                  <a:path w="3685" h="264" extrusionOk="0">
                    <a:moveTo>
                      <a:pt x="3641" y="264"/>
                    </a:moveTo>
                    <a:lnTo>
                      <a:pt x="3641" y="264"/>
                    </a:lnTo>
                    <a:lnTo>
                      <a:pt x="2651" y="264"/>
                    </a:lnTo>
                    <a:cubicBezTo>
                      <a:pt x="2365" y="264"/>
                      <a:pt x="1991" y="220"/>
                      <a:pt x="1617" y="165"/>
                    </a:cubicBezTo>
                    <a:cubicBezTo>
                      <a:pt x="1232" y="121"/>
                      <a:pt x="869" y="77"/>
                      <a:pt x="661" y="88"/>
                    </a:cubicBezTo>
                    <a:cubicBezTo>
                      <a:pt x="287" y="110"/>
                      <a:pt x="67" y="198"/>
                      <a:pt x="56" y="198"/>
                    </a:cubicBezTo>
                    <a:cubicBezTo>
                      <a:pt x="45" y="209"/>
                      <a:pt x="23" y="198"/>
                      <a:pt x="12" y="187"/>
                    </a:cubicBezTo>
                    <a:cubicBezTo>
                      <a:pt x="1" y="165"/>
                      <a:pt x="12" y="143"/>
                      <a:pt x="34" y="132"/>
                    </a:cubicBezTo>
                    <a:cubicBezTo>
                      <a:pt x="78" y="110"/>
                      <a:pt x="309" y="33"/>
                      <a:pt x="661" y="11"/>
                    </a:cubicBezTo>
                    <a:cubicBezTo>
                      <a:pt x="880" y="0"/>
                      <a:pt x="1243" y="44"/>
                      <a:pt x="1628" y="99"/>
                    </a:cubicBezTo>
                    <a:cubicBezTo>
                      <a:pt x="1991" y="143"/>
                      <a:pt x="2376" y="187"/>
                      <a:pt x="2651" y="187"/>
                    </a:cubicBezTo>
                    <a:cubicBezTo>
                      <a:pt x="3212" y="187"/>
                      <a:pt x="3641" y="187"/>
                      <a:pt x="3641" y="187"/>
                    </a:cubicBezTo>
                    <a:cubicBezTo>
                      <a:pt x="3663" y="187"/>
                      <a:pt x="3685" y="209"/>
                      <a:pt x="3685" y="231"/>
                    </a:cubicBezTo>
                    <a:cubicBezTo>
                      <a:pt x="3685" y="253"/>
                      <a:pt x="3663" y="264"/>
                      <a:pt x="3641" y="2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2" name="Google Shape;49912;p50"/>
              <p:cNvSpPr/>
              <p:nvPr/>
            </p:nvSpPr>
            <p:spPr>
              <a:xfrm>
                <a:off x="593078" y="1288340"/>
                <a:ext cx="503846" cy="48610"/>
              </a:xfrm>
              <a:custGeom>
                <a:avLst/>
                <a:gdLst/>
                <a:ahLst/>
                <a:cxnLst/>
                <a:rect l="l" t="t" r="r" b="b"/>
                <a:pathLst>
                  <a:path w="3773" h="364" extrusionOk="0">
                    <a:moveTo>
                      <a:pt x="3740" y="363"/>
                    </a:moveTo>
                    <a:lnTo>
                      <a:pt x="3740" y="363"/>
                    </a:lnTo>
                    <a:cubicBezTo>
                      <a:pt x="3740" y="363"/>
                      <a:pt x="3113" y="352"/>
                      <a:pt x="1881" y="209"/>
                    </a:cubicBezTo>
                    <a:cubicBezTo>
                      <a:pt x="782" y="77"/>
                      <a:pt x="67" y="297"/>
                      <a:pt x="56" y="297"/>
                    </a:cubicBezTo>
                    <a:cubicBezTo>
                      <a:pt x="34" y="297"/>
                      <a:pt x="12" y="286"/>
                      <a:pt x="1" y="275"/>
                    </a:cubicBezTo>
                    <a:cubicBezTo>
                      <a:pt x="1" y="253"/>
                      <a:pt x="12" y="231"/>
                      <a:pt x="34" y="220"/>
                    </a:cubicBezTo>
                    <a:cubicBezTo>
                      <a:pt x="34" y="220"/>
                      <a:pt x="782" y="0"/>
                      <a:pt x="1892" y="132"/>
                    </a:cubicBezTo>
                    <a:cubicBezTo>
                      <a:pt x="3124" y="275"/>
                      <a:pt x="3729" y="286"/>
                      <a:pt x="3729" y="286"/>
                    </a:cubicBezTo>
                    <a:cubicBezTo>
                      <a:pt x="3751" y="286"/>
                      <a:pt x="3773" y="297"/>
                      <a:pt x="3773" y="319"/>
                    </a:cubicBezTo>
                    <a:cubicBezTo>
                      <a:pt x="3773" y="341"/>
                      <a:pt x="3751" y="363"/>
                      <a:pt x="3729" y="36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3" name="Google Shape;49913;p50"/>
              <p:cNvSpPr/>
              <p:nvPr/>
            </p:nvSpPr>
            <p:spPr>
              <a:xfrm>
                <a:off x="593078" y="1329471"/>
                <a:ext cx="503846" cy="41265"/>
              </a:xfrm>
              <a:custGeom>
                <a:avLst/>
                <a:gdLst/>
                <a:ahLst/>
                <a:cxnLst/>
                <a:rect l="l" t="t" r="r" b="b"/>
                <a:pathLst>
                  <a:path w="3773" h="309" extrusionOk="0">
                    <a:moveTo>
                      <a:pt x="3322" y="308"/>
                    </a:moveTo>
                    <a:cubicBezTo>
                      <a:pt x="3014" y="308"/>
                      <a:pt x="2530" y="286"/>
                      <a:pt x="1925" y="220"/>
                    </a:cubicBezTo>
                    <a:cubicBezTo>
                      <a:pt x="694" y="77"/>
                      <a:pt x="56" y="264"/>
                      <a:pt x="56" y="264"/>
                    </a:cubicBezTo>
                    <a:cubicBezTo>
                      <a:pt x="34" y="275"/>
                      <a:pt x="12" y="264"/>
                      <a:pt x="12" y="242"/>
                    </a:cubicBezTo>
                    <a:cubicBezTo>
                      <a:pt x="1" y="220"/>
                      <a:pt x="12" y="198"/>
                      <a:pt x="34" y="198"/>
                    </a:cubicBezTo>
                    <a:cubicBezTo>
                      <a:pt x="56" y="187"/>
                      <a:pt x="683" y="0"/>
                      <a:pt x="1936" y="143"/>
                    </a:cubicBezTo>
                    <a:cubicBezTo>
                      <a:pt x="3047" y="275"/>
                      <a:pt x="3729" y="220"/>
                      <a:pt x="3729" y="220"/>
                    </a:cubicBezTo>
                    <a:cubicBezTo>
                      <a:pt x="3751" y="220"/>
                      <a:pt x="3773" y="231"/>
                      <a:pt x="3773" y="253"/>
                    </a:cubicBezTo>
                    <a:cubicBezTo>
                      <a:pt x="3773" y="275"/>
                      <a:pt x="3762" y="297"/>
                      <a:pt x="3740" y="297"/>
                    </a:cubicBezTo>
                    <a:cubicBezTo>
                      <a:pt x="3740" y="297"/>
                      <a:pt x="3586" y="308"/>
                      <a:pt x="3322" y="30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4" name="Google Shape;49914;p50"/>
              <p:cNvSpPr/>
              <p:nvPr/>
            </p:nvSpPr>
            <p:spPr>
              <a:xfrm>
                <a:off x="587202" y="1239863"/>
                <a:ext cx="515598" cy="60362"/>
              </a:xfrm>
              <a:custGeom>
                <a:avLst/>
                <a:gdLst/>
                <a:ahLst/>
                <a:cxnLst/>
                <a:rect l="l" t="t" r="r" b="b"/>
                <a:pathLst>
                  <a:path w="3861" h="452" extrusionOk="0">
                    <a:moveTo>
                      <a:pt x="3828" y="451"/>
                    </a:moveTo>
                    <a:lnTo>
                      <a:pt x="3817" y="451"/>
                    </a:lnTo>
                    <a:cubicBezTo>
                      <a:pt x="3817" y="451"/>
                      <a:pt x="3190" y="352"/>
                      <a:pt x="1925" y="209"/>
                    </a:cubicBezTo>
                    <a:cubicBezTo>
                      <a:pt x="804" y="77"/>
                      <a:pt x="67" y="385"/>
                      <a:pt x="56" y="385"/>
                    </a:cubicBezTo>
                    <a:cubicBezTo>
                      <a:pt x="34" y="396"/>
                      <a:pt x="12" y="385"/>
                      <a:pt x="12" y="363"/>
                    </a:cubicBezTo>
                    <a:cubicBezTo>
                      <a:pt x="1" y="352"/>
                      <a:pt x="12" y="319"/>
                      <a:pt x="23" y="319"/>
                    </a:cubicBezTo>
                    <a:cubicBezTo>
                      <a:pt x="34" y="308"/>
                      <a:pt x="793" y="0"/>
                      <a:pt x="1936" y="132"/>
                    </a:cubicBezTo>
                    <a:cubicBezTo>
                      <a:pt x="3201" y="275"/>
                      <a:pt x="3817" y="374"/>
                      <a:pt x="3828" y="374"/>
                    </a:cubicBezTo>
                    <a:cubicBezTo>
                      <a:pt x="3850" y="374"/>
                      <a:pt x="3861" y="396"/>
                      <a:pt x="3861" y="418"/>
                    </a:cubicBezTo>
                    <a:cubicBezTo>
                      <a:pt x="3861" y="440"/>
                      <a:pt x="3839" y="451"/>
                      <a:pt x="3828"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5" name="Google Shape;49915;p50"/>
              <p:cNvSpPr/>
              <p:nvPr/>
            </p:nvSpPr>
            <p:spPr>
              <a:xfrm>
                <a:off x="581327" y="1200201"/>
                <a:ext cx="527349" cy="60362"/>
              </a:xfrm>
              <a:custGeom>
                <a:avLst/>
                <a:gdLst/>
                <a:ahLst/>
                <a:cxnLst/>
                <a:rect l="l" t="t" r="r" b="b"/>
                <a:pathLst>
                  <a:path w="3949" h="452" extrusionOk="0">
                    <a:moveTo>
                      <a:pt x="3905" y="451"/>
                    </a:moveTo>
                    <a:lnTo>
                      <a:pt x="3905" y="451"/>
                    </a:lnTo>
                    <a:cubicBezTo>
                      <a:pt x="3905" y="451"/>
                      <a:pt x="3058" y="352"/>
                      <a:pt x="1760" y="209"/>
                    </a:cubicBezTo>
                    <a:cubicBezTo>
                      <a:pt x="617" y="77"/>
                      <a:pt x="67" y="385"/>
                      <a:pt x="67" y="385"/>
                    </a:cubicBezTo>
                    <a:cubicBezTo>
                      <a:pt x="45" y="396"/>
                      <a:pt x="23" y="385"/>
                      <a:pt x="12" y="374"/>
                    </a:cubicBezTo>
                    <a:cubicBezTo>
                      <a:pt x="1" y="352"/>
                      <a:pt x="12" y="330"/>
                      <a:pt x="23" y="319"/>
                    </a:cubicBezTo>
                    <a:cubicBezTo>
                      <a:pt x="45" y="308"/>
                      <a:pt x="595" y="0"/>
                      <a:pt x="1760" y="132"/>
                    </a:cubicBezTo>
                    <a:cubicBezTo>
                      <a:pt x="3069" y="275"/>
                      <a:pt x="3916" y="374"/>
                      <a:pt x="3916" y="374"/>
                    </a:cubicBezTo>
                    <a:cubicBezTo>
                      <a:pt x="3938" y="374"/>
                      <a:pt x="3949" y="396"/>
                      <a:pt x="3949" y="418"/>
                    </a:cubicBezTo>
                    <a:cubicBezTo>
                      <a:pt x="3938" y="440"/>
                      <a:pt x="3927" y="451"/>
                      <a:pt x="3905" y="45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6" name="Google Shape;49916;p50"/>
              <p:cNvSpPr/>
              <p:nvPr/>
            </p:nvSpPr>
            <p:spPr>
              <a:xfrm>
                <a:off x="610705" y="1159069"/>
                <a:ext cx="472999" cy="55955"/>
              </a:xfrm>
              <a:custGeom>
                <a:avLst/>
                <a:gdLst/>
                <a:ahLst/>
                <a:cxnLst/>
                <a:rect l="l" t="t" r="r" b="b"/>
                <a:pathLst>
                  <a:path w="3542" h="419" extrusionOk="0">
                    <a:moveTo>
                      <a:pt x="3267" y="418"/>
                    </a:moveTo>
                    <a:cubicBezTo>
                      <a:pt x="3069" y="418"/>
                      <a:pt x="2783" y="407"/>
                      <a:pt x="2486" y="363"/>
                    </a:cubicBezTo>
                    <a:cubicBezTo>
                      <a:pt x="2343" y="341"/>
                      <a:pt x="2200" y="297"/>
                      <a:pt x="2046" y="253"/>
                    </a:cubicBezTo>
                    <a:cubicBezTo>
                      <a:pt x="1716" y="176"/>
                      <a:pt x="1331" y="77"/>
                      <a:pt x="946" y="77"/>
                    </a:cubicBezTo>
                    <a:cubicBezTo>
                      <a:pt x="386" y="77"/>
                      <a:pt x="67" y="319"/>
                      <a:pt x="67" y="319"/>
                    </a:cubicBezTo>
                    <a:cubicBezTo>
                      <a:pt x="56" y="341"/>
                      <a:pt x="23" y="330"/>
                      <a:pt x="12" y="319"/>
                    </a:cubicBezTo>
                    <a:cubicBezTo>
                      <a:pt x="1" y="297"/>
                      <a:pt x="1" y="275"/>
                      <a:pt x="23" y="264"/>
                    </a:cubicBezTo>
                    <a:cubicBezTo>
                      <a:pt x="34" y="253"/>
                      <a:pt x="353" y="0"/>
                      <a:pt x="946" y="0"/>
                    </a:cubicBezTo>
                    <a:cubicBezTo>
                      <a:pt x="1342" y="0"/>
                      <a:pt x="1727" y="99"/>
                      <a:pt x="2057" y="187"/>
                    </a:cubicBezTo>
                    <a:cubicBezTo>
                      <a:pt x="2222" y="231"/>
                      <a:pt x="2365" y="264"/>
                      <a:pt x="2497" y="286"/>
                    </a:cubicBezTo>
                    <a:cubicBezTo>
                      <a:pt x="3025" y="374"/>
                      <a:pt x="3498" y="341"/>
                      <a:pt x="3509" y="341"/>
                    </a:cubicBezTo>
                    <a:cubicBezTo>
                      <a:pt x="3531" y="341"/>
                      <a:pt x="3542" y="352"/>
                      <a:pt x="3542" y="374"/>
                    </a:cubicBezTo>
                    <a:cubicBezTo>
                      <a:pt x="3542" y="396"/>
                      <a:pt x="3531" y="418"/>
                      <a:pt x="3509" y="418"/>
                    </a:cubicBezTo>
                    <a:cubicBezTo>
                      <a:pt x="3509" y="418"/>
                      <a:pt x="3410" y="418"/>
                      <a:pt x="3267" y="41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7" name="Google Shape;49917;p50"/>
              <p:cNvSpPr/>
              <p:nvPr/>
            </p:nvSpPr>
            <p:spPr>
              <a:xfrm>
                <a:off x="590140" y="1034205"/>
                <a:ext cx="500909" cy="149971"/>
              </a:xfrm>
              <a:custGeom>
                <a:avLst/>
                <a:gdLst/>
                <a:ahLst/>
                <a:cxnLst/>
                <a:rect l="l" t="t" r="r" b="b"/>
                <a:pathLst>
                  <a:path w="3751" h="1123" extrusionOk="0">
                    <a:moveTo>
                      <a:pt x="3707" y="1122"/>
                    </a:moveTo>
                    <a:lnTo>
                      <a:pt x="3707" y="1122"/>
                    </a:lnTo>
                    <a:cubicBezTo>
                      <a:pt x="3685" y="1111"/>
                      <a:pt x="3069" y="1067"/>
                      <a:pt x="2695" y="738"/>
                    </a:cubicBezTo>
                    <a:cubicBezTo>
                      <a:pt x="2640" y="694"/>
                      <a:pt x="2585" y="650"/>
                      <a:pt x="2530" y="595"/>
                    </a:cubicBezTo>
                    <a:cubicBezTo>
                      <a:pt x="2255" y="342"/>
                      <a:pt x="1969" y="78"/>
                      <a:pt x="1617" y="78"/>
                    </a:cubicBezTo>
                    <a:cubicBezTo>
                      <a:pt x="1276" y="78"/>
                      <a:pt x="1144" y="199"/>
                      <a:pt x="902" y="441"/>
                    </a:cubicBezTo>
                    <a:cubicBezTo>
                      <a:pt x="859" y="485"/>
                      <a:pt x="804" y="529"/>
                      <a:pt x="749" y="573"/>
                    </a:cubicBezTo>
                    <a:cubicBezTo>
                      <a:pt x="375" y="913"/>
                      <a:pt x="67" y="979"/>
                      <a:pt x="45" y="979"/>
                    </a:cubicBezTo>
                    <a:cubicBezTo>
                      <a:pt x="34" y="990"/>
                      <a:pt x="12" y="968"/>
                      <a:pt x="1" y="946"/>
                    </a:cubicBezTo>
                    <a:cubicBezTo>
                      <a:pt x="1" y="935"/>
                      <a:pt x="12" y="913"/>
                      <a:pt x="34" y="902"/>
                    </a:cubicBezTo>
                    <a:cubicBezTo>
                      <a:pt x="34" y="902"/>
                      <a:pt x="342" y="848"/>
                      <a:pt x="694" y="518"/>
                    </a:cubicBezTo>
                    <a:cubicBezTo>
                      <a:pt x="749" y="474"/>
                      <a:pt x="804" y="419"/>
                      <a:pt x="848" y="386"/>
                    </a:cubicBezTo>
                    <a:cubicBezTo>
                      <a:pt x="1100" y="144"/>
                      <a:pt x="1243" y="1"/>
                      <a:pt x="1617" y="1"/>
                    </a:cubicBezTo>
                    <a:cubicBezTo>
                      <a:pt x="1991" y="1"/>
                      <a:pt x="2288" y="276"/>
                      <a:pt x="2574" y="540"/>
                    </a:cubicBezTo>
                    <a:cubicBezTo>
                      <a:pt x="2629" y="584"/>
                      <a:pt x="2684" y="639"/>
                      <a:pt x="2739" y="683"/>
                    </a:cubicBezTo>
                    <a:cubicBezTo>
                      <a:pt x="3091" y="990"/>
                      <a:pt x="3707" y="1045"/>
                      <a:pt x="3707" y="1045"/>
                    </a:cubicBezTo>
                    <a:cubicBezTo>
                      <a:pt x="3729" y="1045"/>
                      <a:pt x="3751" y="1056"/>
                      <a:pt x="3740" y="1078"/>
                    </a:cubicBezTo>
                    <a:cubicBezTo>
                      <a:pt x="3740" y="1100"/>
                      <a:pt x="3729" y="1111"/>
                      <a:pt x="3707" y="1111"/>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8" name="Google Shape;49918;p50"/>
              <p:cNvSpPr/>
              <p:nvPr/>
            </p:nvSpPr>
            <p:spPr>
              <a:xfrm>
                <a:off x="641553" y="1104717"/>
                <a:ext cx="361359" cy="57424"/>
              </a:xfrm>
              <a:custGeom>
                <a:avLst/>
                <a:gdLst/>
                <a:ahLst/>
                <a:cxnLst/>
                <a:rect l="l" t="t" r="r" b="b"/>
                <a:pathLst>
                  <a:path w="2706" h="430" extrusionOk="0">
                    <a:moveTo>
                      <a:pt x="2673" y="429"/>
                    </a:moveTo>
                    <a:cubicBezTo>
                      <a:pt x="2409" y="429"/>
                      <a:pt x="2112" y="341"/>
                      <a:pt x="1815" y="254"/>
                    </a:cubicBezTo>
                    <a:cubicBezTo>
                      <a:pt x="1529" y="166"/>
                      <a:pt x="1232" y="78"/>
                      <a:pt x="979" y="78"/>
                    </a:cubicBezTo>
                    <a:cubicBezTo>
                      <a:pt x="485" y="78"/>
                      <a:pt x="67" y="276"/>
                      <a:pt x="67" y="276"/>
                    </a:cubicBezTo>
                    <a:cubicBezTo>
                      <a:pt x="45" y="287"/>
                      <a:pt x="23" y="276"/>
                      <a:pt x="12" y="265"/>
                    </a:cubicBezTo>
                    <a:cubicBezTo>
                      <a:pt x="1" y="243"/>
                      <a:pt x="12" y="221"/>
                      <a:pt x="34" y="210"/>
                    </a:cubicBezTo>
                    <a:cubicBezTo>
                      <a:pt x="45" y="199"/>
                      <a:pt x="463" y="1"/>
                      <a:pt x="979" y="1"/>
                    </a:cubicBezTo>
                    <a:cubicBezTo>
                      <a:pt x="1243" y="1"/>
                      <a:pt x="1540" y="89"/>
                      <a:pt x="1837" y="177"/>
                    </a:cubicBezTo>
                    <a:cubicBezTo>
                      <a:pt x="2123" y="265"/>
                      <a:pt x="2420" y="352"/>
                      <a:pt x="2673" y="352"/>
                    </a:cubicBezTo>
                    <a:cubicBezTo>
                      <a:pt x="2695" y="352"/>
                      <a:pt x="2706" y="374"/>
                      <a:pt x="2706" y="385"/>
                    </a:cubicBezTo>
                    <a:cubicBezTo>
                      <a:pt x="2706" y="407"/>
                      <a:pt x="2695" y="429"/>
                      <a:pt x="2673" y="42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9" name="Google Shape;49919;p50"/>
              <p:cNvSpPr/>
              <p:nvPr/>
            </p:nvSpPr>
            <p:spPr>
              <a:xfrm>
                <a:off x="695903" y="1066523"/>
                <a:ext cx="208723" cy="48610"/>
              </a:xfrm>
              <a:custGeom>
                <a:avLst/>
                <a:gdLst/>
                <a:ahLst/>
                <a:cxnLst/>
                <a:rect l="l" t="t" r="r" b="b"/>
                <a:pathLst>
                  <a:path w="1563" h="364" extrusionOk="0">
                    <a:moveTo>
                      <a:pt x="1518" y="364"/>
                    </a:moveTo>
                    <a:cubicBezTo>
                      <a:pt x="1518" y="364"/>
                      <a:pt x="1507" y="364"/>
                      <a:pt x="1507" y="353"/>
                    </a:cubicBezTo>
                    <a:cubicBezTo>
                      <a:pt x="1419" y="320"/>
                      <a:pt x="1342" y="287"/>
                      <a:pt x="1265" y="254"/>
                    </a:cubicBezTo>
                    <a:cubicBezTo>
                      <a:pt x="1067" y="155"/>
                      <a:pt x="891" y="78"/>
                      <a:pt x="616" y="78"/>
                    </a:cubicBezTo>
                    <a:cubicBezTo>
                      <a:pt x="253" y="78"/>
                      <a:pt x="67" y="243"/>
                      <a:pt x="67" y="243"/>
                    </a:cubicBezTo>
                    <a:cubicBezTo>
                      <a:pt x="45" y="254"/>
                      <a:pt x="23" y="254"/>
                      <a:pt x="12" y="232"/>
                    </a:cubicBezTo>
                    <a:cubicBezTo>
                      <a:pt x="1" y="221"/>
                      <a:pt x="1" y="199"/>
                      <a:pt x="12" y="188"/>
                    </a:cubicBezTo>
                    <a:cubicBezTo>
                      <a:pt x="23" y="177"/>
                      <a:pt x="220" y="1"/>
                      <a:pt x="616" y="1"/>
                    </a:cubicBezTo>
                    <a:cubicBezTo>
                      <a:pt x="913" y="1"/>
                      <a:pt x="1100" y="89"/>
                      <a:pt x="1298" y="188"/>
                    </a:cubicBezTo>
                    <a:cubicBezTo>
                      <a:pt x="1375" y="221"/>
                      <a:pt x="1452" y="254"/>
                      <a:pt x="1540" y="287"/>
                    </a:cubicBezTo>
                    <a:cubicBezTo>
                      <a:pt x="1551" y="298"/>
                      <a:pt x="1562" y="320"/>
                      <a:pt x="1562" y="331"/>
                    </a:cubicBezTo>
                    <a:cubicBezTo>
                      <a:pt x="1551" y="353"/>
                      <a:pt x="1540" y="364"/>
                      <a:pt x="1518" y="36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0" name="Google Shape;49920;p50"/>
              <p:cNvSpPr/>
              <p:nvPr/>
            </p:nvSpPr>
            <p:spPr>
              <a:xfrm>
                <a:off x="598954" y="981322"/>
                <a:ext cx="492095" cy="170537"/>
              </a:xfrm>
              <a:custGeom>
                <a:avLst/>
                <a:gdLst/>
                <a:ahLst/>
                <a:cxnLst/>
                <a:rect l="l" t="t" r="r" b="b"/>
                <a:pathLst>
                  <a:path w="3685" h="1277" extrusionOk="0">
                    <a:moveTo>
                      <a:pt x="3641" y="1276"/>
                    </a:moveTo>
                    <a:cubicBezTo>
                      <a:pt x="3641" y="1276"/>
                      <a:pt x="3641" y="1276"/>
                      <a:pt x="3630" y="1276"/>
                    </a:cubicBezTo>
                    <a:cubicBezTo>
                      <a:pt x="3608" y="1265"/>
                      <a:pt x="3080" y="1090"/>
                      <a:pt x="2684" y="793"/>
                    </a:cubicBezTo>
                    <a:cubicBezTo>
                      <a:pt x="2563" y="705"/>
                      <a:pt x="2453" y="606"/>
                      <a:pt x="2354" y="518"/>
                    </a:cubicBezTo>
                    <a:cubicBezTo>
                      <a:pt x="2079" y="276"/>
                      <a:pt x="1848" y="78"/>
                      <a:pt x="1617" y="78"/>
                    </a:cubicBezTo>
                    <a:cubicBezTo>
                      <a:pt x="1287" y="78"/>
                      <a:pt x="1199" y="155"/>
                      <a:pt x="738" y="606"/>
                    </a:cubicBezTo>
                    <a:cubicBezTo>
                      <a:pt x="386" y="958"/>
                      <a:pt x="67" y="1068"/>
                      <a:pt x="56" y="1068"/>
                    </a:cubicBezTo>
                    <a:cubicBezTo>
                      <a:pt x="34" y="1079"/>
                      <a:pt x="12" y="1068"/>
                      <a:pt x="12" y="1046"/>
                    </a:cubicBezTo>
                    <a:cubicBezTo>
                      <a:pt x="1" y="1024"/>
                      <a:pt x="12" y="1002"/>
                      <a:pt x="34" y="1002"/>
                    </a:cubicBezTo>
                    <a:cubicBezTo>
                      <a:pt x="34" y="1002"/>
                      <a:pt x="353" y="892"/>
                      <a:pt x="694" y="551"/>
                    </a:cubicBezTo>
                    <a:cubicBezTo>
                      <a:pt x="1144" y="100"/>
                      <a:pt x="1254" y="1"/>
                      <a:pt x="1617" y="1"/>
                    </a:cubicBezTo>
                    <a:cubicBezTo>
                      <a:pt x="1881" y="1"/>
                      <a:pt x="2123" y="210"/>
                      <a:pt x="2398" y="452"/>
                    </a:cubicBezTo>
                    <a:cubicBezTo>
                      <a:pt x="2508" y="551"/>
                      <a:pt x="2607" y="639"/>
                      <a:pt x="2728" y="727"/>
                    </a:cubicBezTo>
                    <a:cubicBezTo>
                      <a:pt x="3113" y="1024"/>
                      <a:pt x="3652" y="1200"/>
                      <a:pt x="3652" y="1200"/>
                    </a:cubicBezTo>
                    <a:cubicBezTo>
                      <a:pt x="3674" y="1211"/>
                      <a:pt x="3685" y="1233"/>
                      <a:pt x="3685" y="1254"/>
                    </a:cubicBezTo>
                    <a:cubicBezTo>
                      <a:pt x="3674" y="1265"/>
                      <a:pt x="3663" y="1276"/>
                      <a:pt x="3641" y="127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1" name="Google Shape;49921;p50"/>
              <p:cNvSpPr/>
              <p:nvPr/>
            </p:nvSpPr>
            <p:spPr>
              <a:xfrm>
                <a:off x="610705" y="922563"/>
                <a:ext cx="461247" cy="188165"/>
              </a:xfrm>
              <a:custGeom>
                <a:avLst/>
                <a:gdLst/>
                <a:ahLst/>
                <a:cxnLst/>
                <a:rect l="l" t="t" r="r" b="b"/>
                <a:pathLst>
                  <a:path w="3454" h="1409" extrusionOk="0">
                    <a:moveTo>
                      <a:pt x="3410" y="1409"/>
                    </a:moveTo>
                    <a:cubicBezTo>
                      <a:pt x="3410" y="1409"/>
                      <a:pt x="3399" y="1409"/>
                      <a:pt x="3399" y="1409"/>
                    </a:cubicBezTo>
                    <a:cubicBezTo>
                      <a:pt x="3377" y="1398"/>
                      <a:pt x="3003" y="1233"/>
                      <a:pt x="2585" y="859"/>
                    </a:cubicBezTo>
                    <a:cubicBezTo>
                      <a:pt x="2519" y="793"/>
                      <a:pt x="2453" y="727"/>
                      <a:pt x="2376" y="650"/>
                    </a:cubicBezTo>
                    <a:cubicBezTo>
                      <a:pt x="2101" y="386"/>
                      <a:pt x="1804" y="78"/>
                      <a:pt x="1551" y="78"/>
                    </a:cubicBezTo>
                    <a:cubicBezTo>
                      <a:pt x="1309" y="78"/>
                      <a:pt x="1166" y="221"/>
                      <a:pt x="935" y="452"/>
                    </a:cubicBezTo>
                    <a:cubicBezTo>
                      <a:pt x="880" y="507"/>
                      <a:pt x="814" y="573"/>
                      <a:pt x="748" y="639"/>
                    </a:cubicBezTo>
                    <a:cubicBezTo>
                      <a:pt x="353" y="1013"/>
                      <a:pt x="78" y="1189"/>
                      <a:pt x="67" y="1200"/>
                    </a:cubicBezTo>
                    <a:cubicBezTo>
                      <a:pt x="45" y="1211"/>
                      <a:pt x="23" y="1200"/>
                      <a:pt x="12" y="1189"/>
                    </a:cubicBezTo>
                    <a:cubicBezTo>
                      <a:pt x="1" y="1167"/>
                      <a:pt x="1" y="1145"/>
                      <a:pt x="23" y="1134"/>
                    </a:cubicBezTo>
                    <a:cubicBezTo>
                      <a:pt x="23" y="1134"/>
                      <a:pt x="298" y="958"/>
                      <a:pt x="694" y="584"/>
                    </a:cubicBezTo>
                    <a:cubicBezTo>
                      <a:pt x="770" y="518"/>
                      <a:pt x="825" y="452"/>
                      <a:pt x="880" y="397"/>
                    </a:cubicBezTo>
                    <a:cubicBezTo>
                      <a:pt x="1122" y="155"/>
                      <a:pt x="1276" y="1"/>
                      <a:pt x="1551" y="1"/>
                    </a:cubicBezTo>
                    <a:cubicBezTo>
                      <a:pt x="1837" y="1"/>
                      <a:pt x="2145" y="320"/>
                      <a:pt x="2431" y="595"/>
                    </a:cubicBezTo>
                    <a:cubicBezTo>
                      <a:pt x="2497" y="672"/>
                      <a:pt x="2574" y="738"/>
                      <a:pt x="2640" y="804"/>
                    </a:cubicBezTo>
                    <a:cubicBezTo>
                      <a:pt x="3047" y="1167"/>
                      <a:pt x="3421" y="1332"/>
                      <a:pt x="3421" y="1332"/>
                    </a:cubicBezTo>
                    <a:cubicBezTo>
                      <a:pt x="3443" y="1343"/>
                      <a:pt x="3454" y="1365"/>
                      <a:pt x="3443" y="1387"/>
                    </a:cubicBezTo>
                    <a:cubicBezTo>
                      <a:pt x="3443" y="1398"/>
                      <a:pt x="3421" y="1409"/>
                      <a:pt x="3410" y="140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2" name="Google Shape;49922;p50"/>
              <p:cNvSpPr/>
              <p:nvPr/>
            </p:nvSpPr>
            <p:spPr>
              <a:xfrm>
                <a:off x="598954" y="869813"/>
                <a:ext cx="461247" cy="210066"/>
              </a:xfrm>
              <a:custGeom>
                <a:avLst/>
                <a:gdLst/>
                <a:ahLst/>
                <a:cxnLst/>
                <a:rect l="l" t="t" r="r" b="b"/>
                <a:pathLst>
                  <a:path w="3454" h="1573" extrusionOk="0">
                    <a:moveTo>
                      <a:pt x="3410" y="1573"/>
                    </a:moveTo>
                    <a:cubicBezTo>
                      <a:pt x="3410" y="1573"/>
                      <a:pt x="3399" y="1573"/>
                      <a:pt x="3388" y="1573"/>
                    </a:cubicBezTo>
                    <a:cubicBezTo>
                      <a:pt x="3377" y="1562"/>
                      <a:pt x="3146" y="1419"/>
                      <a:pt x="2673" y="979"/>
                    </a:cubicBezTo>
                    <a:cubicBezTo>
                      <a:pt x="2574" y="891"/>
                      <a:pt x="2486" y="792"/>
                      <a:pt x="2387" y="682"/>
                    </a:cubicBezTo>
                    <a:cubicBezTo>
                      <a:pt x="2123" y="385"/>
                      <a:pt x="1859" y="77"/>
                      <a:pt x="1551" y="77"/>
                    </a:cubicBezTo>
                    <a:cubicBezTo>
                      <a:pt x="1221" y="77"/>
                      <a:pt x="990" y="374"/>
                      <a:pt x="771" y="660"/>
                    </a:cubicBezTo>
                    <a:cubicBezTo>
                      <a:pt x="738" y="693"/>
                      <a:pt x="705" y="737"/>
                      <a:pt x="683" y="770"/>
                    </a:cubicBezTo>
                    <a:cubicBezTo>
                      <a:pt x="430" y="1078"/>
                      <a:pt x="78" y="1342"/>
                      <a:pt x="67" y="1353"/>
                    </a:cubicBezTo>
                    <a:cubicBezTo>
                      <a:pt x="45" y="1364"/>
                      <a:pt x="23" y="1364"/>
                      <a:pt x="12" y="1342"/>
                    </a:cubicBezTo>
                    <a:cubicBezTo>
                      <a:pt x="1" y="1331"/>
                      <a:pt x="1" y="1298"/>
                      <a:pt x="23" y="1287"/>
                    </a:cubicBezTo>
                    <a:cubicBezTo>
                      <a:pt x="23" y="1287"/>
                      <a:pt x="386" y="1023"/>
                      <a:pt x="617" y="726"/>
                    </a:cubicBezTo>
                    <a:cubicBezTo>
                      <a:pt x="650" y="682"/>
                      <a:pt x="683" y="649"/>
                      <a:pt x="716" y="616"/>
                    </a:cubicBezTo>
                    <a:cubicBezTo>
                      <a:pt x="935" y="330"/>
                      <a:pt x="1177" y="0"/>
                      <a:pt x="1551" y="0"/>
                    </a:cubicBezTo>
                    <a:cubicBezTo>
                      <a:pt x="1892" y="0"/>
                      <a:pt x="2178" y="319"/>
                      <a:pt x="2442" y="627"/>
                    </a:cubicBezTo>
                    <a:cubicBezTo>
                      <a:pt x="2541" y="737"/>
                      <a:pt x="2629" y="836"/>
                      <a:pt x="2728" y="924"/>
                    </a:cubicBezTo>
                    <a:cubicBezTo>
                      <a:pt x="3190" y="1364"/>
                      <a:pt x="3432" y="1507"/>
                      <a:pt x="3432" y="1507"/>
                    </a:cubicBezTo>
                    <a:cubicBezTo>
                      <a:pt x="3443" y="1518"/>
                      <a:pt x="3454" y="1540"/>
                      <a:pt x="3443" y="1551"/>
                    </a:cubicBezTo>
                    <a:cubicBezTo>
                      <a:pt x="3432" y="1562"/>
                      <a:pt x="3421" y="1573"/>
                      <a:pt x="3410" y="1573"/>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3" name="Google Shape;49923;p50"/>
              <p:cNvSpPr/>
              <p:nvPr/>
            </p:nvSpPr>
            <p:spPr>
              <a:xfrm>
                <a:off x="598954" y="824274"/>
                <a:ext cx="446558" cy="211535"/>
              </a:xfrm>
              <a:custGeom>
                <a:avLst/>
                <a:gdLst/>
                <a:ahLst/>
                <a:cxnLst/>
                <a:rect l="l" t="t" r="r" b="b"/>
                <a:pathLst>
                  <a:path w="3344" h="1584" extrusionOk="0">
                    <a:moveTo>
                      <a:pt x="3311" y="1584"/>
                    </a:moveTo>
                    <a:cubicBezTo>
                      <a:pt x="3300" y="1584"/>
                      <a:pt x="3289" y="1584"/>
                      <a:pt x="3289" y="1573"/>
                    </a:cubicBezTo>
                    <a:cubicBezTo>
                      <a:pt x="3278" y="1573"/>
                      <a:pt x="2959" y="1309"/>
                      <a:pt x="2563" y="836"/>
                    </a:cubicBezTo>
                    <a:cubicBezTo>
                      <a:pt x="2530" y="792"/>
                      <a:pt x="2497" y="748"/>
                      <a:pt x="2453" y="704"/>
                    </a:cubicBezTo>
                    <a:cubicBezTo>
                      <a:pt x="2222" y="407"/>
                      <a:pt x="1958" y="77"/>
                      <a:pt x="1606" y="77"/>
                    </a:cubicBezTo>
                    <a:cubicBezTo>
                      <a:pt x="1210" y="77"/>
                      <a:pt x="968" y="352"/>
                      <a:pt x="661" y="704"/>
                    </a:cubicBezTo>
                    <a:lnTo>
                      <a:pt x="606" y="748"/>
                    </a:lnTo>
                    <a:cubicBezTo>
                      <a:pt x="276" y="1122"/>
                      <a:pt x="78" y="1265"/>
                      <a:pt x="67" y="1276"/>
                    </a:cubicBezTo>
                    <a:cubicBezTo>
                      <a:pt x="56" y="1287"/>
                      <a:pt x="23" y="1287"/>
                      <a:pt x="12" y="1265"/>
                    </a:cubicBezTo>
                    <a:cubicBezTo>
                      <a:pt x="1" y="1254"/>
                      <a:pt x="12" y="1232"/>
                      <a:pt x="23" y="1221"/>
                    </a:cubicBezTo>
                    <a:cubicBezTo>
                      <a:pt x="23" y="1221"/>
                      <a:pt x="232" y="1067"/>
                      <a:pt x="551" y="704"/>
                    </a:cubicBezTo>
                    <a:lnTo>
                      <a:pt x="606" y="649"/>
                    </a:lnTo>
                    <a:cubicBezTo>
                      <a:pt x="913" y="308"/>
                      <a:pt x="1177" y="0"/>
                      <a:pt x="1606" y="0"/>
                    </a:cubicBezTo>
                    <a:cubicBezTo>
                      <a:pt x="1991" y="0"/>
                      <a:pt x="2277" y="363"/>
                      <a:pt x="2508" y="660"/>
                    </a:cubicBezTo>
                    <a:cubicBezTo>
                      <a:pt x="2552" y="704"/>
                      <a:pt x="2585" y="748"/>
                      <a:pt x="2618" y="792"/>
                    </a:cubicBezTo>
                    <a:cubicBezTo>
                      <a:pt x="3014" y="1254"/>
                      <a:pt x="3322" y="1518"/>
                      <a:pt x="3333" y="1518"/>
                    </a:cubicBezTo>
                    <a:cubicBezTo>
                      <a:pt x="3344" y="1529"/>
                      <a:pt x="3344" y="1551"/>
                      <a:pt x="3333" y="1573"/>
                    </a:cubicBezTo>
                    <a:cubicBezTo>
                      <a:pt x="3333" y="1573"/>
                      <a:pt x="3322" y="1584"/>
                      <a:pt x="3311" y="1584"/>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4" name="Google Shape;49924;p50"/>
              <p:cNvSpPr/>
              <p:nvPr/>
            </p:nvSpPr>
            <p:spPr>
              <a:xfrm>
                <a:off x="598954" y="762577"/>
                <a:ext cx="428930" cy="215942"/>
              </a:xfrm>
              <a:custGeom>
                <a:avLst/>
                <a:gdLst/>
                <a:ahLst/>
                <a:cxnLst/>
                <a:rect l="l" t="t" r="r" b="b"/>
                <a:pathLst>
                  <a:path w="3212" h="1617" extrusionOk="0">
                    <a:moveTo>
                      <a:pt x="3168" y="1617"/>
                    </a:moveTo>
                    <a:cubicBezTo>
                      <a:pt x="3157" y="1617"/>
                      <a:pt x="3146" y="1617"/>
                      <a:pt x="3146" y="1606"/>
                    </a:cubicBezTo>
                    <a:cubicBezTo>
                      <a:pt x="3135" y="1595"/>
                      <a:pt x="2772" y="1188"/>
                      <a:pt x="2486" y="759"/>
                    </a:cubicBezTo>
                    <a:cubicBezTo>
                      <a:pt x="2332" y="517"/>
                      <a:pt x="2035" y="77"/>
                      <a:pt x="1606" y="77"/>
                    </a:cubicBezTo>
                    <a:cubicBezTo>
                      <a:pt x="1177" y="77"/>
                      <a:pt x="924" y="418"/>
                      <a:pt x="661" y="748"/>
                    </a:cubicBezTo>
                    <a:lnTo>
                      <a:pt x="639" y="770"/>
                    </a:lnTo>
                    <a:cubicBezTo>
                      <a:pt x="364" y="1111"/>
                      <a:pt x="78" y="1364"/>
                      <a:pt x="67" y="1364"/>
                    </a:cubicBezTo>
                    <a:cubicBezTo>
                      <a:pt x="56" y="1375"/>
                      <a:pt x="34" y="1375"/>
                      <a:pt x="12" y="1364"/>
                    </a:cubicBezTo>
                    <a:cubicBezTo>
                      <a:pt x="1" y="1353"/>
                      <a:pt x="1" y="1320"/>
                      <a:pt x="23" y="1309"/>
                    </a:cubicBezTo>
                    <a:cubicBezTo>
                      <a:pt x="23" y="1309"/>
                      <a:pt x="309" y="1056"/>
                      <a:pt x="584" y="715"/>
                    </a:cubicBezTo>
                    <a:lnTo>
                      <a:pt x="606" y="693"/>
                    </a:lnTo>
                    <a:cubicBezTo>
                      <a:pt x="869" y="374"/>
                      <a:pt x="1166" y="0"/>
                      <a:pt x="1606" y="0"/>
                    </a:cubicBezTo>
                    <a:cubicBezTo>
                      <a:pt x="2079" y="0"/>
                      <a:pt x="2387" y="473"/>
                      <a:pt x="2552" y="715"/>
                    </a:cubicBezTo>
                    <a:cubicBezTo>
                      <a:pt x="2827" y="1144"/>
                      <a:pt x="3190" y="1551"/>
                      <a:pt x="3201" y="1551"/>
                    </a:cubicBezTo>
                    <a:cubicBezTo>
                      <a:pt x="3212" y="1573"/>
                      <a:pt x="3212" y="1595"/>
                      <a:pt x="3190" y="1606"/>
                    </a:cubicBezTo>
                    <a:cubicBezTo>
                      <a:pt x="3190" y="1617"/>
                      <a:pt x="3179" y="1617"/>
                      <a:pt x="3168" y="1617"/>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5" name="Google Shape;49925;p50"/>
              <p:cNvSpPr/>
              <p:nvPr/>
            </p:nvSpPr>
            <p:spPr>
              <a:xfrm>
                <a:off x="613643" y="708224"/>
                <a:ext cx="414241" cy="218880"/>
              </a:xfrm>
              <a:custGeom>
                <a:avLst/>
                <a:gdLst/>
                <a:ahLst/>
                <a:cxnLst/>
                <a:rect l="l" t="t" r="r" b="b"/>
                <a:pathLst>
                  <a:path w="3102" h="1639" extrusionOk="0">
                    <a:moveTo>
                      <a:pt x="3058" y="1639"/>
                    </a:moveTo>
                    <a:cubicBezTo>
                      <a:pt x="3047" y="1639"/>
                      <a:pt x="3036" y="1628"/>
                      <a:pt x="3036" y="1617"/>
                    </a:cubicBezTo>
                    <a:cubicBezTo>
                      <a:pt x="3025" y="1617"/>
                      <a:pt x="2772" y="1309"/>
                      <a:pt x="2409" y="759"/>
                    </a:cubicBezTo>
                    <a:cubicBezTo>
                      <a:pt x="2145" y="352"/>
                      <a:pt x="1881" y="77"/>
                      <a:pt x="1485" y="77"/>
                    </a:cubicBezTo>
                    <a:cubicBezTo>
                      <a:pt x="1078" y="77"/>
                      <a:pt x="847" y="363"/>
                      <a:pt x="639" y="649"/>
                    </a:cubicBezTo>
                    <a:cubicBezTo>
                      <a:pt x="298" y="1111"/>
                      <a:pt x="67" y="1331"/>
                      <a:pt x="67" y="1342"/>
                    </a:cubicBezTo>
                    <a:cubicBezTo>
                      <a:pt x="45" y="1353"/>
                      <a:pt x="23" y="1353"/>
                      <a:pt x="12" y="1342"/>
                    </a:cubicBezTo>
                    <a:cubicBezTo>
                      <a:pt x="1" y="1320"/>
                      <a:pt x="1" y="1298"/>
                      <a:pt x="12" y="1287"/>
                    </a:cubicBezTo>
                    <a:cubicBezTo>
                      <a:pt x="12" y="1287"/>
                      <a:pt x="243" y="1056"/>
                      <a:pt x="573" y="605"/>
                    </a:cubicBezTo>
                    <a:cubicBezTo>
                      <a:pt x="792" y="319"/>
                      <a:pt x="1056" y="0"/>
                      <a:pt x="1485" y="0"/>
                    </a:cubicBezTo>
                    <a:cubicBezTo>
                      <a:pt x="1947" y="0"/>
                      <a:pt x="2233" y="352"/>
                      <a:pt x="2475" y="715"/>
                    </a:cubicBezTo>
                    <a:cubicBezTo>
                      <a:pt x="2838" y="1265"/>
                      <a:pt x="3091" y="1573"/>
                      <a:pt x="3091" y="1573"/>
                    </a:cubicBezTo>
                    <a:cubicBezTo>
                      <a:pt x="3102" y="1595"/>
                      <a:pt x="3102" y="1617"/>
                      <a:pt x="3080" y="1628"/>
                    </a:cubicBezTo>
                    <a:cubicBezTo>
                      <a:pt x="3080" y="1628"/>
                      <a:pt x="3069" y="1639"/>
                      <a:pt x="3058" y="1639"/>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6" name="Google Shape;49926;p50"/>
              <p:cNvSpPr/>
              <p:nvPr/>
            </p:nvSpPr>
            <p:spPr>
              <a:xfrm>
                <a:off x="623926" y="665624"/>
                <a:ext cx="412772" cy="214607"/>
              </a:xfrm>
              <a:custGeom>
                <a:avLst/>
                <a:gdLst/>
                <a:ahLst/>
                <a:cxnLst/>
                <a:rect l="l" t="t" r="r" b="b"/>
                <a:pathLst>
                  <a:path w="3091" h="1607" extrusionOk="0">
                    <a:moveTo>
                      <a:pt x="3047" y="1606"/>
                    </a:moveTo>
                    <a:cubicBezTo>
                      <a:pt x="3036" y="1606"/>
                      <a:pt x="3025" y="1606"/>
                      <a:pt x="3014" y="1595"/>
                    </a:cubicBezTo>
                    <a:cubicBezTo>
                      <a:pt x="2959" y="1507"/>
                      <a:pt x="2904" y="1408"/>
                      <a:pt x="2838" y="1309"/>
                    </a:cubicBezTo>
                    <a:cubicBezTo>
                      <a:pt x="2508" y="759"/>
                      <a:pt x="2090" y="77"/>
                      <a:pt x="1419" y="77"/>
                    </a:cubicBezTo>
                    <a:cubicBezTo>
                      <a:pt x="902" y="77"/>
                      <a:pt x="540" y="561"/>
                      <a:pt x="276" y="913"/>
                    </a:cubicBezTo>
                    <a:cubicBezTo>
                      <a:pt x="199" y="1001"/>
                      <a:pt x="133" y="1100"/>
                      <a:pt x="78" y="1166"/>
                    </a:cubicBezTo>
                    <a:cubicBezTo>
                      <a:pt x="56" y="1177"/>
                      <a:pt x="34" y="1177"/>
                      <a:pt x="23" y="1166"/>
                    </a:cubicBezTo>
                    <a:cubicBezTo>
                      <a:pt x="1" y="1155"/>
                      <a:pt x="1" y="1133"/>
                      <a:pt x="23" y="1111"/>
                    </a:cubicBezTo>
                    <a:cubicBezTo>
                      <a:pt x="78" y="1045"/>
                      <a:pt x="144" y="968"/>
                      <a:pt x="210" y="869"/>
                    </a:cubicBezTo>
                    <a:cubicBezTo>
                      <a:pt x="485" y="495"/>
                      <a:pt x="869" y="0"/>
                      <a:pt x="1419" y="0"/>
                    </a:cubicBezTo>
                    <a:cubicBezTo>
                      <a:pt x="2134" y="0"/>
                      <a:pt x="2574" y="726"/>
                      <a:pt x="2904" y="1265"/>
                    </a:cubicBezTo>
                    <a:cubicBezTo>
                      <a:pt x="2959" y="1364"/>
                      <a:pt x="3025" y="1463"/>
                      <a:pt x="3080" y="1551"/>
                    </a:cubicBezTo>
                    <a:cubicBezTo>
                      <a:pt x="3091" y="1562"/>
                      <a:pt x="3080" y="1584"/>
                      <a:pt x="3069" y="1595"/>
                    </a:cubicBezTo>
                    <a:cubicBezTo>
                      <a:pt x="3058" y="1606"/>
                      <a:pt x="3047" y="1606"/>
                      <a:pt x="3047" y="1606"/>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7" name="Google Shape;49927;p50"/>
              <p:cNvSpPr/>
              <p:nvPr/>
            </p:nvSpPr>
            <p:spPr>
              <a:xfrm>
                <a:off x="638615" y="624492"/>
                <a:ext cx="386331" cy="173475"/>
              </a:xfrm>
              <a:custGeom>
                <a:avLst/>
                <a:gdLst/>
                <a:ahLst/>
                <a:cxnLst/>
                <a:rect l="l" t="t" r="r" b="b"/>
                <a:pathLst>
                  <a:path w="2893" h="1299" extrusionOk="0">
                    <a:moveTo>
                      <a:pt x="2849" y="1298"/>
                    </a:moveTo>
                    <a:cubicBezTo>
                      <a:pt x="2838" y="1298"/>
                      <a:pt x="2827" y="1287"/>
                      <a:pt x="2816" y="1276"/>
                    </a:cubicBezTo>
                    <a:cubicBezTo>
                      <a:pt x="2816" y="1265"/>
                      <a:pt x="2222" y="154"/>
                      <a:pt x="1397" y="122"/>
                    </a:cubicBezTo>
                    <a:cubicBezTo>
                      <a:pt x="539" y="78"/>
                      <a:pt x="89" y="913"/>
                      <a:pt x="78" y="924"/>
                    </a:cubicBezTo>
                    <a:cubicBezTo>
                      <a:pt x="67" y="935"/>
                      <a:pt x="45" y="946"/>
                      <a:pt x="34" y="935"/>
                    </a:cubicBezTo>
                    <a:cubicBezTo>
                      <a:pt x="12" y="924"/>
                      <a:pt x="1" y="902"/>
                      <a:pt x="12" y="880"/>
                    </a:cubicBezTo>
                    <a:cubicBezTo>
                      <a:pt x="12" y="880"/>
                      <a:pt x="496" y="1"/>
                      <a:pt x="1408" y="45"/>
                    </a:cubicBezTo>
                    <a:cubicBezTo>
                      <a:pt x="2266" y="89"/>
                      <a:pt x="2860" y="1188"/>
                      <a:pt x="2882" y="1243"/>
                    </a:cubicBezTo>
                    <a:cubicBezTo>
                      <a:pt x="2893" y="1254"/>
                      <a:pt x="2893" y="1276"/>
                      <a:pt x="2871" y="1287"/>
                    </a:cubicBezTo>
                    <a:cubicBezTo>
                      <a:pt x="2871" y="1287"/>
                      <a:pt x="2860" y="1298"/>
                      <a:pt x="2849" y="129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8" name="Google Shape;49928;p50"/>
              <p:cNvSpPr/>
              <p:nvPr/>
            </p:nvSpPr>
            <p:spPr>
              <a:xfrm>
                <a:off x="659180" y="595113"/>
                <a:ext cx="321698" cy="85335"/>
              </a:xfrm>
              <a:custGeom>
                <a:avLst/>
                <a:gdLst/>
                <a:ahLst/>
                <a:cxnLst/>
                <a:rect l="l" t="t" r="r" b="b"/>
                <a:pathLst>
                  <a:path w="2409" h="639" extrusionOk="0">
                    <a:moveTo>
                      <a:pt x="2376" y="638"/>
                    </a:moveTo>
                    <a:cubicBezTo>
                      <a:pt x="2365" y="638"/>
                      <a:pt x="2354" y="627"/>
                      <a:pt x="2343" y="627"/>
                    </a:cubicBezTo>
                    <a:cubicBezTo>
                      <a:pt x="2189" y="462"/>
                      <a:pt x="1760" y="78"/>
                      <a:pt x="1199" y="78"/>
                    </a:cubicBezTo>
                    <a:cubicBezTo>
                      <a:pt x="770" y="78"/>
                      <a:pt x="385" y="254"/>
                      <a:pt x="67" y="605"/>
                    </a:cubicBezTo>
                    <a:cubicBezTo>
                      <a:pt x="56" y="616"/>
                      <a:pt x="34" y="627"/>
                      <a:pt x="12" y="605"/>
                    </a:cubicBezTo>
                    <a:cubicBezTo>
                      <a:pt x="1" y="594"/>
                      <a:pt x="1" y="572"/>
                      <a:pt x="12" y="550"/>
                    </a:cubicBezTo>
                    <a:cubicBezTo>
                      <a:pt x="342" y="188"/>
                      <a:pt x="748" y="1"/>
                      <a:pt x="1199" y="1"/>
                    </a:cubicBezTo>
                    <a:cubicBezTo>
                      <a:pt x="1793" y="1"/>
                      <a:pt x="2233" y="396"/>
                      <a:pt x="2398" y="572"/>
                    </a:cubicBezTo>
                    <a:cubicBezTo>
                      <a:pt x="2409" y="583"/>
                      <a:pt x="2409" y="605"/>
                      <a:pt x="2398" y="627"/>
                    </a:cubicBezTo>
                    <a:cubicBezTo>
                      <a:pt x="2387" y="627"/>
                      <a:pt x="2376" y="638"/>
                      <a:pt x="2376" y="638"/>
                    </a:cubicBezTo>
                    <a:close/>
                  </a:path>
                </a:pathLst>
              </a:custGeom>
              <a:solidFill>
                <a:schemeClr val="dk2"/>
              </a:solidFill>
              <a:ln>
                <a:noFill/>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9614"/>
        <p:cNvGrpSpPr/>
        <p:nvPr/>
      </p:nvGrpSpPr>
      <p:grpSpPr>
        <a:xfrm>
          <a:off x="0" y="0"/>
          <a:ext cx="0" cy="0"/>
          <a:chOff x="0" y="0"/>
          <a:chExt cx="0" cy="0"/>
        </a:xfrm>
      </p:grpSpPr>
      <p:pic>
        <p:nvPicPr>
          <p:cNvPr id="49645" name="Picture 49644">
            <a:extLst>
              <a:ext uri="{FF2B5EF4-FFF2-40B4-BE49-F238E27FC236}">
                <a16:creationId xmlns:a16="http://schemas.microsoft.com/office/drawing/2014/main" id="{902A0DCE-01A9-3D66-FFE2-452202D8F28D}"/>
              </a:ext>
            </a:extLst>
          </p:cNvPr>
          <p:cNvPicPr>
            <a:picLocks noChangeAspect="1"/>
          </p:cNvPicPr>
          <p:nvPr/>
        </p:nvPicPr>
        <p:blipFill>
          <a:blip r:embed="rId3">
            <a:biLevel thresh="50000"/>
          </a:blip>
          <a:stretch>
            <a:fillRect/>
          </a:stretch>
        </p:blipFill>
        <p:spPr>
          <a:xfrm>
            <a:off x="944377" y="3271118"/>
            <a:ext cx="414310" cy="414310"/>
          </a:xfrm>
          <a:prstGeom prst="rect">
            <a:avLst/>
          </a:prstGeom>
        </p:spPr>
      </p:pic>
      <p:sp>
        <p:nvSpPr>
          <p:cNvPr id="49615" name="Google Shape;49615;p45"/>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400" b="1" dirty="0">
                <a:solidFill>
                  <a:schemeClr val="bg2"/>
                </a:solidFill>
              </a:rPr>
              <a:t>NGUYÊN NHÂN CÁC THIẾT BỊ DI ĐỘNG TRỞ THÀNH MỤC TIÊU TẤN CÔNG HÀNG ĐẦU</a:t>
            </a:r>
            <a:endParaRPr sz="2400" b="1" dirty="0">
              <a:solidFill>
                <a:schemeClr val="bg2"/>
              </a:solidFill>
            </a:endParaRPr>
          </a:p>
        </p:txBody>
      </p:sp>
      <p:sp>
        <p:nvSpPr>
          <p:cNvPr id="2" name="TextBox 1">
            <a:extLst>
              <a:ext uri="{FF2B5EF4-FFF2-40B4-BE49-F238E27FC236}">
                <a16:creationId xmlns:a16="http://schemas.microsoft.com/office/drawing/2014/main" id="{2FDB8543-3EE6-519D-EFE2-DBF2BC4243EF}"/>
              </a:ext>
            </a:extLst>
          </p:cNvPr>
          <p:cNvSpPr txBox="1"/>
          <p:nvPr/>
        </p:nvSpPr>
        <p:spPr>
          <a:xfrm>
            <a:off x="1156734" y="1098699"/>
            <a:ext cx="7455638"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en-US" sz="1200" dirty="0" err="1">
                <a:solidFill>
                  <a:schemeClr val="bg1"/>
                </a:solidFill>
                <a:latin typeface="Barlow" panose="00000500000000000000" pitchFamily="2" charset="0"/>
              </a:rPr>
              <a:t>Thiết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bị</a:t>
            </a:r>
            <a:r>
              <a:rPr lang="en-US" sz="1200" dirty="0">
                <a:solidFill>
                  <a:schemeClr val="bg1"/>
                </a:solidFill>
                <a:latin typeface="Barlow" panose="00000500000000000000" pitchFamily="2" charset="0"/>
              </a:rPr>
              <a:t> di </a:t>
            </a:r>
            <a:r>
              <a:rPr lang="en-US" sz="1200" dirty="0" err="1">
                <a:solidFill>
                  <a:schemeClr val="bg1"/>
                </a:solidFill>
                <a:latin typeface="Barlow" panose="00000500000000000000" pitchFamily="2" charset="0"/>
              </a:rPr>
              <a:t>động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trở</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thành</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mục</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tiêu</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tấn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công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vì</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chứa</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dữ</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liệu</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quan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trọng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nhưng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khó</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kiểm</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soát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hơn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trong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môi</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trường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làm</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việc</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hiện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đại</a:t>
            </a:r>
            <a:endParaRPr lang="en-US" sz="1200" dirty="0">
              <a:solidFill>
                <a:schemeClr val="bg1"/>
              </a:solidFill>
              <a:latin typeface="Barlow" panose="00000500000000000000" pitchFamily="2" charset="0"/>
            </a:endParaRPr>
          </a:p>
        </p:txBody>
      </p:sp>
      <p:pic>
        <p:nvPicPr>
          <p:cNvPr id="7" name="Picture 6">
            <a:extLst>
              <a:ext uri="{FF2B5EF4-FFF2-40B4-BE49-F238E27FC236}">
                <a16:creationId xmlns:a16="http://schemas.microsoft.com/office/drawing/2014/main" id="{1D86B063-0CE0-9228-74FF-211442B3F1F7}"/>
              </a:ext>
            </a:extLst>
          </p:cNvPr>
          <p:cNvPicPr>
            <a:picLocks noChangeAspect="1"/>
          </p:cNvPicPr>
          <p:nvPr/>
        </p:nvPicPr>
        <p:blipFill>
          <a:blip r:embed="rId4">
            <a:duotone>
              <a:schemeClr val="accent1">
                <a:shade val="45000"/>
                <a:satMod val="135000"/>
              </a:schemeClr>
              <a:prstClr val="white"/>
            </a:duotone>
            <a:extLst>
              <a:ext uri="{BEBA8EAE-BF5A-486C-A8C5-ECC9F3942E4B}">
                <a14:imgProps xmlns:a14="http://schemas.microsoft.com/office/drawing/2010/main">
                  <a14:imgLayer r:embed="rId5">
                    <a14:imgEffect>
                      <a14:artisticPhotocopy/>
                    </a14:imgEffect>
                  </a14:imgLayer>
                </a14:imgProps>
              </a:ext>
            </a:extLst>
          </a:blip>
          <a:stretch>
            <a:fillRect/>
          </a:stretch>
        </p:blipFill>
        <p:spPr>
          <a:xfrm>
            <a:off x="695069" y="1098698"/>
            <a:ext cx="461665" cy="461665"/>
          </a:xfrm>
          <a:prstGeom prst="rect">
            <a:avLst/>
          </a:prstGeom>
        </p:spPr>
      </p:pic>
      <p:grpSp>
        <p:nvGrpSpPr>
          <p:cNvPr id="9" name="Google Shape;49962;p52">
            <a:extLst>
              <a:ext uri="{FF2B5EF4-FFF2-40B4-BE49-F238E27FC236}">
                <a16:creationId xmlns:a16="http://schemas.microsoft.com/office/drawing/2014/main" id="{3A3A4D4F-E6EE-A834-AC09-0FF473CF6FE5}"/>
              </a:ext>
            </a:extLst>
          </p:cNvPr>
          <p:cNvGrpSpPr/>
          <p:nvPr/>
        </p:nvGrpSpPr>
        <p:grpSpPr>
          <a:xfrm>
            <a:off x="882865" y="2249978"/>
            <a:ext cx="569107" cy="551479"/>
            <a:chOff x="3620597" y="1738568"/>
            <a:chExt cx="932761" cy="903870"/>
          </a:xfrm>
        </p:grpSpPr>
        <p:grpSp>
          <p:nvGrpSpPr>
            <p:cNvPr id="10" name="Google Shape;49963;p52">
              <a:extLst>
                <a:ext uri="{FF2B5EF4-FFF2-40B4-BE49-F238E27FC236}">
                  <a16:creationId xmlns:a16="http://schemas.microsoft.com/office/drawing/2014/main" id="{A474F5FE-B972-D9E8-2EBB-775152455D19}"/>
                </a:ext>
              </a:extLst>
            </p:cNvPr>
            <p:cNvGrpSpPr/>
            <p:nvPr/>
          </p:nvGrpSpPr>
          <p:grpSpPr>
            <a:xfrm>
              <a:off x="3620597" y="1738586"/>
              <a:ext cx="932690" cy="903852"/>
              <a:chOff x="1954207" y="514898"/>
              <a:chExt cx="1032308" cy="1000500"/>
            </a:xfrm>
          </p:grpSpPr>
          <p:sp>
            <p:nvSpPr>
              <p:cNvPr id="16" name="Google Shape;49964;p52">
                <a:extLst>
                  <a:ext uri="{FF2B5EF4-FFF2-40B4-BE49-F238E27FC236}">
                    <a16:creationId xmlns:a16="http://schemas.microsoft.com/office/drawing/2014/main" id="{2FDEBC8B-B0E6-DBDE-2A9A-412547C05CF8}"/>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49965;p52">
                <a:extLst>
                  <a:ext uri="{FF2B5EF4-FFF2-40B4-BE49-F238E27FC236}">
                    <a16:creationId xmlns:a16="http://schemas.microsoft.com/office/drawing/2014/main" id="{355D5765-ABC3-4908-3978-3CD8732151F6}"/>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 name="Google Shape;49966;p52">
              <a:extLst>
                <a:ext uri="{FF2B5EF4-FFF2-40B4-BE49-F238E27FC236}">
                  <a16:creationId xmlns:a16="http://schemas.microsoft.com/office/drawing/2014/main" id="{B0938B15-9E8F-33F4-C2ED-603C109132D3}"/>
                </a:ext>
              </a:extLst>
            </p:cNvPr>
            <p:cNvGrpSpPr/>
            <p:nvPr/>
          </p:nvGrpSpPr>
          <p:grpSpPr>
            <a:xfrm>
              <a:off x="3620817" y="1738568"/>
              <a:ext cx="932541" cy="903851"/>
              <a:chOff x="4056003" y="764391"/>
              <a:chExt cx="1032143" cy="1000499"/>
            </a:xfrm>
          </p:grpSpPr>
          <p:sp>
            <p:nvSpPr>
              <p:cNvPr id="12" name="Google Shape;49967;p52">
                <a:extLst>
                  <a:ext uri="{FF2B5EF4-FFF2-40B4-BE49-F238E27FC236}">
                    <a16:creationId xmlns:a16="http://schemas.microsoft.com/office/drawing/2014/main" id="{64EF9617-F9D5-A82E-DC0E-1BB58AEA4249}"/>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13" name="Google Shape;49968;p52">
                <a:extLst>
                  <a:ext uri="{FF2B5EF4-FFF2-40B4-BE49-F238E27FC236}">
                    <a16:creationId xmlns:a16="http://schemas.microsoft.com/office/drawing/2014/main" id="{B4A96638-80F9-2F12-A176-1038ACAC8E44}"/>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14" name="Google Shape;49969;p52">
                <a:extLst>
                  <a:ext uri="{FF2B5EF4-FFF2-40B4-BE49-F238E27FC236}">
                    <a16:creationId xmlns:a16="http://schemas.microsoft.com/office/drawing/2014/main" id="{A0787B9D-0D4A-31B1-915F-A4F2E7730AF7}"/>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15" name="Google Shape;49970;p52">
                <a:extLst>
                  <a:ext uri="{FF2B5EF4-FFF2-40B4-BE49-F238E27FC236}">
                    <a16:creationId xmlns:a16="http://schemas.microsoft.com/office/drawing/2014/main" id="{2BAA3BF4-CB1B-DED2-11ED-40CBF862BCE0}"/>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18" name="Google Shape;49980;p52">
            <a:extLst>
              <a:ext uri="{FF2B5EF4-FFF2-40B4-BE49-F238E27FC236}">
                <a16:creationId xmlns:a16="http://schemas.microsoft.com/office/drawing/2014/main" id="{D32346E4-EA5C-0840-1580-58B17ABE9A6C}"/>
              </a:ext>
            </a:extLst>
          </p:cNvPr>
          <p:cNvGrpSpPr/>
          <p:nvPr/>
        </p:nvGrpSpPr>
        <p:grpSpPr>
          <a:xfrm>
            <a:off x="882865" y="4128714"/>
            <a:ext cx="569107" cy="551479"/>
            <a:chOff x="3620597" y="1738568"/>
            <a:chExt cx="932761" cy="903870"/>
          </a:xfrm>
        </p:grpSpPr>
        <p:grpSp>
          <p:nvGrpSpPr>
            <p:cNvPr id="19" name="Google Shape;49981;p52">
              <a:extLst>
                <a:ext uri="{FF2B5EF4-FFF2-40B4-BE49-F238E27FC236}">
                  <a16:creationId xmlns:a16="http://schemas.microsoft.com/office/drawing/2014/main" id="{B2D09CF7-D1A3-811E-F342-F52E9C38A6AB}"/>
                </a:ext>
              </a:extLst>
            </p:cNvPr>
            <p:cNvGrpSpPr/>
            <p:nvPr/>
          </p:nvGrpSpPr>
          <p:grpSpPr>
            <a:xfrm>
              <a:off x="3620597" y="1738586"/>
              <a:ext cx="932690" cy="903852"/>
              <a:chOff x="1954207" y="514898"/>
              <a:chExt cx="1032308" cy="1000500"/>
            </a:xfrm>
          </p:grpSpPr>
          <p:sp>
            <p:nvSpPr>
              <p:cNvPr id="25" name="Google Shape;49982;p52">
                <a:extLst>
                  <a:ext uri="{FF2B5EF4-FFF2-40B4-BE49-F238E27FC236}">
                    <a16:creationId xmlns:a16="http://schemas.microsoft.com/office/drawing/2014/main" id="{94C4804D-18BA-2100-A8AA-64452AE89811}"/>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49983;p52">
                <a:extLst>
                  <a:ext uri="{FF2B5EF4-FFF2-40B4-BE49-F238E27FC236}">
                    <a16:creationId xmlns:a16="http://schemas.microsoft.com/office/drawing/2014/main" id="{52975391-B5A9-666D-E81D-C10CB322B457}"/>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49984;p52">
              <a:extLst>
                <a:ext uri="{FF2B5EF4-FFF2-40B4-BE49-F238E27FC236}">
                  <a16:creationId xmlns:a16="http://schemas.microsoft.com/office/drawing/2014/main" id="{8D83A182-049C-4AAF-7C21-5511ADBFAF2D}"/>
                </a:ext>
              </a:extLst>
            </p:cNvPr>
            <p:cNvGrpSpPr/>
            <p:nvPr/>
          </p:nvGrpSpPr>
          <p:grpSpPr>
            <a:xfrm>
              <a:off x="3620817" y="1738568"/>
              <a:ext cx="932541" cy="903851"/>
              <a:chOff x="4056003" y="764391"/>
              <a:chExt cx="1032143" cy="1000499"/>
            </a:xfrm>
          </p:grpSpPr>
          <p:sp>
            <p:nvSpPr>
              <p:cNvPr id="21" name="Google Shape;49985;p52">
                <a:extLst>
                  <a:ext uri="{FF2B5EF4-FFF2-40B4-BE49-F238E27FC236}">
                    <a16:creationId xmlns:a16="http://schemas.microsoft.com/office/drawing/2014/main" id="{C936B493-5A1A-175B-8794-E32C1496DE42}"/>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22" name="Google Shape;49986;p52">
                <a:extLst>
                  <a:ext uri="{FF2B5EF4-FFF2-40B4-BE49-F238E27FC236}">
                    <a16:creationId xmlns:a16="http://schemas.microsoft.com/office/drawing/2014/main" id="{1498607E-CBC7-E4E2-CC8B-FF246AFCA14A}"/>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23" name="Google Shape;49987;p52">
                <a:extLst>
                  <a:ext uri="{FF2B5EF4-FFF2-40B4-BE49-F238E27FC236}">
                    <a16:creationId xmlns:a16="http://schemas.microsoft.com/office/drawing/2014/main" id="{B52B20FC-D0C8-89DB-51E8-A78DC494AC57}"/>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24" name="Google Shape;49988;p52">
                <a:extLst>
                  <a:ext uri="{FF2B5EF4-FFF2-40B4-BE49-F238E27FC236}">
                    <a16:creationId xmlns:a16="http://schemas.microsoft.com/office/drawing/2014/main" id="{C135BDCB-157F-1250-BA2C-5A5BCC84ACBC}"/>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27" name="Google Shape;49998;p52">
            <a:extLst>
              <a:ext uri="{FF2B5EF4-FFF2-40B4-BE49-F238E27FC236}">
                <a16:creationId xmlns:a16="http://schemas.microsoft.com/office/drawing/2014/main" id="{C8CCED23-1A83-0101-813B-A563F8C89BDF}"/>
              </a:ext>
            </a:extLst>
          </p:cNvPr>
          <p:cNvGrpSpPr/>
          <p:nvPr/>
        </p:nvGrpSpPr>
        <p:grpSpPr>
          <a:xfrm>
            <a:off x="872180" y="3189346"/>
            <a:ext cx="569107" cy="551479"/>
            <a:chOff x="3620597" y="1738568"/>
            <a:chExt cx="932761" cy="903870"/>
          </a:xfrm>
        </p:grpSpPr>
        <p:grpSp>
          <p:nvGrpSpPr>
            <p:cNvPr id="28" name="Google Shape;49999;p52">
              <a:extLst>
                <a:ext uri="{FF2B5EF4-FFF2-40B4-BE49-F238E27FC236}">
                  <a16:creationId xmlns:a16="http://schemas.microsoft.com/office/drawing/2014/main" id="{BD2DFF10-B8FD-5E0C-4AA6-715D28AD0D8E}"/>
                </a:ext>
              </a:extLst>
            </p:cNvPr>
            <p:cNvGrpSpPr/>
            <p:nvPr/>
          </p:nvGrpSpPr>
          <p:grpSpPr>
            <a:xfrm>
              <a:off x="3620597" y="1738586"/>
              <a:ext cx="932690" cy="903852"/>
              <a:chOff x="1954207" y="514898"/>
              <a:chExt cx="1032308" cy="1000500"/>
            </a:xfrm>
          </p:grpSpPr>
          <p:sp>
            <p:nvSpPr>
              <p:cNvPr id="49602" name="Google Shape;50000;p52">
                <a:extLst>
                  <a:ext uri="{FF2B5EF4-FFF2-40B4-BE49-F238E27FC236}">
                    <a16:creationId xmlns:a16="http://schemas.microsoft.com/office/drawing/2014/main" id="{2CCF2477-DA65-5CBD-6C3E-02E1C7D31393}"/>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3" name="Google Shape;50001;p52">
                <a:extLst>
                  <a:ext uri="{FF2B5EF4-FFF2-40B4-BE49-F238E27FC236}">
                    <a16:creationId xmlns:a16="http://schemas.microsoft.com/office/drawing/2014/main" id="{AB6451B8-417E-BD31-DE1C-2E61E488E775}"/>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 name="Google Shape;50002;p52">
              <a:extLst>
                <a:ext uri="{FF2B5EF4-FFF2-40B4-BE49-F238E27FC236}">
                  <a16:creationId xmlns:a16="http://schemas.microsoft.com/office/drawing/2014/main" id="{92CCA709-19CA-3B78-54F1-1FC800BF3655}"/>
                </a:ext>
              </a:extLst>
            </p:cNvPr>
            <p:cNvGrpSpPr/>
            <p:nvPr/>
          </p:nvGrpSpPr>
          <p:grpSpPr>
            <a:xfrm>
              <a:off x="3620817" y="1738568"/>
              <a:ext cx="932541" cy="903851"/>
              <a:chOff x="4056003" y="764391"/>
              <a:chExt cx="1032143" cy="1000499"/>
            </a:xfrm>
          </p:grpSpPr>
          <p:sp>
            <p:nvSpPr>
              <p:cNvPr id="30" name="Google Shape;50003;p52">
                <a:extLst>
                  <a:ext uri="{FF2B5EF4-FFF2-40B4-BE49-F238E27FC236}">
                    <a16:creationId xmlns:a16="http://schemas.microsoft.com/office/drawing/2014/main" id="{1BCDCFD0-77C0-5FF7-8B59-2C28C5C97A3C}"/>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31" name="Google Shape;50004;p52">
                <a:extLst>
                  <a:ext uri="{FF2B5EF4-FFF2-40B4-BE49-F238E27FC236}">
                    <a16:creationId xmlns:a16="http://schemas.microsoft.com/office/drawing/2014/main" id="{D826F2BA-653A-255C-8586-5BE11BAE23CE}"/>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00" name="Google Shape;50005;p52">
                <a:extLst>
                  <a:ext uri="{FF2B5EF4-FFF2-40B4-BE49-F238E27FC236}">
                    <a16:creationId xmlns:a16="http://schemas.microsoft.com/office/drawing/2014/main" id="{03862866-AA75-500F-816B-64A8D55CA6AE}"/>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01" name="Google Shape;50006;p52">
                <a:extLst>
                  <a:ext uri="{FF2B5EF4-FFF2-40B4-BE49-F238E27FC236}">
                    <a16:creationId xmlns:a16="http://schemas.microsoft.com/office/drawing/2014/main" id="{4C83AE25-F526-44B7-E127-2E17EAEF9269}"/>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49604" name="TextBox 49603">
            <a:extLst>
              <a:ext uri="{FF2B5EF4-FFF2-40B4-BE49-F238E27FC236}">
                <a16:creationId xmlns:a16="http://schemas.microsoft.com/office/drawing/2014/main" id="{9949D67F-8C4B-C012-CE5D-93A14043C2AD}"/>
              </a:ext>
            </a:extLst>
          </p:cNvPr>
          <p:cNvSpPr txBox="1"/>
          <p:nvPr/>
        </p:nvSpPr>
        <p:spPr>
          <a:xfrm>
            <a:off x="1906772" y="1762155"/>
            <a:ext cx="1984839" cy="369332"/>
          </a:xfrm>
          <a:prstGeom prst="rect">
            <a:avLst/>
          </a:prstGeom>
          <a:noFill/>
        </p:spPr>
        <p:txBody>
          <a:bodyPr wrap="none" rtlCol="0">
            <a:spAutoFit/>
          </a:bodyPr>
          <a:lstStyle/>
          <a:p>
            <a:r>
              <a:rPr lang="en-US" sz="1800" b="1" dirty="0">
                <a:solidFill>
                  <a:schemeClr val="bg2"/>
                </a:solidFill>
                <a:latin typeface="Barlow" panose="00000500000000000000" pitchFamily="2" charset="0"/>
              </a:rPr>
              <a:t>Xu </a:t>
            </a:r>
            <a:r>
              <a:rPr lang="en-US" sz="1800" b="1" dirty="0" err="1">
                <a:solidFill>
                  <a:schemeClr val="bg2"/>
                </a:solidFill>
                <a:latin typeface="Barlow" panose="00000500000000000000" pitchFamily="2" charset="0"/>
              </a:rPr>
              <a:t>hướng</a:t>
            </a:r>
            <a:r>
              <a:rPr lang="en-US" sz="1800" b="1" dirty="0">
                <a:solidFill>
                  <a:schemeClr val="bg2"/>
                </a:solidFill>
                <a:latin typeface="Barlow" panose="00000500000000000000" pitchFamily="2" charset="0"/>
              </a:rPr>
              <a:t> </a:t>
            </a:r>
            <a:r>
              <a:rPr lang="en-US" sz="1800" b="1" dirty="0" err="1">
                <a:solidFill>
                  <a:schemeClr val="bg2"/>
                </a:solidFill>
                <a:latin typeface="Barlow" panose="00000500000000000000" pitchFamily="2" charset="0"/>
              </a:rPr>
              <a:t>sử</a:t>
            </a:r>
            <a:r>
              <a:rPr lang="en-US" sz="1800" b="1" dirty="0">
                <a:solidFill>
                  <a:schemeClr val="bg2"/>
                </a:solidFill>
                <a:latin typeface="Barlow" panose="00000500000000000000" pitchFamily="2" charset="0"/>
              </a:rPr>
              <a:t> </a:t>
            </a:r>
            <a:r>
              <a:rPr lang="en-US" sz="1800" b="1" dirty="0" err="1">
                <a:solidFill>
                  <a:schemeClr val="bg2"/>
                </a:solidFill>
                <a:latin typeface="Barlow" panose="00000500000000000000" pitchFamily="2" charset="0"/>
              </a:rPr>
              <a:t>dụng</a:t>
            </a:r>
            <a:endParaRPr lang="en-US" sz="1800" b="1" dirty="0">
              <a:solidFill>
                <a:schemeClr val="bg2"/>
              </a:solidFill>
              <a:latin typeface="Barlow" panose="00000500000000000000" pitchFamily="2" charset="0"/>
            </a:endParaRPr>
          </a:p>
        </p:txBody>
      </p:sp>
      <p:sp>
        <p:nvSpPr>
          <p:cNvPr id="49607" name="TextBox 49606">
            <a:extLst>
              <a:ext uri="{FF2B5EF4-FFF2-40B4-BE49-F238E27FC236}">
                <a16:creationId xmlns:a16="http://schemas.microsoft.com/office/drawing/2014/main" id="{E931B78A-5BC3-52A6-912E-F3FA1E758AFF}"/>
              </a:ext>
            </a:extLst>
          </p:cNvPr>
          <p:cNvSpPr txBox="1"/>
          <p:nvPr/>
        </p:nvSpPr>
        <p:spPr>
          <a:xfrm>
            <a:off x="1633171" y="2357564"/>
            <a:ext cx="2117887" cy="307777"/>
          </a:xfrm>
          <a:prstGeom prst="rect">
            <a:avLst/>
          </a:prstGeom>
          <a:noFill/>
        </p:spPr>
        <p:txBody>
          <a:bodyPr wrap="none" rtlCol="0">
            <a:spAutoFit/>
          </a:bodyPr>
          <a:lstStyle/>
          <a:p>
            <a:r>
              <a:rPr lang="en-US" dirty="0">
                <a:solidFill>
                  <a:schemeClr val="bg1"/>
                </a:solidFill>
                <a:latin typeface="Source Code Pro" panose="020B0509030403020204" pitchFamily="49" charset="0"/>
                <a:ea typeface="Source Code Pro" panose="020B0509030403020204" pitchFamily="49" charset="0"/>
              </a:rPr>
              <a:t>Remote/Hybrid Work</a:t>
            </a:r>
          </a:p>
        </p:txBody>
      </p:sp>
      <p:sp>
        <p:nvSpPr>
          <p:cNvPr id="49608" name="TextBox 49607">
            <a:extLst>
              <a:ext uri="{FF2B5EF4-FFF2-40B4-BE49-F238E27FC236}">
                <a16:creationId xmlns:a16="http://schemas.microsoft.com/office/drawing/2014/main" id="{45A3FF82-B484-CE79-3F2A-CB0224B0AB34}"/>
              </a:ext>
            </a:extLst>
          </p:cNvPr>
          <p:cNvSpPr txBox="1"/>
          <p:nvPr/>
        </p:nvSpPr>
        <p:spPr>
          <a:xfrm>
            <a:off x="1633171" y="3330103"/>
            <a:ext cx="614271" cy="307777"/>
          </a:xfrm>
          <a:prstGeom prst="rect">
            <a:avLst/>
          </a:prstGeom>
          <a:noFill/>
        </p:spPr>
        <p:txBody>
          <a:bodyPr wrap="none" rtlCol="0">
            <a:spAutoFit/>
          </a:bodyPr>
          <a:lstStyle/>
          <a:p>
            <a:r>
              <a:rPr lang="en-US" dirty="0">
                <a:solidFill>
                  <a:schemeClr val="bg1"/>
                </a:solidFill>
                <a:latin typeface="Source Code Pro" panose="020B0509030403020204" pitchFamily="49" charset="0"/>
                <a:ea typeface="Source Code Pro" panose="020B0509030403020204" pitchFamily="49" charset="0"/>
              </a:rPr>
              <a:t>BYOD</a:t>
            </a:r>
          </a:p>
        </p:txBody>
      </p:sp>
      <p:sp>
        <p:nvSpPr>
          <p:cNvPr id="49609" name="TextBox 49608">
            <a:extLst>
              <a:ext uri="{FF2B5EF4-FFF2-40B4-BE49-F238E27FC236}">
                <a16:creationId xmlns:a16="http://schemas.microsoft.com/office/drawing/2014/main" id="{5B736432-B38F-D340-6BA2-1011D94AFEFA}"/>
              </a:ext>
            </a:extLst>
          </p:cNvPr>
          <p:cNvSpPr txBox="1"/>
          <p:nvPr/>
        </p:nvSpPr>
        <p:spPr>
          <a:xfrm>
            <a:off x="1633171" y="4307775"/>
            <a:ext cx="1619354" cy="307777"/>
          </a:xfrm>
          <a:prstGeom prst="rect">
            <a:avLst/>
          </a:prstGeom>
          <a:noFill/>
        </p:spPr>
        <p:txBody>
          <a:bodyPr wrap="none" rtlCol="0">
            <a:spAutoFit/>
          </a:bodyPr>
          <a:lstStyle/>
          <a:p>
            <a:r>
              <a:rPr lang="en-US" dirty="0">
                <a:solidFill>
                  <a:schemeClr val="bg1"/>
                </a:solidFill>
                <a:latin typeface="Source Code Pro" panose="020B0509030403020204" pitchFamily="49" charset="0"/>
                <a:ea typeface="Source Code Pro" panose="020B0509030403020204" pitchFamily="49" charset="0"/>
              </a:rPr>
              <a:t>Edge</a:t>
            </a:r>
            <a:r>
              <a:rPr lang="en-US" dirty="0"/>
              <a:t> </a:t>
            </a:r>
            <a:r>
              <a:rPr lang="en-US" dirty="0">
                <a:solidFill>
                  <a:schemeClr val="bg1"/>
                </a:solidFill>
                <a:latin typeface="Source Code Pro" panose="020B0509030403020204" pitchFamily="49" charset="0"/>
                <a:ea typeface="Source Code Pro" panose="020B0509030403020204" pitchFamily="49" charset="0"/>
              </a:rPr>
              <a:t>Computing</a:t>
            </a:r>
          </a:p>
        </p:txBody>
      </p:sp>
      <p:sp>
        <p:nvSpPr>
          <p:cNvPr id="49610" name="TextBox 49609">
            <a:extLst>
              <a:ext uri="{FF2B5EF4-FFF2-40B4-BE49-F238E27FC236}">
                <a16:creationId xmlns:a16="http://schemas.microsoft.com/office/drawing/2014/main" id="{AB7E4E0E-08AA-D8BA-7129-2E3E315749F0}"/>
              </a:ext>
            </a:extLst>
          </p:cNvPr>
          <p:cNvSpPr txBox="1"/>
          <p:nvPr/>
        </p:nvSpPr>
        <p:spPr>
          <a:xfrm>
            <a:off x="6211614" y="1802195"/>
            <a:ext cx="1651414" cy="369332"/>
          </a:xfrm>
          <a:prstGeom prst="rect">
            <a:avLst/>
          </a:prstGeom>
          <a:noFill/>
        </p:spPr>
        <p:txBody>
          <a:bodyPr wrap="none" rtlCol="0">
            <a:spAutoFit/>
          </a:bodyPr>
          <a:lstStyle/>
          <a:p>
            <a:r>
              <a:rPr lang="en-US" sz="1800" b="1" dirty="0" err="1">
                <a:solidFill>
                  <a:schemeClr val="bg2"/>
                </a:solidFill>
                <a:latin typeface="Barlow" panose="00000500000000000000" pitchFamily="2" charset="0"/>
              </a:rPr>
              <a:t>Rủi</a:t>
            </a:r>
            <a:r>
              <a:rPr lang="en-US" sz="1800" b="1" dirty="0">
                <a:solidFill>
                  <a:schemeClr val="bg2"/>
                </a:solidFill>
                <a:latin typeface="Barlow" panose="00000500000000000000" pitchFamily="2" charset="0"/>
              </a:rPr>
              <a:t> </a:t>
            </a:r>
            <a:r>
              <a:rPr lang="en-US" sz="1800" b="1" dirty="0" err="1">
                <a:solidFill>
                  <a:schemeClr val="bg2"/>
                </a:solidFill>
                <a:latin typeface="Barlow" panose="00000500000000000000" pitchFamily="2" charset="0"/>
              </a:rPr>
              <a:t>ro</a:t>
            </a:r>
            <a:r>
              <a:rPr lang="en-US" sz="1800" b="1" dirty="0">
                <a:solidFill>
                  <a:schemeClr val="bg2"/>
                </a:solidFill>
                <a:latin typeface="Barlow" panose="00000500000000000000" pitchFamily="2" charset="0"/>
              </a:rPr>
              <a:t> </a:t>
            </a:r>
            <a:r>
              <a:rPr lang="en-US" sz="1800" b="1" dirty="0" err="1">
                <a:solidFill>
                  <a:schemeClr val="bg2"/>
                </a:solidFill>
                <a:latin typeface="Barlow" panose="00000500000000000000" pitchFamily="2" charset="0"/>
              </a:rPr>
              <a:t>bảo</a:t>
            </a:r>
            <a:r>
              <a:rPr lang="en-US" sz="1800" b="1" dirty="0">
                <a:solidFill>
                  <a:schemeClr val="bg2"/>
                </a:solidFill>
                <a:latin typeface="Barlow" panose="00000500000000000000" pitchFamily="2" charset="0"/>
              </a:rPr>
              <a:t> </a:t>
            </a:r>
            <a:r>
              <a:rPr lang="en-US" sz="1800" b="1" dirty="0" err="1">
                <a:solidFill>
                  <a:schemeClr val="bg2"/>
                </a:solidFill>
                <a:latin typeface="Barlow" panose="00000500000000000000" pitchFamily="2" charset="0"/>
              </a:rPr>
              <a:t>mật</a:t>
            </a:r>
            <a:endParaRPr lang="en-US" sz="1800" b="1" dirty="0">
              <a:solidFill>
                <a:schemeClr val="bg2"/>
              </a:solidFill>
              <a:latin typeface="Barlow" panose="00000500000000000000" pitchFamily="2" charset="0"/>
            </a:endParaRPr>
          </a:p>
        </p:txBody>
      </p:sp>
      <p:grpSp>
        <p:nvGrpSpPr>
          <p:cNvPr id="49611" name="Google Shape;49962;p52">
            <a:extLst>
              <a:ext uri="{FF2B5EF4-FFF2-40B4-BE49-F238E27FC236}">
                <a16:creationId xmlns:a16="http://schemas.microsoft.com/office/drawing/2014/main" id="{4BADF7E8-1F6B-EFF2-DB48-394E4B2B35B9}"/>
              </a:ext>
            </a:extLst>
          </p:cNvPr>
          <p:cNvGrpSpPr/>
          <p:nvPr/>
        </p:nvGrpSpPr>
        <p:grpSpPr>
          <a:xfrm>
            <a:off x="5213644" y="2249978"/>
            <a:ext cx="569107" cy="551479"/>
            <a:chOff x="3620597" y="1738568"/>
            <a:chExt cx="932761" cy="903870"/>
          </a:xfrm>
        </p:grpSpPr>
        <p:grpSp>
          <p:nvGrpSpPr>
            <p:cNvPr id="49612" name="Google Shape;49963;p52">
              <a:extLst>
                <a:ext uri="{FF2B5EF4-FFF2-40B4-BE49-F238E27FC236}">
                  <a16:creationId xmlns:a16="http://schemas.microsoft.com/office/drawing/2014/main" id="{8E4D87E6-B2A7-BB00-E6F0-AE8552A7E366}"/>
                </a:ext>
              </a:extLst>
            </p:cNvPr>
            <p:cNvGrpSpPr/>
            <p:nvPr/>
          </p:nvGrpSpPr>
          <p:grpSpPr>
            <a:xfrm>
              <a:off x="3620597" y="1738586"/>
              <a:ext cx="932690" cy="903852"/>
              <a:chOff x="1954207" y="514898"/>
              <a:chExt cx="1032308" cy="1000500"/>
            </a:xfrm>
          </p:grpSpPr>
          <p:sp>
            <p:nvSpPr>
              <p:cNvPr id="49619" name="Google Shape;49964;p52">
                <a:extLst>
                  <a:ext uri="{FF2B5EF4-FFF2-40B4-BE49-F238E27FC236}">
                    <a16:creationId xmlns:a16="http://schemas.microsoft.com/office/drawing/2014/main" id="{5248A617-9322-2868-79A3-9372E3C460C9}"/>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0" name="Google Shape;49965;p52">
                <a:extLst>
                  <a:ext uri="{FF2B5EF4-FFF2-40B4-BE49-F238E27FC236}">
                    <a16:creationId xmlns:a16="http://schemas.microsoft.com/office/drawing/2014/main" id="{98690B15-BEC2-313E-432D-CAF1F198FC0A}"/>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13" name="Google Shape;49966;p52">
              <a:extLst>
                <a:ext uri="{FF2B5EF4-FFF2-40B4-BE49-F238E27FC236}">
                  <a16:creationId xmlns:a16="http://schemas.microsoft.com/office/drawing/2014/main" id="{0B3DF987-06C4-F517-391E-3D5FD05608E7}"/>
                </a:ext>
              </a:extLst>
            </p:cNvPr>
            <p:cNvGrpSpPr/>
            <p:nvPr/>
          </p:nvGrpSpPr>
          <p:grpSpPr>
            <a:xfrm>
              <a:off x="3620817" y="1738568"/>
              <a:ext cx="932541" cy="903851"/>
              <a:chOff x="4056003" y="764391"/>
              <a:chExt cx="1032143" cy="1000499"/>
            </a:xfrm>
          </p:grpSpPr>
          <p:sp>
            <p:nvSpPr>
              <p:cNvPr id="49614" name="Google Shape;49967;p52">
                <a:extLst>
                  <a:ext uri="{FF2B5EF4-FFF2-40B4-BE49-F238E27FC236}">
                    <a16:creationId xmlns:a16="http://schemas.microsoft.com/office/drawing/2014/main" id="{E6DFA4FE-EA3A-196D-4EBE-61614A7445CE}"/>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16" name="Google Shape;49968;p52">
                <a:extLst>
                  <a:ext uri="{FF2B5EF4-FFF2-40B4-BE49-F238E27FC236}">
                    <a16:creationId xmlns:a16="http://schemas.microsoft.com/office/drawing/2014/main" id="{DEE1C74A-BA13-94F3-687F-16C8DCE35506}"/>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17" name="Google Shape;49969;p52">
                <a:extLst>
                  <a:ext uri="{FF2B5EF4-FFF2-40B4-BE49-F238E27FC236}">
                    <a16:creationId xmlns:a16="http://schemas.microsoft.com/office/drawing/2014/main" id="{96B3B08E-855D-8376-267F-E88FC15F1598}"/>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18" name="Google Shape;49970;p52">
                <a:extLst>
                  <a:ext uri="{FF2B5EF4-FFF2-40B4-BE49-F238E27FC236}">
                    <a16:creationId xmlns:a16="http://schemas.microsoft.com/office/drawing/2014/main" id="{E01CF365-5931-9DF8-1BF7-ADBFFD38806B}"/>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621" name="Google Shape;49980;p52">
            <a:extLst>
              <a:ext uri="{FF2B5EF4-FFF2-40B4-BE49-F238E27FC236}">
                <a16:creationId xmlns:a16="http://schemas.microsoft.com/office/drawing/2014/main" id="{2FF6B7A7-5640-AAD7-8658-A2383AEFA1D7}"/>
              </a:ext>
            </a:extLst>
          </p:cNvPr>
          <p:cNvGrpSpPr/>
          <p:nvPr/>
        </p:nvGrpSpPr>
        <p:grpSpPr>
          <a:xfrm>
            <a:off x="5213644" y="4128714"/>
            <a:ext cx="569107" cy="551479"/>
            <a:chOff x="3620597" y="1738568"/>
            <a:chExt cx="932761" cy="903870"/>
          </a:xfrm>
        </p:grpSpPr>
        <p:grpSp>
          <p:nvGrpSpPr>
            <p:cNvPr id="49622" name="Google Shape;49981;p52">
              <a:extLst>
                <a:ext uri="{FF2B5EF4-FFF2-40B4-BE49-F238E27FC236}">
                  <a16:creationId xmlns:a16="http://schemas.microsoft.com/office/drawing/2014/main" id="{29D8E1B9-7DF9-43EE-EB5C-7A6E76BE4457}"/>
                </a:ext>
              </a:extLst>
            </p:cNvPr>
            <p:cNvGrpSpPr/>
            <p:nvPr/>
          </p:nvGrpSpPr>
          <p:grpSpPr>
            <a:xfrm>
              <a:off x="3620597" y="1738586"/>
              <a:ext cx="932690" cy="903852"/>
              <a:chOff x="1954207" y="514898"/>
              <a:chExt cx="1032308" cy="1000500"/>
            </a:xfrm>
          </p:grpSpPr>
          <p:sp>
            <p:nvSpPr>
              <p:cNvPr id="49628" name="Google Shape;49982;p52">
                <a:extLst>
                  <a:ext uri="{FF2B5EF4-FFF2-40B4-BE49-F238E27FC236}">
                    <a16:creationId xmlns:a16="http://schemas.microsoft.com/office/drawing/2014/main" id="{84917961-73FF-44D1-7546-0D262BC62D19}"/>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9" name="Google Shape;49983;p52">
                <a:extLst>
                  <a:ext uri="{FF2B5EF4-FFF2-40B4-BE49-F238E27FC236}">
                    <a16:creationId xmlns:a16="http://schemas.microsoft.com/office/drawing/2014/main" id="{66D2BB90-B2E1-02E5-07A9-40546210730E}"/>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23" name="Google Shape;49984;p52">
              <a:extLst>
                <a:ext uri="{FF2B5EF4-FFF2-40B4-BE49-F238E27FC236}">
                  <a16:creationId xmlns:a16="http://schemas.microsoft.com/office/drawing/2014/main" id="{B5E2E07A-0718-D641-45DD-88CCD517FE76}"/>
                </a:ext>
              </a:extLst>
            </p:cNvPr>
            <p:cNvGrpSpPr/>
            <p:nvPr/>
          </p:nvGrpSpPr>
          <p:grpSpPr>
            <a:xfrm>
              <a:off x="3620817" y="1738568"/>
              <a:ext cx="932541" cy="903851"/>
              <a:chOff x="4056003" y="764391"/>
              <a:chExt cx="1032143" cy="1000499"/>
            </a:xfrm>
          </p:grpSpPr>
          <p:sp>
            <p:nvSpPr>
              <p:cNvPr id="49624" name="Google Shape;49985;p52">
                <a:extLst>
                  <a:ext uri="{FF2B5EF4-FFF2-40B4-BE49-F238E27FC236}">
                    <a16:creationId xmlns:a16="http://schemas.microsoft.com/office/drawing/2014/main" id="{F07434F8-9864-0856-FD5F-E940F6828F46}"/>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25" name="Google Shape;49986;p52">
                <a:extLst>
                  <a:ext uri="{FF2B5EF4-FFF2-40B4-BE49-F238E27FC236}">
                    <a16:creationId xmlns:a16="http://schemas.microsoft.com/office/drawing/2014/main" id="{C542248A-EE18-C628-9793-831CFAFAA1E5}"/>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26" name="Google Shape;49987;p52">
                <a:extLst>
                  <a:ext uri="{FF2B5EF4-FFF2-40B4-BE49-F238E27FC236}">
                    <a16:creationId xmlns:a16="http://schemas.microsoft.com/office/drawing/2014/main" id="{854BDA8F-9226-0785-AA55-74A6036F5D14}"/>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27" name="Google Shape;49988;p52">
                <a:extLst>
                  <a:ext uri="{FF2B5EF4-FFF2-40B4-BE49-F238E27FC236}">
                    <a16:creationId xmlns:a16="http://schemas.microsoft.com/office/drawing/2014/main" id="{EEA2CE6D-D36B-F318-42DC-EC9C921B17DB}"/>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630" name="Google Shape;49998;p52">
            <a:extLst>
              <a:ext uri="{FF2B5EF4-FFF2-40B4-BE49-F238E27FC236}">
                <a16:creationId xmlns:a16="http://schemas.microsoft.com/office/drawing/2014/main" id="{1AED5B2E-FE7B-D77D-AFC6-55868AE83FA2}"/>
              </a:ext>
            </a:extLst>
          </p:cNvPr>
          <p:cNvGrpSpPr/>
          <p:nvPr/>
        </p:nvGrpSpPr>
        <p:grpSpPr>
          <a:xfrm>
            <a:off x="5202959" y="3189346"/>
            <a:ext cx="569107" cy="551479"/>
            <a:chOff x="3620597" y="1738568"/>
            <a:chExt cx="932761" cy="903870"/>
          </a:xfrm>
        </p:grpSpPr>
        <p:grpSp>
          <p:nvGrpSpPr>
            <p:cNvPr id="49631" name="Google Shape;49999;p52">
              <a:extLst>
                <a:ext uri="{FF2B5EF4-FFF2-40B4-BE49-F238E27FC236}">
                  <a16:creationId xmlns:a16="http://schemas.microsoft.com/office/drawing/2014/main" id="{554E6C57-B6AC-1ECB-2CE2-07EF16F3464B}"/>
                </a:ext>
              </a:extLst>
            </p:cNvPr>
            <p:cNvGrpSpPr/>
            <p:nvPr/>
          </p:nvGrpSpPr>
          <p:grpSpPr>
            <a:xfrm>
              <a:off x="3620597" y="1738586"/>
              <a:ext cx="932690" cy="903852"/>
              <a:chOff x="1954207" y="514898"/>
              <a:chExt cx="1032308" cy="1000500"/>
            </a:xfrm>
          </p:grpSpPr>
          <p:sp>
            <p:nvSpPr>
              <p:cNvPr id="49637" name="Google Shape;50000;p52">
                <a:extLst>
                  <a:ext uri="{FF2B5EF4-FFF2-40B4-BE49-F238E27FC236}">
                    <a16:creationId xmlns:a16="http://schemas.microsoft.com/office/drawing/2014/main" id="{F963EFE4-2AAE-9D39-2F8A-EDC3BB798FA3}"/>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8" name="Google Shape;50001;p52">
                <a:extLst>
                  <a:ext uri="{FF2B5EF4-FFF2-40B4-BE49-F238E27FC236}">
                    <a16:creationId xmlns:a16="http://schemas.microsoft.com/office/drawing/2014/main" id="{0A71754C-B429-47DC-4883-5AC92583F999}"/>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32" name="Google Shape;50002;p52">
              <a:extLst>
                <a:ext uri="{FF2B5EF4-FFF2-40B4-BE49-F238E27FC236}">
                  <a16:creationId xmlns:a16="http://schemas.microsoft.com/office/drawing/2014/main" id="{8B1284D7-F7D7-3C59-2FEC-4F4594212933}"/>
                </a:ext>
              </a:extLst>
            </p:cNvPr>
            <p:cNvGrpSpPr/>
            <p:nvPr/>
          </p:nvGrpSpPr>
          <p:grpSpPr>
            <a:xfrm>
              <a:off x="3620817" y="1738568"/>
              <a:ext cx="932541" cy="903851"/>
              <a:chOff x="4056003" y="764391"/>
              <a:chExt cx="1032143" cy="1000499"/>
            </a:xfrm>
          </p:grpSpPr>
          <p:sp>
            <p:nvSpPr>
              <p:cNvPr id="49633" name="Google Shape;50003;p52">
                <a:extLst>
                  <a:ext uri="{FF2B5EF4-FFF2-40B4-BE49-F238E27FC236}">
                    <a16:creationId xmlns:a16="http://schemas.microsoft.com/office/drawing/2014/main" id="{88B4C9E6-F582-47E5-88BE-5F424FBF0419}"/>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4" name="Google Shape;50004;p52">
                <a:extLst>
                  <a:ext uri="{FF2B5EF4-FFF2-40B4-BE49-F238E27FC236}">
                    <a16:creationId xmlns:a16="http://schemas.microsoft.com/office/drawing/2014/main" id="{ECA5C573-92BC-1DB4-3CBC-5B8AA0B6CFD0}"/>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5" name="Google Shape;50005;p52">
                <a:extLst>
                  <a:ext uri="{FF2B5EF4-FFF2-40B4-BE49-F238E27FC236}">
                    <a16:creationId xmlns:a16="http://schemas.microsoft.com/office/drawing/2014/main" id="{1B72E002-CBF0-8216-2C9C-D52038D2B07F}"/>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36" name="Google Shape;50006;p52">
                <a:extLst>
                  <a:ext uri="{FF2B5EF4-FFF2-40B4-BE49-F238E27FC236}">
                    <a16:creationId xmlns:a16="http://schemas.microsoft.com/office/drawing/2014/main" id="{AA1CBC6F-297F-F111-2C48-B81CFBB184EB}"/>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49639" name="TextBox 49638">
            <a:extLst>
              <a:ext uri="{FF2B5EF4-FFF2-40B4-BE49-F238E27FC236}">
                <a16:creationId xmlns:a16="http://schemas.microsoft.com/office/drawing/2014/main" id="{5CF5702B-C06F-C806-48D3-B957AED5D3C5}"/>
              </a:ext>
            </a:extLst>
          </p:cNvPr>
          <p:cNvSpPr txBox="1"/>
          <p:nvPr/>
        </p:nvSpPr>
        <p:spPr>
          <a:xfrm>
            <a:off x="5963950" y="2357564"/>
            <a:ext cx="1903085" cy="307777"/>
          </a:xfrm>
          <a:prstGeom prst="rect">
            <a:avLst/>
          </a:prstGeom>
          <a:noFill/>
        </p:spPr>
        <p:txBody>
          <a:bodyPr wrap="none" rtlCol="0">
            <a:spAutoFit/>
          </a:bodyPr>
          <a:lstStyle/>
          <a:p>
            <a:r>
              <a:rPr lang="en-US" dirty="0" err="1">
                <a:solidFill>
                  <a:schemeClr val="bg1"/>
                </a:solidFill>
                <a:latin typeface="Source Code Pro" panose="020B0509030403020204" pitchFamily="49" charset="0"/>
                <a:ea typeface="Source Code Pro" panose="020B0509030403020204" pitchFamily="49" charset="0"/>
              </a:rPr>
              <a:t>Dữ</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liệu</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phân</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tán</a:t>
            </a:r>
            <a:endParaRPr lang="en-US" dirty="0">
              <a:solidFill>
                <a:schemeClr val="bg1"/>
              </a:solidFill>
              <a:latin typeface="Source Code Pro" panose="020B0509030403020204" pitchFamily="49" charset="0"/>
              <a:ea typeface="Source Code Pro" panose="020B0509030403020204" pitchFamily="49" charset="0"/>
            </a:endParaRPr>
          </a:p>
        </p:txBody>
      </p:sp>
      <p:sp>
        <p:nvSpPr>
          <p:cNvPr id="49640" name="TextBox 49639">
            <a:extLst>
              <a:ext uri="{FF2B5EF4-FFF2-40B4-BE49-F238E27FC236}">
                <a16:creationId xmlns:a16="http://schemas.microsoft.com/office/drawing/2014/main" id="{7BC7F487-107B-1396-687F-48C98B4A98EF}"/>
              </a:ext>
            </a:extLst>
          </p:cNvPr>
          <p:cNvSpPr txBox="1"/>
          <p:nvPr/>
        </p:nvSpPr>
        <p:spPr>
          <a:xfrm>
            <a:off x="5963950" y="3330103"/>
            <a:ext cx="2869696" cy="307777"/>
          </a:xfrm>
          <a:prstGeom prst="rect">
            <a:avLst/>
          </a:prstGeom>
          <a:noFill/>
        </p:spPr>
        <p:txBody>
          <a:bodyPr wrap="none" rtlCol="0">
            <a:spAutoFit/>
          </a:bodyPr>
          <a:lstStyle/>
          <a:p>
            <a:r>
              <a:rPr lang="en-US" dirty="0" err="1">
                <a:solidFill>
                  <a:schemeClr val="bg1"/>
                </a:solidFill>
                <a:latin typeface="Source Code Pro" panose="020B0509030403020204" pitchFamily="49" charset="0"/>
                <a:ea typeface="Source Code Pro" panose="020B0509030403020204" pitchFamily="49" charset="0"/>
              </a:rPr>
              <a:t>Vượt</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ngoài</a:t>
            </a:r>
            <a:r>
              <a:rPr lang="en-US" dirty="0">
                <a:solidFill>
                  <a:schemeClr val="bg1"/>
                </a:solidFill>
                <a:latin typeface="Source Code Pro" panose="020B0509030403020204" pitchFamily="49" charset="0"/>
                <a:ea typeface="Source Code Pro" panose="020B0509030403020204" pitchFamily="49" charset="0"/>
              </a:rPr>
              <a:t> chu vi </a:t>
            </a:r>
            <a:r>
              <a:rPr lang="en-US" dirty="0" err="1">
                <a:solidFill>
                  <a:schemeClr val="bg1"/>
                </a:solidFill>
                <a:latin typeface="Source Code Pro" panose="020B0509030403020204" pitchFamily="49" charset="0"/>
                <a:ea typeface="Source Code Pro" panose="020B0509030403020204" pitchFamily="49" charset="0"/>
              </a:rPr>
              <a:t>bảo</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mật</a:t>
            </a:r>
            <a:endParaRPr lang="en-US" dirty="0">
              <a:solidFill>
                <a:schemeClr val="bg1"/>
              </a:solidFill>
              <a:latin typeface="Source Code Pro" panose="020B0509030403020204" pitchFamily="49" charset="0"/>
              <a:ea typeface="Source Code Pro" panose="020B0509030403020204" pitchFamily="49" charset="0"/>
            </a:endParaRPr>
          </a:p>
        </p:txBody>
      </p:sp>
      <p:sp>
        <p:nvSpPr>
          <p:cNvPr id="49641" name="TextBox 49640">
            <a:extLst>
              <a:ext uri="{FF2B5EF4-FFF2-40B4-BE49-F238E27FC236}">
                <a16:creationId xmlns:a16="http://schemas.microsoft.com/office/drawing/2014/main" id="{605C5AF6-2F09-5330-3A11-A789B9EABB21}"/>
              </a:ext>
            </a:extLst>
          </p:cNvPr>
          <p:cNvSpPr txBox="1"/>
          <p:nvPr/>
        </p:nvSpPr>
        <p:spPr>
          <a:xfrm>
            <a:off x="5963950" y="4307775"/>
            <a:ext cx="1795684" cy="307777"/>
          </a:xfrm>
          <a:prstGeom prst="rect">
            <a:avLst/>
          </a:prstGeom>
          <a:noFill/>
        </p:spPr>
        <p:txBody>
          <a:bodyPr wrap="none" rtlCol="0">
            <a:spAutoFit/>
          </a:bodyPr>
          <a:lstStyle/>
          <a:p>
            <a:r>
              <a:rPr lang="en-US" dirty="0" err="1">
                <a:solidFill>
                  <a:schemeClr val="bg1"/>
                </a:solidFill>
                <a:latin typeface="Source Code Pro" panose="020B0509030403020204" pitchFamily="49" charset="0"/>
                <a:ea typeface="Source Code Pro" panose="020B0509030403020204" pitchFamily="49" charset="0"/>
              </a:rPr>
              <a:t>Dễ</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bị</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khai</a:t>
            </a:r>
            <a:r>
              <a:rPr lang="en-US" dirty="0">
                <a:solidFill>
                  <a:schemeClr val="bg1"/>
                </a:solidFill>
                <a:latin typeface="Source Code Pro" panose="020B0509030403020204" pitchFamily="49" charset="0"/>
                <a:ea typeface="Source Code Pro" panose="020B0509030403020204" pitchFamily="49" charset="0"/>
              </a:rPr>
              <a:t> </a:t>
            </a:r>
            <a:r>
              <a:rPr lang="en-US" dirty="0" err="1">
                <a:solidFill>
                  <a:schemeClr val="bg1"/>
                </a:solidFill>
                <a:latin typeface="Source Code Pro" panose="020B0509030403020204" pitchFamily="49" charset="0"/>
                <a:ea typeface="Source Code Pro" panose="020B0509030403020204" pitchFamily="49" charset="0"/>
              </a:rPr>
              <a:t>thác</a:t>
            </a:r>
            <a:endParaRPr lang="en-US" dirty="0">
              <a:solidFill>
                <a:schemeClr val="bg1"/>
              </a:solidFill>
              <a:latin typeface="Source Code Pro" panose="020B0509030403020204" pitchFamily="49" charset="0"/>
              <a:ea typeface="Source Code Pro" panose="020B0509030403020204" pitchFamily="49" charset="0"/>
            </a:endParaRPr>
          </a:p>
        </p:txBody>
      </p:sp>
      <p:pic>
        <p:nvPicPr>
          <p:cNvPr id="49643" name="Picture 49642">
            <a:extLst>
              <a:ext uri="{FF2B5EF4-FFF2-40B4-BE49-F238E27FC236}">
                <a16:creationId xmlns:a16="http://schemas.microsoft.com/office/drawing/2014/main" id="{2AFFB4EA-5352-9699-27AD-F850AF7C9D8A}"/>
              </a:ext>
            </a:extLst>
          </p:cNvPr>
          <p:cNvPicPr>
            <a:picLocks noChangeAspect="1"/>
          </p:cNvPicPr>
          <p:nvPr/>
        </p:nvPicPr>
        <p:blipFill>
          <a:blip r:embed="rId6">
            <a:lum bright="70000" contrast="-70000"/>
          </a:blip>
          <a:stretch>
            <a:fillRect/>
          </a:stretch>
        </p:blipFill>
        <p:spPr>
          <a:xfrm>
            <a:off x="958363" y="2284091"/>
            <a:ext cx="449560" cy="449560"/>
          </a:xfrm>
          <a:prstGeom prst="rect">
            <a:avLst/>
          </a:prstGeom>
        </p:spPr>
      </p:pic>
      <p:pic>
        <p:nvPicPr>
          <p:cNvPr id="49647" name="Picture 49646">
            <a:extLst>
              <a:ext uri="{FF2B5EF4-FFF2-40B4-BE49-F238E27FC236}">
                <a16:creationId xmlns:a16="http://schemas.microsoft.com/office/drawing/2014/main" id="{7D7546D9-7176-4A9E-0BCC-4B6A7A616A68}"/>
              </a:ext>
            </a:extLst>
          </p:cNvPr>
          <p:cNvPicPr>
            <a:picLocks noChangeAspect="1"/>
          </p:cNvPicPr>
          <p:nvPr/>
        </p:nvPicPr>
        <p:blipFill>
          <a:blip r:embed="rId7">
            <a:duotone>
              <a:schemeClr val="accent4">
                <a:shade val="45000"/>
                <a:satMod val="135000"/>
              </a:schemeClr>
              <a:prstClr val="white"/>
            </a:duotone>
          </a:blip>
          <a:stretch>
            <a:fillRect/>
          </a:stretch>
        </p:blipFill>
        <p:spPr>
          <a:xfrm>
            <a:off x="936055" y="4182711"/>
            <a:ext cx="456578" cy="456578"/>
          </a:xfrm>
          <a:prstGeom prst="rect">
            <a:avLst/>
          </a:prstGeom>
        </p:spPr>
      </p:pic>
      <p:pic>
        <p:nvPicPr>
          <p:cNvPr id="49649" name="Picture 49648">
            <a:extLst>
              <a:ext uri="{FF2B5EF4-FFF2-40B4-BE49-F238E27FC236}">
                <a16:creationId xmlns:a16="http://schemas.microsoft.com/office/drawing/2014/main" id="{82DD5379-42E3-AFE4-34D5-C7089C48AD1B}"/>
              </a:ext>
            </a:extLst>
          </p:cNvPr>
          <p:cNvPicPr>
            <a:picLocks noChangeAspect="1"/>
          </p:cNvPicPr>
          <p:nvPr/>
        </p:nvPicPr>
        <p:blipFill>
          <a:blip r:embed="rId8">
            <a:lum bright="70000" contrast="-70000"/>
          </a:blip>
          <a:stretch>
            <a:fillRect/>
          </a:stretch>
        </p:blipFill>
        <p:spPr>
          <a:xfrm>
            <a:off x="5291487" y="2274786"/>
            <a:ext cx="444869" cy="444869"/>
          </a:xfrm>
          <a:prstGeom prst="rect">
            <a:avLst/>
          </a:prstGeom>
        </p:spPr>
      </p:pic>
      <p:pic>
        <p:nvPicPr>
          <p:cNvPr id="49655" name="Picture 49654">
            <a:extLst>
              <a:ext uri="{FF2B5EF4-FFF2-40B4-BE49-F238E27FC236}">
                <a16:creationId xmlns:a16="http://schemas.microsoft.com/office/drawing/2014/main" id="{ABDCFB5F-28A2-80A4-E835-60A42E26D8BE}"/>
              </a:ext>
            </a:extLst>
          </p:cNvPr>
          <p:cNvPicPr>
            <a:picLocks noChangeAspect="1"/>
          </p:cNvPicPr>
          <p:nvPr/>
        </p:nvPicPr>
        <p:blipFill>
          <a:blip r:embed="rId9">
            <a:duotone>
              <a:schemeClr val="accent3">
                <a:shade val="45000"/>
                <a:satMod val="135000"/>
              </a:schemeClr>
              <a:prstClr val="white"/>
            </a:duotone>
          </a:blip>
          <a:stretch>
            <a:fillRect/>
          </a:stretch>
        </p:blipFill>
        <p:spPr>
          <a:xfrm>
            <a:off x="5273228" y="3226949"/>
            <a:ext cx="476250" cy="476250"/>
          </a:xfrm>
          <a:prstGeom prst="rect">
            <a:avLst/>
          </a:prstGeom>
        </p:spPr>
      </p:pic>
      <p:pic>
        <p:nvPicPr>
          <p:cNvPr id="49657" name="Picture 49656">
            <a:extLst>
              <a:ext uri="{FF2B5EF4-FFF2-40B4-BE49-F238E27FC236}">
                <a16:creationId xmlns:a16="http://schemas.microsoft.com/office/drawing/2014/main" id="{6C80AD1C-FAF5-0520-90F9-37D96B63F1DD}"/>
              </a:ext>
            </a:extLst>
          </p:cNvPr>
          <p:cNvPicPr>
            <a:picLocks noChangeAspect="1"/>
          </p:cNvPicPr>
          <p:nvPr/>
        </p:nvPicPr>
        <p:blipFill>
          <a:blip r:embed="rId10">
            <a:duotone>
              <a:schemeClr val="accent3">
                <a:shade val="45000"/>
                <a:satMod val="135000"/>
              </a:schemeClr>
              <a:prstClr val="white"/>
            </a:duotone>
          </a:blip>
          <a:stretch>
            <a:fillRect/>
          </a:stretch>
        </p:blipFill>
        <p:spPr>
          <a:xfrm>
            <a:off x="5274700" y="4203545"/>
            <a:ext cx="476250" cy="414910"/>
          </a:xfrm>
          <a:prstGeom prst="rect">
            <a:avLst/>
          </a:prstGeom>
        </p:spPr>
      </p:pic>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9150">
          <a:extLst>
            <a:ext uri="{FF2B5EF4-FFF2-40B4-BE49-F238E27FC236}">
              <a16:creationId xmlns:a16="http://schemas.microsoft.com/office/drawing/2014/main" id="{062FFBE4-905E-4AF9-CE4D-607422ACE069}"/>
            </a:ext>
          </a:extLst>
        </p:cNvPr>
        <p:cNvGrpSpPr/>
        <p:nvPr/>
      </p:nvGrpSpPr>
      <p:grpSpPr>
        <a:xfrm>
          <a:off x="0" y="0"/>
          <a:ext cx="0" cy="0"/>
          <a:chOff x="0" y="0"/>
          <a:chExt cx="0" cy="0"/>
        </a:xfrm>
      </p:grpSpPr>
      <p:grpSp>
        <p:nvGrpSpPr>
          <p:cNvPr id="49151" name="Google Shape;49151;p41">
            <a:extLst>
              <a:ext uri="{FF2B5EF4-FFF2-40B4-BE49-F238E27FC236}">
                <a16:creationId xmlns:a16="http://schemas.microsoft.com/office/drawing/2014/main" id="{A1F153B0-0B1F-7850-3BF1-4BFCB8BF7B67}"/>
              </a:ext>
            </a:extLst>
          </p:cNvPr>
          <p:cNvGrpSpPr/>
          <p:nvPr/>
        </p:nvGrpSpPr>
        <p:grpSpPr>
          <a:xfrm>
            <a:off x="957938" y="3724739"/>
            <a:ext cx="895824" cy="868076"/>
            <a:chOff x="3620597" y="1738568"/>
            <a:chExt cx="932761" cy="903870"/>
          </a:xfrm>
        </p:grpSpPr>
        <p:grpSp>
          <p:nvGrpSpPr>
            <p:cNvPr id="49152" name="Google Shape;49152;p41">
              <a:extLst>
                <a:ext uri="{FF2B5EF4-FFF2-40B4-BE49-F238E27FC236}">
                  <a16:creationId xmlns:a16="http://schemas.microsoft.com/office/drawing/2014/main" id="{424E4406-60D1-A90F-6642-5ECF7E6A2B52}"/>
                </a:ext>
              </a:extLst>
            </p:cNvPr>
            <p:cNvGrpSpPr/>
            <p:nvPr/>
          </p:nvGrpSpPr>
          <p:grpSpPr>
            <a:xfrm>
              <a:off x="3620597" y="1738586"/>
              <a:ext cx="932690" cy="903852"/>
              <a:chOff x="1954207" y="514898"/>
              <a:chExt cx="1032308" cy="1000500"/>
            </a:xfrm>
          </p:grpSpPr>
          <p:sp>
            <p:nvSpPr>
              <p:cNvPr id="49153" name="Google Shape;49153;p41">
                <a:extLst>
                  <a:ext uri="{FF2B5EF4-FFF2-40B4-BE49-F238E27FC236}">
                    <a16:creationId xmlns:a16="http://schemas.microsoft.com/office/drawing/2014/main" id="{974B6348-FF28-0E5A-CA55-E0BC28884B42}"/>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4" name="Google Shape;49154;p41">
                <a:extLst>
                  <a:ext uri="{FF2B5EF4-FFF2-40B4-BE49-F238E27FC236}">
                    <a16:creationId xmlns:a16="http://schemas.microsoft.com/office/drawing/2014/main" id="{C4DD90D0-7B58-1FE3-E953-4DB7770BFC47}"/>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55" name="Google Shape;49155;p41">
              <a:extLst>
                <a:ext uri="{FF2B5EF4-FFF2-40B4-BE49-F238E27FC236}">
                  <a16:creationId xmlns:a16="http://schemas.microsoft.com/office/drawing/2014/main" id="{7C580EB9-6D72-8646-C4D1-CFA5261EAD29}"/>
                </a:ext>
              </a:extLst>
            </p:cNvPr>
            <p:cNvGrpSpPr/>
            <p:nvPr/>
          </p:nvGrpSpPr>
          <p:grpSpPr>
            <a:xfrm>
              <a:off x="3620817" y="1738568"/>
              <a:ext cx="932541" cy="903851"/>
              <a:chOff x="4056003" y="764391"/>
              <a:chExt cx="1032143" cy="1000499"/>
            </a:xfrm>
          </p:grpSpPr>
          <p:sp>
            <p:nvSpPr>
              <p:cNvPr id="49156" name="Google Shape;49156;p41">
                <a:extLst>
                  <a:ext uri="{FF2B5EF4-FFF2-40B4-BE49-F238E27FC236}">
                    <a16:creationId xmlns:a16="http://schemas.microsoft.com/office/drawing/2014/main" id="{938C9634-DB61-86FD-F7E5-5E6CD5A51C13}"/>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7" name="Google Shape;49157;p41">
                <a:extLst>
                  <a:ext uri="{FF2B5EF4-FFF2-40B4-BE49-F238E27FC236}">
                    <a16:creationId xmlns:a16="http://schemas.microsoft.com/office/drawing/2014/main" id="{A9B3251D-7E73-B9CD-5B72-6D34F8431485}"/>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8" name="Google Shape;49158;p41">
                <a:extLst>
                  <a:ext uri="{FF2B5EF4-FFF2-40B4-BE49-F238E27FC236}">
                    <a16:creationId xmlns:a16="http://schemas.microsoft.com/office/drawing/2014/main" id="{90F212EF-A12B-198A-BE5B-8250231895A1}"/>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59" name="Google Shape;49159;p41">
                <a:extLst>
                  <a:ext uri="{FF2B5EF4-FFF2-40B4-BE49-F238E27FC236}">
                    <a16:creationId xmlns:a16="http://schemas.microsoft.com/office/drawing/2014/main" id="{7F5146B0-7F9F-D004-E195-A17189CCB044}"/>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60" name="Google Shape;49160;p41">
            <a:extLst>
              <a:ext uri="{FF2B5EF4-FFF2-40B4-BE49-F238E27FC236}">
                <a16:creationId xmlns:a16="http://schemas.microsoft.com/office/drawing/2014/main" id="{6FA65B44-260D-BCD4-206C-52D6281DCA43}"/>
              </a:ext>
            </a:extLst>
          </p:cNvPr>
          <p:cNvGrpSpPr/>
          <p:nvPr/>
        </p:nvGrpSpPr>
        <p:grpSpPr>
          <a:xfrm>
            <a:off x="957938" y="2141127"/>
            <a:ext cx="895824" cy="868076"/>
            <a:chOff x="3620597" y="1738568"/>
            <a:chExt cx="932761" cy="903870"/>
          </a:xfrm>
        </p:grpSpPr>
        <p:grpSp>
          <p:nvGrpSpPr>
            <p:cNvPr id="49161" name="Google Shape;49161;p41">
              <a:extLst>
                <a:ext uri="{FF2B5EF4-FFF2-40B4-BE49-F238E27FC236}">
                  <a16:creationId xmlns:a16="http://schemas.microsoft.com/office/drawing/2014/main" id="{21BEE328-E664-CBBC-7D8E-FB9F1E1D64C1}"/>
                </a:ext>
              </a:extLst>
            </p:cNvPr>
            <p:cNvGrpSpPr/>
            <p:nvPr/>
          </p:nvGrpSpPr>
          <p:grpSpPr>
            <a:xfrm>
              <a:off x="3620597" y="1738586"/>
              <a:ext cx="932690" cy="903852"/>
              <a:chOff x="1954207" y="514898"/>
              <a:chExt cx="1032308" cy="1000500"/>
            </a:xfrm>
          </p:grpSpPr>
          <p:sp>
            <p:nvSpPr>
              <p:cNvPr id="49162" name="Google Shape;49162;p41">
                <a:extLst>
                  <a:ext uri="{FF2B5EF4-FFF2-40B4-BE49-F238E27FC236}">
                    <a16:creationId xmlns:a16="http://schemas.microsoft.com/office/drawing/2014/main" id="{CBFAA53D-6658-C950-5094-5580C5C3E253}"/>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3" name="Google Shape;49163;p41">
                <a:extLst>
                  <a:ext uri="{FF2B5EF4-FFF2-40B4-BE49-F238E27FC236}">
                    <a16:creationId xmlns:a16="http://schemas.microsoft.com/office/drawing/2014/main" id="{AC22162C-41D2-170A-6C2C-DAD8BA021DF9}"/>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64" name="Google Shape;49164;p41">
              <a:extLst>
                <a:ext uri="{FF2B5EF4-FFF2-40B4-BE49-F238E27FC236}">
                  <a16:creationId xmlns:a16="http://schemas.microsoft.com/office/drawing/2014/main" id="{56A40DDB-94FA-2C9D-6F30-D5F0D39E147A}"/>
                </a:ext>
              </a:extLst>
            </p:cNvPr>
            <p:cNvGrpSpPr/>
            <p:nvPr/>
          </p:nvGrpSpPr>
          <p:grpSpPr>
            <a:xfrm>
              <a:off x="3620817" y="1738568"/>
              <a:ext cx="932541" cy="903851"/>
              <a:chOff x="4056003" y="764391"/>
              <a:chExt cx="1032143" cy="1000499"/>
            </a:xfrm>
          </p:grpSpPr>
          <p:sp>
            <p:nvSpPr>
              <p:cNvPr id="49165" name="Google Shape;49165;p41">
                <a:extLst>
                  <a:ext uri="{FF2B5EF4-FFF2-40B4-BE49-F238E27FC236}">
                    <a16:creationId xmlns:a16="http://schemas.microsoft.com/office/drawing/2014/main" id="{BF4304AA-F9FC-7E09-7443-39D8045002B4}"/>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6" name="Google Shape;49166;p41">
                <a:extLst>
                  <a:ext uri="{FF2B5EF4-FFF2-40B4-BE49-F238E27FC236}">
                    <a16:creationId xmlns:a16="http://schemas.microsoft.com/office/drawing/2014/main" id="{0E77A032-DBFB-36B6-5C47-A59C67AFF631}"/>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7" name="Google Shape;49167;p41">
                <a:extLst>
                  <a:ext uri="{FF2B5EF4-FFF2-40B4-BE49-F238E27FC236}">
                    <a16:creationId xmlns:a16="http://schemas.microsoft.com/office/drawing/2014/main" id="{1DAB4AB5-0E49-064E-D861-66A36D2B01EF}"/>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68" name="Google Shape;49168;p41">
                <a:extLst>
                  <a:ext uri="{FF2B5EF4-FFF2-40B4-BE49-F238E27FC236}">
                    <a16:creationId xmlns:a16="http://schemas.microsoft.com/office/drawing/2014/main" id="{47B69AA4-3678-43FF-A165-6159F8A1B640}"/>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69" name="Google Shape;49169;p41">
            <a:extLst>
              <a:ext uri="{FF2B5EF4-FFF2-40B4-BE49-F238E27FC236}">
                <a16:creationId xmlns:a16="http://schemas.microsoft.com/office/drawing/2014/main" id="{C05F64DA-0FDD-8D8A-A663-408DDECB903B}"/>
              </a:ext>
            </a:extLst>
          </p:cNvPr>
          <p:cNvGrpSpPr/>
          <p:nvPr/>
        </p:nvGrpSpPr>
        <p:grpSpPr>
          <a:xfrm>
            <a:off x="4991725" y="3724739"/>
            <a:ext cx="895824" cy="868076"/>
            <a:chOff x="3620597" y="1738568"/>
            <a:chExt cx="932761" cy="903870"/>
          </a:xfrm>
        </p:grpSpPr>
        <p:grpSp>
          <p:nvGrpSpPr>
            <p:cNvPr id="49170" name="Google Shape;49170;p41">
              <a:extLst>
                <a:ext uri="{FF2B5EF4-FFF2-40B4-BE49-F238E27FC236}">
                  <a16:creationId xmlns:a16="http://schemas.microsoft.com/office/drawing/2014/main" id="{10A49CDC-82D8-582F-0ED1-5E64B46D2556}"/>
                </a:ext>
              </a:extLst>
            </p:cNvPr>
            <p:cNvGrpSpPr/>
            <p:nvPr/>
          </p:nvGrpSpPr>
          <p:grpSpPr>
            <a:xfrm>
              <a:off x="3620597" y="1738586"/>
              <a:ext cx="932690" cy="903852"/>
              <a:chOff x="1954207" y="514898"/>
              <a:chExt cx="1032308" cy="1000500"/>
            </a:xfrm>
          </p:grpSpPr>
          <p:sp>
            <p:nvSpPr>
              <p:cNvPr id="49171" name="Google Shape;49171;p41">
                <a:extLst>
                  <a:ext uri="{FF2B5EF4-FFF2-40B4-BE49-F238E27FC236}">
                    <a16:creationId xmlns:a16="http://schemas.microsoft.com/office/drawing/2014/main" id="{BA655F2C-481B-C93E-3E95-ABC1711916DB}"/>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2" name="Google Shape;49172;p41">
                <a:extLst>
                  <a:ext uri="{FF2B5EF4-FFF2-40B4-BE49-F238E27FC236}">
                    <a16:creationId xmlns:a16="http://schemas.microsoft.com/office/drawing/2014/main" id="{841CD6B8-3803-BC53-110A-287D02A90678}"/>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3" name="Google Shape;49173;p41">
              <a:extLst>
                <a:ext uri="{FF2B5EF4-FFF2-40B4-BE49-F238E27FC236}">
                  <a16:creationId xmlns:a16="http://schemas.microsoft.com/office/drawing/2014/main" id="{FC044D7B-68FF-AA03-4B09-F468C84959C1}"/>
                </a:ext>
              </a:extLst>
            </p:cNvPr>
            <p:cNvGrpSpPr/>
            <p:nvPr/>
          </p:nvGrpSpPr>
          <p:grpSpPr>
            <a:xfrm>
              <a:off x="3620817" y="1738568"/>
              <a:ext cx="932541" cy="903851"/>
              <a:chOff x="4056003" y="764391"/>
              <a:chExt cx="1032143" cy="1000499"/>
            </a:xfrm>
          </p:grpSpPr>
          <p:sp>
            <p:nvSpPr>
              <p:cNvPr id="49174" name="Google Shape;49174;p41">
                <a:extLst>
                  <a:ext uri="{FF2B5EF4-FFF2-40B4-BE49-F238E27FC236}">
                    <a16:creationId xmlns:a16="http://schemas.microsoft.com/office/drawing/2014/main" id="{F43CE352-9090-CD3C-6082-3A925F43B93F}"/>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5" name="Google Shape;49175;p41">
                <a:extLst>
                  <a:ext uri="{FF2B5EF4-FFF2-40B4-BE49-F238E27FC236}">
                    <a16:creationId xmlns:a16="http://schemas.microsoft.com/office/drawing/2014/main" id="{5F5A66C3-AFDF-E62E-A768-FE180DBFF13D}"/>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6" name="Google Shape;49176;p41">
                <a:extLst>
                  <a:ext uri="{FF2B5EF4-FFF2-40B4-BE49-F238E27FC236}">
                    <a16:creationId xmlns:a16="http://schemas.microsoft.com/office/drawing/2014/main" id="{51DBEC26-02E8-749E-4772-272D29B6DC2A}"/>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77" name="Google Shape;49177;p41">
                <a:extLst>
                  <a:ext uri="{FF2B5EF4-FFF2-40B4-BE49-F238E27FC236}">
                    <a16:creationId xmlns:a16="http://schemas.microsoft.com/office/drawing/2014/main" id="{F3AB2CCC-D3CF-E4FE-2809-05397EE26B8F}"/>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178" name="Google Shape;49178;p41">
            <a:extLst>
              <a:ext uri="{FF2B5EF4-FFF2-40B4-BE49-F238E27FC236}">
                <a16:creationId xmlns:a16="http://schemas.microsoft.com/office/drawing/2014/main" id="{37D86C5E-D07C-C93B-C880-C937623763F7}"/>
              </a:ext>
            </a:extLst>
          </p:cNvPr>
          <p:cNvGrpSpPr/>
          <p:nvPr/>
        </p:nvGrpSpPr>
        <p:grpSpPr>
          <a:xfrm>
            <a:off x="4991725" y="2141127"/>
            <a:ext cx="895824" cy="868076"/>
            <a:chOff x="3620597" y="1738568"/>
            <a:chExt cx="932761" cy="903870"/>
          </a:xfrm>
        </p:grpSpPr>
        <p:grpSp>
          <p:nvGrpSpPr>
            <p:cNvPr id="49179" name="Google Shape;49179;p41">
              <a:extLst>
                <a:ext uri="{FF2B5EF4-FFF2-40B4-BE49-F238E27FC236}">
                  <a16:creationId xmlns:a16="http://schemas.microsoft.com/office/drawing/2014/main" id="{BD490A11-E2F7-D83B-555B-A778EE20211A}"/>
                </a:ext>
              </a:extLst>
            </p:cNvPr>
            <p:cNvGrpSpPr/>
            <p:nvPr/>
          </p:nvGrpSpPr>
          <p:grpSpPr>
            <a:xfrm>
              <a:off x="3620597" y="1738586"/>
              <a:ext cx="932690" cy="903852"/>
              <a:chOff x="1954207" y="514898"/>
              <a:chExt cx="1032308" cy="1000500"/>
            </a:xfrm>
          </p:grpSpPr>
          <p:sp>
            <p:nvSpPr>
              <p:cNvPr id="49180" name="Google Shape;49180;p41">
                <a:extLst>
                  <a:ext uri="{FF2B5EF4-FFF2-40B4-BE49-F238E27FC236}">
                    <a16:creationId xmlns:a16="http://schemas.microsoft.com/office/drawing/2014/main" id="{A4686B2B-154A-4EC6-E23E-EACC84FFA74F}"/>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1" name="Google Shape;49181;p41">
                <a:extLst>
                  <a:ext uri="{FF2B5EF4-FFF2-40B4-BE49-F238E27FC236}">
                    <a16:creationId xmlns:a16="http://schemas.microsoft.com/office/drawing/2014/main" id="{388C1407-497E-2248-8953-6A67012D1D61}"/>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82" name="Google Shape;49182;p41">
              <a:extLst>
                <a:ext uri="{FF2B5EF4-FFF2-40B4-BE49-F238E27FC236}">
                  <a16:creationId xmlns:a16="http://schemas.microsoft.com/office/drawing/2014/main" id="{C34AED01-1DC9-871B-5295-AA70F5DC20F7}"/>
                </a:ext>
              </a:extLst>
            </p:cNvPr>
            <p:cNvGrpSpPr/>
            <p:nvPr/>
          </p:nvGrpSpPr>
          <p:grpSpPr>
            <a:xfrm>
              <a:off x="3620817" y="1738568"/>
              <a:ext cx="932541" cy="903851"/>
              <a:chOff x="4056003" y="764391"/>
              <a:chExt cx="1032143" cy="1000499"/>
            </a:xfrm>
          </p:grpSpPr>
          <p:sp>
            <p:nvSpPr>
              <p:cNvPr id="49183" name="Google Shape;49183;p41">
                <a:extLst>
                  <a:ext uri="{FF2B5EF4-FFF2-40B4-BE49-F238E27FC236}">
                    <a16:creationId xmlns:a16="http://schemas.microsoft.com/office/drawing/2014/main" id="{82005055-B5C0-331E-5253-3A69EA1695B7}"/>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4" name="Google Shape;49184;p41">
                <a:extLst>
                  <a:ext uri="{FF2B5EF4-FFF2-40B4-BE49-F238E27FC236}">
                    <a16:creationId xmlns:a16="http://schemas.microsoft.com/office/drawing/2014/main" id="{C2D07DB1-B22E-8868-B29D-811984D3F8E3}"/>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5" name="Google Shape;49185;p41">
                <a:extLst>
                  <a:ext uri="{FF2B5EF4-FFF2-40B4-BE49-F238E27FC236}">
                    <a16:creationId xmlns:a16="http://schemas.microsoft.com/office/drawing/2014/main" id="{D5BF41D2-2D91-09BF-706D-B1890DA2687B}"/>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186" name="Google Shape;49186;p41">
                <a:extLst>
                  <a:ext uri="{FF2B5EF4-FFF2-40B4-BE49-F238E27FC236}">
                    <a16:creationId xmlns:a16="http://schemas.microsoft.com/office/drawing/2014/main" id="{94903269-65AB-7517-3CA4-CEDCD5BDDF18}"/>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49187" name="Google Shape;49187;p41">
            <a:extLst>
              <a:ext uri="{FF2B5EF4-FFF2-40B4-BE49-F238E27FC236}">
                <a16:creationId xmlns:a16="http://schemas.microsoft.com/office/drawing/2014/main" id="{47A68EAC-E2F3-E54D-D0FC-0F4F52EE58D6}"/>
              </a:ext>
            </a:extLst>
          </p:cNvPr>
          <p:cNvSpPr txBox="1">
            <a:spLocks noGrp="1"/>
          </p:cNvSpPr>
          <p:nvPr>
            <p:ph type="title"/>
          </p:nvPr>
        </p:nvSpPr>
        <p:spPr>
          <a:xfrm>
            <a:off x="713250" y="152330"/>
            <a:ext cx="7717500" cy="564600"/>
          </a:xfrm>
          <a:prstGeom prst="rect">
            <a:avLst/>
          </a:prstGeom>
        </p:spPr>
        <p:txBody>
          <a:bodyPr spcFirstLastPara="1" wrap="square" lIns="91425" tIns="91425" rIns="91425" bIns="91425" anchor="t" anchorCtr="0">
            <a:noAutofit/>
          </a:bodyPr>
          <a:lstStyle/>
          <a:p>
            <a:pPr lvl="0"/>
            <a:r>
              <a:rPr lang="en-US" sz="2800" b="1" dirty="0">
                <a:solidFill>
                  <a:schemeClr val="bg2"/>
                </a:solidFill>
              </a:rPr>
              <a:t>ĐẶC THÙ RỦI RO CỦA THIẾT BỊ DI ĐỘNG SO VỚI MÁY TÍNH TRUYỀN THỐNG</a:t>
            </a:r>
          </a:p>
        </p:txBody>
      </p:sp>
      <p:sp>
        <p:nvSpPr>
          <p:cNvPr id="49189" name="Google Shape;49189;p41">
            <a:extLst>
              <a:ext uri="{FF2B5EF4-FFF2-40B4-BE49-F238E27FC236}">
                <a16:creationId xmlns:a16="http://schemas.microsoft.com/office/drawing/2014/main" id="{E0C993BC-8A5A-AB83-E0BF-377755C00083}"/>
              </a:ext>
            </a:extLst>
          </p:cNvPr>
          <p:cNvSpPr txBox="1">
            <a:spLocks noGrp="1"/>
          </p:cNvSpPr>
          <p:nvPr>
            <p:ph type="subTitle" idx="2"/>
          </p:nvPr>
        </p:nvSpPr>
        <p:spPr>
          <a:xfrm>
            <a:off x="1992988" y="2465431"/>
            <a:ext cx="2403900" cy="51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Mạng không tin cậy</a:t>
            </a:r>
            <a:endParaRPr dirty="0"/>
          </a:p>
        </p:txBody>
      </p:sp>
      <p:sp>
        <p:nvSpPr>
          <p:cNvPr id="49192" name="Google Shape;49192;p41">
            <a:extLst>
              <a:ext uri="{FF2B5EF4-FFF2-40B4-BE49-F238E27FC236}">
                <a16:creationId xmlns:a16="http://schemas.microsoft.com/office/drawing/2014/main" id="{96E90D96-4835-D095-FCF4-6B4D4F2268AA}"/>
              </a:ext>
            </a:extLst>
          </p:cNvPr>
          <p:cNvSpPr txBox="1">
            <a:spLocks noGrp="1"/>
          </p:cNvSpPr>
          <p:nvPr>
            <p:ph type="subTitle" idx="5"/>
          </p:nvPr>
        </p:nvSpPr>
        <p:spPr>
          <a:xfrm>
            <a:off x="1992988" y="4011230"/>
            <a:ext cx="2403900" cy="51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Phơi nhiễm vật lý</a:t>
            </a:r>
            <a:endParaRPr dirty="0"/>
          </a:p>
        </p:txBody>
      </p:sp>
      <p:sp>
        <p:nvSpPr>
          <p:cNvPr id="49195" name="Google Shape;49195;p41">
            <a:extLst>
              <a:ext uri="{FF2B5EF4-FFF2-40B4-BE49-F238E27FC236}">
                <a16:creationId xmlns:a16="http://schemas.microsoft.com/office/drawing/2014/main" id="{98322B1B-A0CF-C2DE-A4F2-069768F43A46}"/>
              </a:ext>
            </a:extLst>
          </p:cNvPr>
          <p:cNvSpPr txBox="1">
            <a:spLocks noGrp="1"/>
          </p:cNvSpPr>
          <p:nvPr>
            <p:ph type="subTitle" idx="8"/>
          </p:nvPr>
        </p:nvSpPr>
        <p:spPr>
          <a:xfrm>
            <a:off x="6026850" y="2347915"/>
            <a:ext cx="2403900" cy="51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Rủi ro BYOD</a:t>
            </a:r>
            <a:endParaRPr dirty="0"/>
          </a:p>
        </p:txBody>
      </p:sp>
      <p:sp>
        <p:nvSpPr>
          <p:cNvPr id="49198" name="Google Shape;49198;p41">
            <a:extLst>
              <a:ext uri="{FF2B5EF4-FFF2-40B4-BE49-F238E27FC236}">
                <a16:creationId xmlns:a16="http://schemas.microsoft.com/office/drawing/2014/main" id="{1EFC690F-1D16-B403-2676-C5F19B6F7B1E}"/>
              </a:ext>
            </a:extLst>
          </p:cNvPr>
          <p:cNvSpPr txBox="1">
            <a:spLocks noGrp="1"/>
          </p:cNvSpPr>
          <p:nvPr>
            <p:ph type="subTitle" idx="14"/>
          </p:nvPr>
        </p:nvSpPr>
        <p:spPr>
          <a:xfrm>
            <a:off x="6026850" y="4038296"/>
            <a:ext cx="2403900" cy="51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Phân mảnh hệ sinh thái</a:t>
            </a:r>
            <a:endParaRPr dirty="0"/>
          </a:p>
        </p:txBody>
      </p:sp>
      <p:sp>
        <p:nvSpPr>
          <p:cNvPr id="2" name="TextBox 1">
            <a:extLst>
              <a:ext uri="{FF2B5EF4-FFF2-40B4-BE49-F238E27FC236}">
                <a16:creationId xmlns:a16="http://schemas.microsoft.com/office/drawing/2014/main" id="{01EB464B-1130-8F14-3929-ED7072916AC8}"/>
              </a:ext>
            </a:extLst>
          </p:cNvPr>
          <p:cNvSpPr txBox="1"/>
          <p:nvPr/>
        </p:nvSpPr>
        <p:spPr>
          <a:xfrm>
            <a:off x="1382367" y="1243825"/>
            <a:ext cx="7218716"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en-US" sz="1200" dirty="0" err="1">
                <a:solidFill>
                  <a:schemeClr val="bg1"/>
                </a:solidFill>
                <a:latin typeface="Barlow" panose="00000500000000000000" pitchFamily="2" charset="0"/>
              </a:rPr>
              <a:t>Thiết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bị</a:t>
            </a:r>
            <a:r>
              <a:rPr lang="en-US" sz="1200" dirty="0">
                <a:solidFill>
                  <a:schemeClr val="bg1"/>
                </a:solidFill>
                <a:latin typeface="Barlow" panose="00000500000000000000" pitchFamily="2" charset="0"/>
              </a:rPr>
              <a:t> di </a:t>
            </a:r>
            <a:r>
              <a:rPr lang="en-US" sz="1200" dirty="0" err="1">
                <a:solidFill>
                  <a:schemeClr val="bg1"/>
                </a:solidFill>
                <a:latin typeface="Barlow" panose="00000500000000000000" pitchFamily="2" charset="0"/>
              </a:rPr>
              <a:t>động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có</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bề</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mặt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tấn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công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rộng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hơn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máy</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tính</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truyền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thống</a:t>
            </a:r>
            <a:r>
              <a:rPr lang="en-US" sz="1200" dirty="0">
                <a:solidFill>
                  <a:schemeClr val="bg1"/>
                </a:solidFill>
                <a:latin typeface="Barlow" panose="00000500000000000000" pitchFamily="2" charset="0"/>
              </a:rPr>
              <a:t> do </a:t>
            </a:r>
            <a:r>
              <a:rPr lang="en-US" sz="1200" dirty="0" err="1">
                <a:solidFill>
                  <a:schemeClr val="bg1"/>
                </a:solidFill>
                <a:latin typeface="Barlow" panose="00000500000000000000" pitchFamily="2" charset="0"/>
              </a:rPr>
              <a:t>thường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xuyên</a:t>
            </a:r>
            <a:r>
              <a:rPr lang="en-US" sz="1200" dirty="0">
                <a:solidFill>
                  <a:schemeClr val="bg1"/>
                </a:solidFill>
                <a:latin typeface="Barlow" panose="00000500000000000000" pitchFamily="2" charset="0"/>
              </a:rPr>
              <a:t> di </a:t>
            </a:r>
            <a:r>
              <a:rPr lang="en-US" sz="1200" dirty="0" err="1">
                <a:solidFill>
                  <a:schemeClr val="bg1"/>
                </a:solidFill>
                <a:latin typeface="Barlow" panose="00000500000000000000" pitchFamily="2" charset="0"/>
              </a:rPr>
              <a:t>chuyển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kết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nối</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nhiều</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mạng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và</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khó</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kiểm</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soát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tập</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trung</a:t>
            </a:r>
            <a:r>
              <a:rPr lang="en-US" sz="1200" dirty="0">
                <a:solidFill>
                  <a:schemeClr val="bg1"/>
                </a:solidFill>
                <a:latin typeface="Barlow" panose="00000500000000000000" pitchFamily="2" charset="0"/>
              </a:rPr>
              <a:t> </a:t>
            </a:r>
          </a:p>
        </p:txBody>
      </p:sp>
      <p:pic>
        <p:nvPicPr>
          <p:cNvPr id="12" name="Picture 11">
            <a:extLst>
              <a:ext uri="{FF2B5EF4-FFF2-40B4-BE49-F238E27FC236}">
                <a16:creationId xmlns:a16="http://schemas.microsoft.com/office/drawing/2014/main" id="{48724D7B-604D-FCBB-A270-8E8D2086A54E}"/>
              </a:ext>
            </a:extLst>
          </p:cNvPr>
          <p:cNvPicPr>
            <a:picLocks noChangeAspect="1"/>
          </p:cNvPicPr>
          <p:nvPr/>
        </p:nvPicPr>
        <p:blipFill>
          <a:blip r:embed="rId3">
            <a:lum bright="70000" contrast="-70000"/>
            <a:extLst>
              <a:ext uri="{BEBA8EAE-BF5A-486C-A8C5-ECC9F3942E4B}">
                <a14:imgProps xmlns:a14="http://schemas.microsoft.com/office/drawing/2010/main">
                  <a14:imgLayer r:embed="rId4">
                    <a14:imgEffect>
                      <a14:saturation sat="0"/>
                    </a14:imgEffect>
                  </a14:imgLayer>
                </a14:imgProps>
              </a:ext>
            </a:extLst>
          </a:blip>
          <a:stretch>
            <a:fillRect/>
          </a:stretch>
        </p:blipFill>
        <p:spPr>
          <a:xfrm>
            <a:off x="1022203" y="2269860"/>
            <a:ext cx="751895" cy="674941"/>
          </a:xfrm>
          <a:prstGeom prst="rect">
            <a:avLst/>
          </a:prstGeom>
        </p:spPr>
      </p:pic>
      <p:pic>
        <p:nvPicPr>
          <p:cNvPr id="16" name="Picture 15">
            <a:extLst>
              <a:ext uri="{FF2B5EF4-FFF2-40B4-BE49-F238E27FC236}">
                <a16:creationId xmlns:a16="http://schemas.microsoft.com/office/drawing/2014/main" id="{C25F3763-C1D6-6943-03EA-DB061B66A849}"/>
              </a:ext>
            </a:extLst>
          </p:cNvPr>
          <p:cNvPicPr>
            <a:picLocks noChangeAspect="1"/>
          </p:cNvPicPr>
          <p:nvPr/>
        </p:nvPicPr>
        <p:blipFill>
          <a:blip r:embed="rId5">
            <a:lum bright="70000" contrast="-70000"/>
          </a:blip>
          <a:stretch>
            <a:fillRect/>
          </a:stretch>
        </p:blipFill>
        <p:spPr>
          <a:xfrm>
            <a:off x="5115490" y="2219790"/>
            <a:ext cx="717274" cy="717274"/>
          </a:xfrm>
          <a:prstGeom prst="rect">
            <a:avLst/>
          </a:prstGeom>
        </p:spPr>
      </p:pic>
      <p:pic>
        <p:nvPicPr>
          <p:cNvPr id="26" name="Picture 25">
            <a:extLst>
              <a:ext uri="{FF2B5EF4-FFF2-40B4-BE49-F238E27FC236}">
                <a16:creationId xmlns:a16="http://schemas.microsoft.com/office/drawing/2014/main" id="{96BE63E4-6078-AE55-46B6-21C00C075DC5}"/>
              </a:ext>
            </a:extLst>
          </p:cNvPr>
          <p:cNvPicPr>
            <a:picLocks noChangeAspect="1"/>
          </p:cNvPicPr>
          <p:nvPr/>
        </p:nvPicPr>
        <p:blipFill>
          <a:blip r:embed="rId6">
            <a:lum bright="70000" contrast="-70000"/>
          </a:blip>
          <a:stretch>
            <a:fillRect/>
          </a:stretch>
        </p:blipFill>
        <p:spPr>
          <a:xfrm>
            <a:off x="1038523" y="3788480"/>
            <a:ext cx="767016" cy="767016"/>
          </a:xfrm>
          <a:prstGeom prst="rect">
            <a:avLst/>
          </a:prstGeom>
        </p:spPr>
      </p:pic>
      <p:pic>
        <p:nvPicPr>
          <p:cNvPr id="30" name="Picture 29">
            <a:extLst>
              <a:ext uri="{FF2B5EF4-FFF2-40B4-BE49-F238E27FC236}">
                <a16:creationId xmlns:a16="http://schemas.microsoft.com/office/drawing/2014/main" id="{089BCB13-727A-CE96-BE57-4E60D1A0BF23}"/>
              </a:ext>
            </a:extLst>
          </p:cNvPr>
          <p:cNvPicPr>
            <a:picLocks noChangeAspect="1"/>
          </p:cNvPicPr>
          <p:nvPr/>
        </p:nvPicPr>
        <p:blipFill>
          <a:blip r:embed="rId7">
            <a:lum bright="70000" contrast="-70000"/>
          </a:blip>
          <a:stretch>
            <a:fillRect/>
          </a:stretch>
        </p:blipFill>
        <p:spPr>
          <a:xfrm>
            <a:off x="5026217" y="3765729"/>
            <a:ext cx="827051" cy="827051"/>
          </a:xfrm>
          <a:prstGeom prst="rect">
            <a:avLst/>
          </a:prstGeom>
        </p:spPr>
      </p:pic>
      <p:pic>
        <p:nvPicPr>
          <p:cNvPr id="49120" name="Picture 49119">
            <a:extLst>
              <a:ext uri="{FF2B5EF4-FFF2-40B4-BE49-F238E27FC236}">
                <a16:creationId xmlns:a16="http://schemas.microsoft.com/office/drawing/2014/main" id="{2D67DE6B-0B70-39B6-E50F-490AD5D94A9C}"/>
              </a:ext>
            </a:extLst>
          </p:cNvPr>
          <p:cNvPicPr>
            <a:picLocks noChangeAspect="1"/>
          </p:cNvPicPr>
          <p:nvPr/>
        </p:nvPicPr>
        <p:blipFill>
          <a:blip r:embed="rId8">
            <a:lum bright="70000" contrast="-70000"/>
          </a:blip>
          <a:stretch>
            <a:fillRect/>
          </a:stretch>
        </p:blipFill>
        <p:spPr>
          <a:xfrm>
            <a:off x="695623" y="1132270"/>
            <a:ext cx="606704" cy="606704"/>
          </a:xfrm>
          <a:prstGeom prst="rect">
            <a:avLst/>
          </a:prstGeom>
        </p:spPr>
      </p:pic>
    </p:spTree>
    <p:extLst>
      <p:ext uri="{BB962C8B-B14F-4D97-AF65-F5344CB8AC3E}">
        <p14:creationId xmlns:p14="http://schemas.microsoft.com/office/powerpoint/2010/main" val="3917016867"/>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9681">
          <a:extLst>
            <a:ext uri="{FF2B5EF4-FFF2-40B4-BE49-F238E27FC236}">
              <a16:creationId xmlns:a16="http://schemas.microsoft.com/office/drawing/2014/main" id="{CB12513B-5A47-F276-B752-4C8F70C83342}"/>
            </a:ext>
          </a:extLst>
        </p:cNvPr>
        <p:cNvGrpSpPr/>
        <p:nvPr/>
      </p:nvGrpSpPr>
      <p:grpSpPr>
        <a:xfrm>
          <a:off x="0" y="0"/>
          <a:ext cx="0" cy="0"/>
          <a:chOff x="0" y="0"/>
          <a:chExt cx="0" cy="0"/>
        </a:xfrm>
      </p:grpSpPr>
      <p:sp>
        <p:nvSpPr>
          <p:cNvPr id="49684" name="Google Shape;49684;p48">
            <a:extLst>
              <a:ext uri="{FF2B5EF4-FFF2-40B4-BE49-F238E27FC236}">
                <a16:creationId xmlns:a16="http://schemas.microsoft.com/office/drawing/2014/main" id="{3468B938-DBD1-AB0E-8921-E216497EEEA6}"/>
              </a:ext>
            </a:extLst>
          </p:cNvPr>
          <p:cNvSpPr txBox="1">
            <a:spLocks noGrp="1"/>
          </p:cNvSpPr>
          <p:nvPr>
            <p:ph type="subTitle" idx="2"/>
          </p:nvPr>
        </p:nvSpPr>
        <p:spPr>
          <a:xfrm>
            <a:off x="544232" y="3584144"/>
            <a:ext cx="2302800" cy="554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dirty="0"/>
              <a:t>Khung đo lường chuẩn hóa</a:t>
            </a:r>
            <a:endParaRPr sz="2000" dirty="0"/>
          </a:p>
        </p:txBody>
      </p:sp>
      <p:sp>
        <p:nvSpPr>
          <p:cNvPr id="49686" name="Google Shape;49686;p48">
            <a:extLst>
              <a:ext uri="{FF2B5EF4-FFF2-40B4-BE49-F238E27FC236}">
                <a16:creationId xmlns:a16="http://schemas.microsoft.com/office/drawing/2014/main" id="{BBACF2BF-7B42-5FBC-6B9F-7A64625E432F}"/>
              </a:ext>
            </a:extLst>
          </p:cNvPr>
          <p:cNvSpPr txBox="1">
            <a:spLocks noGrp="1"/>
          </p:cNvSpPr>
          <p:nvPr>
            <p:ph type="subTitle" idx="4"/>
          </p:nvPr>
        </p:nvSpPr>
        <p:spPr>
          <a:xfrm>
            <a:off x="6296970" y="3249118"/>
            <a:ext cx="2302800" cy="554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dirty="0"/>
              <a:t>Tuân thủ &amp; Resilience</a:t>
            </a:r>
            <a:endParaRPr sz="2000" dirty="0"/>
          </a:p>
        </p:txBody>
      </p:sp>
      <p:sp>
        <p:nvSpPr>
          <p:cNvPr id="49688" name="Google Shape;49688;p48">
            <a:extLst>
              <a:ext uri="{FF2B5EF4-FFF2-40B4-BE49-F238E27FC236}">
                <a16:creationId xmlns:a16="http://schemas.microsoft.com/office/drawing/2014/main" id="{DA1E8B9A-0CBD-432E-CD2F-7EAD349E4C7C}"/>
              </a:ext>
            </a:extLst>
          </p:cNvPr>
          <p:cNvSpPr txBox="1">
            <a:spLocks noGrp="1"/>
          </p:cNvSpPr>
          <p:nvPr>
            <p:ph type="subTitle" idx="6"/>
          </p:nvPr>
        </p:nvSpPr>
        <p:spPr>
          <a:xfrm>
            <a:off x="2723581" y="3004828"/>
            <a:ext cx="3500374" cy="554100"/>
          </a:xfrm>
          <a:prstGeom prst="rect">
            <a:avLst/>
          </a:prstGeom>
        </p:spPr>
        <p:txBody>
          <a:bodyPr spcFirstLastPara="1" wrap="square" lIns="91425" tIns="91425" rIns="91425" bIns="91425" anchor="b" anchorCtr="0">
            <a:noAutofit/>
          </a:bodyPr>
          <a:lstStyle/>
          <a:p>
            <a:pPr marL="0" lvl="0" indent="0"/>
            <a:r>
              <a:rPr lang="en-US" sz="2000" dirty="0"/>
              <a:t>Defense-in-Depth</a:t>
            </a:r>
            <a:endParaRPr sz="2000" dirty="0"/>
          </a:p>
        </p:txBody>
      </p:sp>
      <p:grpSp>
        <p:nvGrpSpPr>
          <p:cNvPr id="49689" name="Google Shape;49689;p48">
            <a:extLst>
              <a:ext uri="{FF2B5EF4-FFF2-40B4-BE49-F238E27FC236}">
                <a16:creationId xmlns:a16="http://schemas.microsoft.com/office/drawing/2014/main" id="{F8DC8C79-D652-3BCD-596A-3420F405450A}"/>
              </a:ext>
            </a:extLst>
          </p:cNvPr>
          <p:cNvGrpSpPr/>
          <p:nvPr/>
        </p:nvGrpSpPr>
        <p:grpSpPr>
          <a:xfrm>
            <a:off x="1189819" y="1973736"/>
            <a:ext cx="932761" cy="903870"/>
            <a:chOff x="3620597" y="1738568"/>
            <a:chExt cx="932761" cy="903870"/>
          </a:xfrm>
        </p:grpSpPr>
        <p:grpSp>
          <p:nvGrpSpPr>
            <p:cNvPr id="49690" name="Google Shape;49690;p48">
              <a:extLst>
                <a:ext uri="{FF2B5EF4-FFF2-40B4-BE49-F238E27FC236}">
                  <a16:creationId xmlns:a16="http://schemas.microsoft.com/office/drawing/2014/main" id="{55EE636A-60B8-EB74-815C-1B56D3F5D96A}"/>
                </a:ext>
              </a:extLst>
            </p:cNvPr>
            <p:cNvGrpSpPr/>
            <p:nvPr/>
          </p:nvGrpSpPr>
          <p:grpSpPr>
            <a:xfrm>
              <a:off x="3620597" y="1738586"/>
              <a:ext cx="932690" cy="903852"/>
              <a:chOff x="1954207" y="514898"/>
              <a:chExt cx="1032308" cy="1000500"/>
            </a:xfrm>
          </p:grpSpPr>
          <p:sp>
            <p:nvSpPr>
              <p:cNvPr id="49691" name="Google Shape;49691;p48">
                <a:extLst>
                  <a:ext uri="{FF2B5EF4-FFF2-40B4-BE49-F238E27FC236}">
                    <a16:creationId xmlns:a16="http://schemas.microsoft.com/office/drawing/2014/main" id="{D2641C53-9EC4-DF91-73DE-95D8EE67C9FD}"/>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2" name="Google Shape;49692;p48">
                <a:extLst>
                  <a:ext uri="{FF2B5EF4-FFF2-40B4-BE49-F238E27FC236}">
                    <a16:creationId xmlns:a16="http://schemas.microsoft.com/office/drawing/2014/main" id="{75B01BBE-4A63-26AF-AB53-08F271056694}"/>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3" name="Google Shape;49693;p48">
              <a:extLst>
                <a:ext uri="{FF2B5EF4-FFF2-40B4-BE49-F238E27FC236}">
                  <a16:creationId xmlns:a16="http://schemas.microsoft.com/office/drawing/2014/main" id="{E4E6BF16-AAB1-24A1-99A2-9F462C4D2618}"/>
                </a:ext>
              </a:extLst>
            </p:cNvPr>
            <p:cNvGrpSpPr/>
            <p:nvPr/>
          </p:nvGrpSpPr>
          <p:grpSpPr>
            <a:xfrm>
              <a:off x="3620817" y="1738568"/>
              <a:ext cx="932541" cy="903851"/>
              <a:chOff x="4056003" y="764391"/>
              <a:chExt cx="1032143" cy="1000499"/>
            </a:xfrm>
          </p:grpSpPr>
          <p:sp>
            <p:nvSpPr>
              <p:cNvPr id="49694" name="Google Shape;49694;p48">
                <a:extLst>
                  <a:ext uri="{FF2B5EF4-FFF2-40B4-BE49-F238E27FC236}">
                    <a16:creationId xmlns:a16="http://schemas.microsoft.com/office/drawing/2014/main" id="{5977296A-A877-7747-DED8-B0001F95B8C2}"/>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5" name="Google Shape;49695;p48">
                <a:extLst>
                  <a:ext uri="{FF2B5EF4-FFF2-40B4-BE49-F238E27FC236}">
                    <a16:creationId xmlns:a16="http://schemas.microsoft.com/office/drawing/2014/main" id="{7702EE70-6128-3154-0E5B-8C107BCA869D}"/>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6" name="Google Shape;49696;p48">
                <a:extLst>
                  <a:ext uri="{FF2B5EF4-FFF2-40B4-BE49-F238E27FC236}">
                    <a16:creationId xmlns:a16="http://schemas.microsoft.com/office/drawing/2014/main" id="{4CCE067A-D4C7-24F0-B085-DF3AFB313565}"/>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7" name="Google Shape;49697;p48">
                <a:extLst>
                  <a:ext uri="{FF2B5EF4-FFF2-40B4-BE49-F238E27FC236}">
                    <a16:creationId xmlns:a16="http://schemas.microsoft.com/office/drawing/2014/main" id="{1DAA3ED9-7FFB-72C5-1C91-9DD46ECD460E}"/>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698" name="Google Shape;49698;p48">
            <a:extLst>
              <a:ext uri="{FF2B5EF4-FFF2-40B4-BE49-F238E27FC236}">
                <a16:creationId xmlns:a16="http://schemas.microsoft.com/office/drawing/2014/main" id="{26343022-3567-B104-2786-655ED6D2455D}"/>
              </a:ext>
            </a:extLst>
          </p:cNvPr>
          <p:cNvGrpSpPr/>
          <p:nvPr/>
        </p:nvGrpSpPr>
        <p:grpSpPr>
          <a:xfrm>
            <a:off x="6839686" y="1960058"/>
            <a:ext cx="932761" cy="903870"/>
            <a:chOff x="3620597" y="1738568"/>
            <a:chExt cx="932761" cy="903870"/>
          </a:xfrm>
        </p:grpSpPr>
        <p:grpSp>
          <p:nvGrpSpPr>
            <p:cNvPr id="49699" name="Google Shape;49699;p48">
              <a:extLst>
                <a:ext uri="{FF2B5EF4-FFF2-40B4-BE49-F238E27FC236}">
                  <a16:creationId xmlns:a16="http://schemas.microsoft.com/office/drawing/2014/main" id="{B1520F67-D811-05B1-9B81-CA1CB847E45F}"/>
                </a:ext>
              </a:extLst>
            </p:cNvPr>
            <p:cNvGrpSpPr/>
            <p:nvPr/>
          </p:nvGrpSpPr>
          <p:grpSpPr>
            <a:xfrm>
              <a:off x="3620597" y="1738586"/>
              <a:ext cx="932690" cy="903852"/>
              <a:chOff x="1954207" y="514898"/>
              <a:chExt cx="1032308" cy="1000500"/>
            </a:xfrm>
          </p:grpSpPr>
          <p:sp>
            <p:nvSpPr>
              <p:cNvPr id="49700" name="Google Shape;49700;p48">
                <a:extLst>
                  <a:ext uri="{FF2B5EF4-FFF2-40B4-BE49-F238E27FC236}">
                    <a16:creationId xmlns:a16="http://schemas.microsoft.com/office/drawing/2014/main" id="{A6C24BA8-64D1-49BD-67AB-8FA13033597C}"/>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1" name="Google Shape;49701;p48">
                <a:extLst>
                  <a:ext uri="{FF2B5EF4-FFF2-40B4-BE49-F238E27FC236}">
                    <a16:creationId xmlns:a16="http://schemas.microsoft.com/office/drawing/2014/main" id="{E0036E6B-75CD-408A-A89E-9A94A9900551}"/>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2" name="Google Shape;49702;p48">
              <a:extLst>
                <a:ext uri="{FF2B5EF4-FFF2-40B4-BE49-F238E27FC236}">
                  <a16:creationId xmlns:a16="http://schemas.microsoft.com/office/drawing/2014/main" id="{8CE25C09-891D-44B6-AC0D-2B76D08AD9E5}"/>
                </a:ext>
              </a:extLst>
            </p:cNvPr>
            <p:cNvGrpSpPr/>
            <p:nvPr/>
          </p:nvGrpSpPr>
          <p:grpSpPr>
            <a:xfrm>
              <a:off x="3620817" y="1738568"/>
              <a:ext cx="932541" cy="903851"/>
              <a:chOff x="4056003" y="764391"/>
              <a:chExt cx="1032143" cy="1000499"/>
            </a:xfrm>
          </p:grpSpPr>
          <p:sp>
            <p:nvSpPr>
              <p:cNvPr id="49703" name="Google Shape;49703;p48">
                <a:extLst>
                  <a:ext uri="{FF2B5EF4-FFF2-40B4-BE49-F238E27FC236}">
                    <a16:creationId xmlns:a16="http://schemas.microsoft.com/office/drawing/2014/main" id="{07154C20-B4B1-4EAA-5107-F2990B246B18}"/>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4" name="Google Shape;49704;p48">
                <a:extLst>
                  <a:ext uri="{FF2B5EF4-FFF2-40B4-BE49-F238E27FC236}">
                    <a16:creationId xmlns:a16="http://schemas.microsoft.com/office/drawing/2014/main" id="{7E5FF89E-D889-FF6F-1237-B658812E76E4}"/>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5" name="Google Shape;49705;p48">
                <a:extLst>
                  <a:ext uri="{FF2B5EF4-FFF2-40B4-BE49-F238E27FC236}">
                    <a16:creationId xmlns:a16="http://schemas.microsoft.com/office/drawing/2014/main" id="{30F3C198-F408-0ABE-0237-EEC44E21DFD3}"/>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6" name="Google Shape;49706;p48">
                <a:extLst>
                  <a:ext uri="{FF2B5EF4-FFF2-40B4-BE49-F238E27FC236}">
                    <a16:creationId xmlns:a16="http://schemas.microsoft.com/office/drawing/2014/main" id="{FE00B6F6-EE9C-1942-56AC-8F1384AAF57A}"/>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07" name="Google Shape;49707;p48">
            <a:extLst>
              <a:ext uri="{FF2B5EF4-FFF2-40B4-BE49-F238E27FC236}">
                <a16:creationId xmlns:a16="http://schemas.microsoft.com/office/drawing/2014/main" id="{DE2A777A-C803-3A6B-BC2B-62F941862B78}"/>
              </a:ext>
            </a:extLst>
          </p:cNvPr>
          <p:cNvGrpSpPr/>
          <p:nvPr/>
        </p:nvGrpSpPr>
        <p:grpSpPr>
          <a:xfrm>
            <a:off x="4020523" y="1973736"/>
            <a:ext cx="932761" cy="903870"/>
            <a:chOff x="3620597" y="1738568"/>
            <a:chExt cx="932761" cy="903870"/>
          </a:xfrm>
        </p:grpSpPr>
        <p:grpSp>
          <p:nvGrpSpPr>
            <p:cNvPr id="49708" name="Google Shape;49708;p48">
              <a:extLst>
                <a:ext uri="{FF2B5EF4-FFF2-40B4-BE49-F238E27FC236}">
                  <a16:creationId xmlns:a16="http://schemas.microsoft.com/office/drawing/2014/main" id="{6BAE190A-0FAD-770B-1A51-10F97F6BC9A3}"/>
                </a:ext>
              </a:extLst>
            </p:cNvPr>
            <p:cNvGrpSpPr/>
            <p:nvPr/>
          </p:nvGrpSpPr>
          <p:grpSpPr>
            <a:xfrm>
              <a:off x="3620597" y="1738586"/>
              <a:ext cx="932690" cy="903852"/>
              <a:chOff x="1954207" y="514898"/>
              <a:chExt cx="1032308" cy="1000500"/>
            </a:xfrm>
          </p:grpSpPr>
          <p:sp>
            <p:nvSpPr>
              <p:cNvPr id="49709" name="Google Shape;49709;p48">
                <a:extLst>
                  <a:ext uri="{FF2B5EF4-FFF2-40B4-BE49-F238E27FC236}">
                    <a16:creationId xmlns:a16="http://schemas.microsoft.com/office/drawing/2014/main" id="{8AF240A8-4908-9B78-F882-75EA49B90FC6}"/>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0" name="Google Shape;49710;p48">
                <a:extLst>
                  <a:ext uri="{FF2B5EF4-FFF2-40B4-BE49-F238E27FC236}">
                    <a16:creationId xmlns:a16="http://schemas.microsoft.com/office/drawing/2014/main" id="{02D8DB58-38C7-455B-BE3F-F7446BF90163}"/>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11" name="Google Shape;49711;p48">
              <a:extLst>
                <a:ext uri="{FF2B5EF4-FFF2-40B4-BE49-F238E27FC236}">
                  <a16:creationId xmlns:a16="http://schemas.microsoft.com/office/drawing/2014/main" id="{B856B8A3-872F-8584-D166-8B44EB9874F9}"/>
                </a:ext>
              </a:extLst>
            </p:cNvPr>
            <p:cNvGrpSpPr/>
            <p:nvPr/>
          </p:nvGrpSpPr>
          <p:grpSpPr>
            <a:xfrm>
              <a:off x="3620817" y="1738568"/>
              <a:ext cx="932541" cy="903851"/>
              <a:chOff x="4056003" y="764391"/>
              <a:chExt cx="1032143" cy="1000499"/>
            </a:xfrm>
          </p:grpSpPr>
          <p:sp>
            <p:nvSpPr>
              <p:cNvPr id="49712" name="Google Shape;49712;p48">
                <a:extLst>
                  <a:ext uri="{FF2B5EF4-FFF2-40B4-BE49-F238E27FC236}">
                    <a16:creationId xmlns:a16="http://schemas.microsoft.com/office/drawing/2014/main" id="{76EEE1E7-FE56-CF11-8E56-D2A8EBB4C444}"/>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3" name="Google Shape;49713;p48">
                <a:extLst>
                  <a:ext uri="{FF2B5EF4-FFF2-40B4-BE49-F238E27FC236}">
                    <a16:creationId xmlns:a16="http://schemas.microsoft.com/office/drawing/2014/main" id="{1218B217-A9DA-FF47-8206-C6A60A74995F}"/>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4" name="Google Shape;49714;p48">
                <a:extLst>
                  <a:ext uri="{FF2B5EF4-FFF2-40B4-BE49-F238E27FC236}">
                    <a16:creationId xmlns:a16="http://schemas.microsoft.com/office/drawing/2014/main" id="{A12E6CAA-7649-F47A-E5F3-C21FD3C60926}"/>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5" name="Google Shape;49715;p48">
                <a:extLst>
                  <a:ext uri="{FF2B5EF4-FFF2-40B4-BE49-F238E27FC236}">
                    <a16:creationId xmlns:a16="http://schemas.microsoft.com/office/drawing/2014/main" id="{4B4DA657-ED94-D031-0144-6ACEE99D8BC4}"/>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2" name="Google Shape;49187;p41">
            <a:extLst>
              <a:ext uri="{FF2B5EF4-FFF2-40B4-BE49-F238E27FC236}">
                <a16:creationId xmlns:a16="http://schemas.microsoft.com/office/drawing/2014/main" id="{F506896B-9A07-F5A6-ED02-D568BF49866F}"/>
              </a:ext>
            </a:extLst>
          </p:cNvPr>
          <p:cNvSpPr txBox="1">
            <a:spLocks/>
          </p:cNvSpPr>
          <p:nvPr/>
        </p:nvSpPr>
        <p:spPr>
          <a:xfrm>
            <a:off x="713250" y="152330"/>
            <a:ext cx="7717500" cy="564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CÁC TIÊU CHUẨN HÓA VÀ HƯỚNG DẪN QUỐC TẾ</a:t>
            </a:r>
          </a:p>
        </p:txBody>
      </p:sp>
      <p:pic>
        <p:nvPicPr>
          <p:cNvPr id="10" name="Picture 9">
            <a:extLst>
              <a:ext uri="{FF2B5EF4-FFF2-40B4-BE49-F238E27FC236}">
                <a16:creationId xmlns:a16="http://schemas.microsoft.com/office/drawing/2014/main" id="{2310D0A4-1AB4-011A-84AB-E9B81B532B87}"/>
              </a:ext>
            </a:extLst>
          </p:cNvPr>
          <p:cNvPicPr>
            <a:picLocks noChangeAspect="1"/>
          </p:cNvPicPr>
          <p:nvPr/>
        </p:nvPicPr>
        <p:blipFill>
          <a:blip r:embed="rId3">
            <a:lum bright="70000" contrast="-70000"/>
          </a:blip>
          <a:stretch>
            <a:fillRect/>
          </a:stretch>
        </p:blipFill>
        <p:spPr>
          <a:xfrm>
            <a:off x="1323104" y="2063780"/>
            <a:ext cx="742934" cy="742934"/>
          </a:xfrm>
          <a:prstGeom prst="rect">
            <a:avLst/>
          </a:prstGeom>
        </p:spPr>
      </p:pic>
      <p:pic>
        <p:nvPicPr>
          <p:cNvPr id="14" name="Picture 13">
            <a:extLst>
              <a:ext uri="{FF2B5EF4-FFF2-40B4-BE49-F238E27FC236}">
                <a16:creationId xmlns:a16="http://schemas.microsoft.com/office/drawing/2014/main" id="{D8990D04-E54B-19C0-C72A-BC1EBE20CC57}"/>
              </a:ext>
            </a:extLst>
          </p:cNvPr>
          <p:cNvPicPr>
            <a:picLocks noChangeAspect="1"/>
          </p:cNvPicPr>
          <p:nvPr/>
        </p:nvPicPr>
        <p:blipFill>
          <a:blip r:embed="rId4">
            <a:lum bright="70000" contrast="-70000"/>
          </a:blip>
          <a:stretch>
            <a:fillRect/>
          </a:stretch>
        </p:blipFill>
        <p:spPr>
          <a:xfrm>
            <a:off x="4131130" y="2053412"/>
            <a:ext cx="760847" cy="760847"/>
          </a:xfrm>
          <a:prstGeom prst="rect">
            <a:avLst/>
          </a:prstGeom>
        </p:spPr>
      </p:pic>
      <p:pic>
        <p:nvPicPr>
          <p:cNvPr id="18" name="Picture 17">
            <a:extLst>
              <a:ext uri="{FF2B5EF4-FFF2-40B4-BE49-F238E27FC236}">
                <a16:creationId xmlns:a16="http://schemas.microsoft.com/office/drawing/2014/main" id="{0DD8373B-EE95-3B67-BFA4-B06A52437368}"/>
              </a:ext>
            </a:extLst>
          </p:cNvPr>
          <p:cNvPicPr>
            <a:picLocks noChangeAspect="1"/>
          </p:cNvPicPr>
          <p:nvPr/>
        </p:nvPicPr>
        <p:blipFill>
          <a:blip r:embed="rId5">
            <a:lum bright="70000" contrast="-70000"/>
          </a:blip>
          <a:stretch>
            <a:fillRect/>
          </a:stretch>
        </p:blipFill>
        <p:spPr>
          <a:xfrm>
            <a:off x="6892880" y="2017378"/>
            <a:ext cx="832914" cy="832914"/>
          </a:xfrm>
          <a:prstGeom prst="rect">
            <a:avLst/>
          </a:prstGeom>
        </p:spPr>
      </p:pic>
    </p:spTree>
    <p:extLst>
      <p:ext uri="{BB962C8B-B14F-4D97-AF65-F5344CB8AC3E}">
        <p14:creationId xmlns:p14="http://schemas.microsoft.com/office/powerpoint/2010/main" val="194747845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9681">
          <a:extLst>
            <a:ext uri="{FF2B5EF4-FFF2-40B4-BE49-F238E27FC236}">
              <a16:creationId xmlns:a16="http://schemas.microsoft.com/office/drawing/2014/main" id="{D47C8539-88B7-8029-80D6-4EB87FA49629}"/>
            </a:ext>
          </a:extLst>
        </p:cNvPr>
        <p:cNvGrpSpPr/>
        <p:nvPr/>
      </p:nvGrpSpPr>
      <p:grpSpPr>
        <a:xfrm>
          <a:off x="0" y="0"/>
          <a:ext cx="0" cy="0"/>
          <a:chOff x="0" y="0"/>
          <a:chExt cx="0" cy="0"/>
        </a:xfrm>
      </p:grpSpPr>
      <p:sp>
        <p:nvSpPr>
          <p:cNvPr id="49684" name="Google Shape;49684;p48">
            <a:extLst>
              <a:ext uri="{FF2B5EF4-FFF2-40B4-BE49-F238E27FC236}">
                <a16:creationId xmlns:a16="http://schemas.microsoft.com/office/drawing/2014/main" id="{90CC369E-E7C3-CBC5-C987-6669BDE77009}"/>
              </a:ext>
            </a:extLst>
          </p:cNvPr>
          <p:cNvSpPr txBox="1">
            <a:spLocks noGrp="1"/>
          </p:cNvSpPr>
          <p:nvPr>
            <p:ph type="subTitle" idx="2"/>
          </p:nvPr>
        </p:nvSpPr>
        <p:spPr>
          <a:xfrm>
            <a:off x="543171" y="3280303"/>
            <a:ext cx="2302800" cy="554100"/>
          </a:xfrm>
          <a:prstGeom prst="rect">
            <a:avLst/>
          </a:prstGeom>
        </p:spPr>
        <p:txBody>
          <a:bodyPr spcFirstLastPara="1" wrap="square" lIns="91425" tIns="91425" rIns="91425" bIns="91425" anchor="b" anchorCtr="0">
            <a:noAutofit/>
          </a:bodyPr>
          <a:lstStyle/>
          <a:p>
            <a:pPr marL="0" lvl="0" indent="0"/>
            <a:r>
              <a:rPr lang="en-US" sz="1800" b="1" dirty="0"/>
              <a:t>Security Policies</a:t>
            </a:r>
            <a:endParaRPr sz="1600" dirty="0"/>
          </a:p>
        </p:txBody>
      </p:sp>
      <p:sp>
        <p:nvSpPr>
          <p:cNvPr id="49686" name="Google Shape;49686;p48">
            <a:extLst>
              <a:ext uri="{FF2B5EF4-FFF2-40B4-BE49-F238E27FC236}">
                <a16:creationId xmlns:a16="http://schemas.microsoft.com/office/drawing/2014/main" id="{6746B01B-68EB-8430-199C-AE617020BD36}"/>
              </a:ext>
            </a:extLst>
          </p:cNvPr>
          <p:cNvSpPr txBox="1">
            <a:spLocks noGrp="1"/>
          </p:cNvSpPr>
          <p:nvPr>
            <p:ph type="subTitle" idx="4"/>
          </p:nvPr>
        </p:nvSpPr>
        <p:spPr>
          <a:xfrm>
            <a:off x="6298031" y="3209011"/>
            <a:ext cx="2385227" cy="554100"/>
          </a:xfrm>
          <a:prstGeom prst="rect">
            <a:avLst/>
          </a:prstGeom>
        </p:spPr>
        <p:txBody>
          <a:bodyPr spcFirstLastPara="1" wrap="square" lIns="91425" tIns="91425" rIns="91425" bIns="91425" anchor="b" anchorCtr="0">
            <a:noAutofit/>
          </a:bodyPr>
          <a:lstStyle/>
          <a:p>
            <a:pPr marL="0" lvl="0" indent="0"/>
            <a:r>
              <a:rPr lang="en-US" sz="1800" b="1" dirty="0"/>
              <a:t>Roles &amp; Responsibilities</a:t>
            </a:r>
            <a:endParaRPr sz="1600" dirty="0"/>
          </a:p>
        </p:txBody>
      </p:sp>
      <p:sp>
        <p:nvSpPr>
          <p:cNvPr id="49688" name="Google Shape;49688;p48">
            <a:extLst>
              <a:ext uri="{FF2B5EF4-FFF2-40B4-BE49-F238E27FC236}">
                <a16:creationId xmlns:a16="http://schemas.microsoft.com/office/drawing/2014/main" id="{15C6BFA0-3071-B45B-29E3-B0C765BE0628}"/>
              </a:ext>
            </a:extLst>
          </p:cNvPr>
          <p:cNvSpPr txBox="1">
            <a:spLocks noGrp="1"/>
          </p:cNvSpPr>
          <p:nvPr>
            <p:ph type="subTitle" idx="6"/>
          </p:nvPr>
        </p:nvSpPr>
        <p:spPr>
          <a:xfrm>
            <a:off x="2736677" y="3249118"/>
            <a:ext cx="3500374" cy="554100"/>
          </a:xfrm>
          <a:prstGeom prst="rect">
            <a:avLst/>
          </a:prstGeom>
        </p:spPr>
        <p:txBody>
          <a:bodyPr spcFirstLastPara="1" wrap="square" lIns="91425" tIns="91425" rIns="91425" bIns="91425" anchor="b" anchorCtr="0">
            <a:noAutofit/>
          </a:bodyPr>
          <a:lstStyle/>
          <a:p>
            <a:pPr marL="0" lvl="0" indent="0"/>
            <a:r>
              <a:rPr lang="en-US" sz="1800" b="1" dirty="0"/>
              <a:t>Security Rules &amp; Technical Controls</a:t>
            </a:r>
            <a:endParaRPr sz="1600" dirty="0"/>
          </a:p>
        </p:txBody>
      </p:sp>
      <p:grpSp>
        <p:nvGrpSpPr>
          <p:cNvPr id="49689" name="Google Shape;49689;p48">
            <a:extLst>
              <a:ext uri="{FF2B5EF4-FFF2-40B4-BE49-F238E27FC236}">
                <a16:creationId xmlns:a16="http://schemas.microsoft.com/office/drawing/2014/main" id="{E9DE09C4-3C62-7ACA-1079-A7E4C310301D}"/>
              </a:ext>
            </a:extLst>
          </p:cNvPr>
          <p:cNvGrpSpPr/>
          <p:nvPr/>
        </p:nvGrpSpPr>
        <p:grpSpPr>
          <a:xfrm>
            <a:off x="1189819" y="1973736"/>
            <a:ext cx="932761" cy="903870"/>
            <a:chOff x="3620597" y="1738568"/>
            <a:chExt cx="932761" cy="903870"/>
          </a:xfrm>
        </p:grpSpPr>
        <p:grpSp>
          <p:nvGrpSpPr>
            <p:cNvPr id="49690" name="Google Shape;49690;p48">
              <a:extLst>
                <a:ext uri="{FF2B5EF4-FFF2-40B4-BE49-F238E27FC236}">
                  <a16:creationId xmlns:a16="http://schemas.microsoft.com/office/drawing/2014/main" id="{0689A7CA-2A47-CD41-B1E2-EAB5B4D5A6F4}"/>
                </a:ext>
              </a:extLst>
            </p:cNvPr>
            <p:cNvGrpSpPr/>
            <p:nvPr/>
          </p:nvGrpSpPr>
          <p:grpSpPr>
            <a:xfrm>
              <a:off x="3620597" y="1738586"/>
              <a:ext cx="932690" cy="903852"/>
              <a:chOff x="1954207" y="514898"/>
              <a:chExt cx="1032308" cy="1000500"/>
            </a:xfrm>
          </p:grpSpPr>
          <p:sp>
            <p:nvSpPr>
              <p:cNvPr id="49691" name="Google Shape;49691;p48">
                <a:extLst>
                  <a:ext uri="{FF2B5EF4-FFF2-40B4-BE49-F238E27FC236}">
                    <a16:creationId xmlns:a16="http://schemas.microsoft.com/office/drawing/2014/main" id="{022D5A5D-F8CF-DB35-6A2A-44A25B5B972A}"/>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2" name="Google Shape;49692;p48">
                <a:extLst>
                  <a:ext uri="{FF2B5EF4-FFF2-40B4-BE49-F238E27FC236}">
                    <a16:creationId xmlns:a16="http://schemas.microsoft.com/office/drawing/2014/main" id="{DA939B11-9733-6753-FAAF-DA54EEA9B213}"/>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3" name="Google Shape;49693;p48">
              <a:extLst>
                <a:ext uri="{FF2B5EF4-FFF2-40B4-BE49-F238E27FC236}">
                  <a16:creationId xmlns:a16="http://schemas.microsoft.com/office/drawing/2014/main" id="{B4607329-756C-ACB9-A1B5-5D7178F7C8E6}"/>
                </a:ext>
              </a:extLst>
            </p:cNvPr>
            <p:cNvGrpSpPr/>
            <p:nvPr/>
          </p:nvGrpSpPr>
          <p:grpSpPr>
            <a:xfrm>
              <a:off x="3620817" y="1738568"/>
              <a:ext cx="932541" cy="903851"/>
              <a:chOff x="4056003" y="764391"/>
              <a:chExt cx="1032143" cy="1000499"/>
            </a:xfrm>
          </p:grpSpPr>
          <p:sp>
            <p:nvSpPr>
              <p:cNvPr id="49694" name="Google Shape;49694;p48">
                <a:extLst>
                  <a:ext uri="{FF2B5EF4-FFF2-40B4-BE49-F238E27FC236}">
                    <a16:creationId xmlns:a16="http://schemas.microsoft.com/office/drawing/2014/main" id="{A03299FC-D3EF-D77B-C597-8DF8C393887B}"/>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5" name="Google Shape;49695;p48">
                <a:extLst>
                  <a:ext uri="{FF2B5EF4-FFF2-40B4-BE49-F238E27FC236}">
                    <a16:creationId xmlns:a16="http://schemas.microsoft.com/office/drawing/2014/main" id="{2B754A78-982E-CB1A-15F1-AA006A959E22}"/>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6" name="Google Shape;49696;p48">
                <a:extLst>
                  <a:ext uri="{FF2B5EF4-FFF2-40B4-BE49-F238E27FC236}">
                    <a16:creationId xmlns:a16="http://schemas.microsoft.com/office/drawing/2014/main" id="{2FE99956-1356-E517-B1B4-FE5B5C42ECED}"/>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697" name="Google Shape;49697;p48">
                <a:extLst>
                  <a:ext uri="{FF2B5EF4-FFF2-40B4-BE49-F238E27FC236}">
                    <a16:creationId xmlns:a16="http://schemas.microsoft.com/office/drawing/2014/main" id="{C52B2BE7-1296-D94A-9EA3-969E54C1FAEE}"/>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698" name="Google Shape;49698;p48">
            <a:extLst>
              <a:ext uri="{FF2B5EF4-FFF2-40B4-BE49-F238E27FC236}">
                <a16:creationId xmlns:a16="http://schemas.microsoft.com/office/drawing/2014/main" id="{D56060B6-D0F2-BBB5-C891-4321E420B037}"/>
              </a:ext>
            </a:extLst>
          </p:cNvPr>
          <p:cNvGrpSpPr/>
          <p:nvPr/>
        </p:nvGrpSpPr>
        <p:grpSpPr>
          <a:xfrm>
            <a:off x="6839686" y="1960058"/>
            <a:ext cx="932761" cy="903870"/>
            <a:chOff x="3620597" y="1738568"/>
            <a:chExt cx="932761" cy="903870"/>
          </a:xfrm>
        </p:grpSpPr>
        <p:grpSp>
          <p:nvGrpSpPr>
            <p:cNvPr id="49699" name="Google Shape;49699;p48">
              <a:extLst>
                <a:ext uri="{FF2B5EF4-FFF2-40B4-BE49-F238E27FC236}">
                  <a16:creationId xmlns:a16="http://schemas.microsoft.com/office/drawing/2014/main" id="{863FB97D-1490-ECE0-D6AA-4CDE43F3D3B9}"/>
                </a:ext>
              </a:extLst>
            </p:cNvPr>
            <p:cNvGrpSpPr/>
            <p:nvPr/>
          </p:nvGrpSpPr>
          <p:grpSpPr>
            <a:xfrm>
              <a:off x="3620597" y="1738586"/>
              <a:ext cx="932690" cy="903852"/>
              <a:chOff x="1954207" y="514898"/>
              <a:chExt cx="1032308" cy="1000500"/>
            </a:xfrm>
          </p:grpSpPr>
          <p:sp>
            <p:nvSpPr>
              <p:cNvPr id="49700" name="Google Shape;49700;p48">
                <a:extLst>
                  <a:ext uri="{FF2B5EF4-FFF2-40B4-BE49-F238E27FC236}">
                    <a16:creationId xmlns:a16="http://schemas.microsoft.com/office/drawing/2014/main" id="{FCADA5B8-D81D-493C-D02A-A8C02190ED55}"/>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1" name="Google Shape;49701;p48">
                <a:extLst>
                  <a:ext uri="{FF2B5EF4-FFF2-40B4-BE49-F238E27FC236}">
                    <a16:creationId xmlns:a16="http://schemas.microsoft.com/office/drawing/2014/main" id="{30AFA15C-56DD-227C-8D9C-B596F72CCFA2}"/>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2" name="Google Shape;49702;p48">
              <a:extLst>
                <a:ext uri="{FF2B5EF4-FFF2-40B4-BE49-F238E27FC236}">
                  <a16:creationId xmlns:a16="http://schemas.microsoft.com/office/drawing/2014/main" id="{CC4F5610-2165-FEC1-59FB-6041F30F93FC}"/>
                </a:ext>
              </a:extLst>
            </p:cNvPr>
            <p:cNvGrpSpPr/>
            <p:nvPr/>
          </p:nvGrpSpPr>
          <p:grpSpPr>
            <a:xfrm>
              <a:off x="3620817" y="1738568"/>
              <a:ext cx="932541" cy="903851"/>
              <a:chOff x="4056003" y="764391"/>
              <a:chExt cx="1032143" cy="1000499"/>
            </a:xfrm>
          </p:grpSpPr>
          <p:sp>
            <p:nvSpPr>
              <p:cNvPr id="49703" name="Google Shape;49703;p48">
                <a:extLst>
                  <a:ext uri="{FF2B5EF4-FFF2-40B4-BE49-F238E27FC236}">
                    <a16:creationId xmlns:a16="http://schemas.microsoft.com/office/drawing/2014/main" id="{1D5C74C1-1376-AC69-7E7F-744708586791}"/>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4" name="Google Shape;49704;p48">
                <a:extLst>
                  <a:ext uri="{FF2B5EF4-FFF2-40B4-BE49-F238E27FC236}">
                    <a16:creationId xmlns:a16="http://schemas.microsoft.com/office/drawing/2014/main" id="{8F5D3A0F-A7C1-8775-562A-BD7A3788599C}"/>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5" name="Google Shape;49705;p48">
                <a:extLst>
                  <a:ext uri="{FF2B5EF4-FFF2-40B4-BE49-F238E27FC236}">
                    <a16:creationId xmlns:a16="http://schemas.microsoft.com/office/drawing/2014/main" id="{B3A818D6-496E-BC4E-E56D-1F717397AA9D}"/>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06" name="Google Shape;49706;p48">
                <a:extLst>
                  <a:ext uri="{FF2B5EF4-FFF2-40B4-BE49-F238E27FC236}">
                    <a16:creationId xmlns:a16="http://schemas.microsoft.com/office/drawing/2014/main" id="{C6963B0F-9BD5-A439-929A-C24CFD4B5F0C}"/>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707" name="Google Shape;49707;p48">
            <a:extLst>
              <a:ext uri="{FF2B5EF4-FFF2-40B4-BE49-F238E27FC236}">
                <a16:creationId xmlns:a16="http://schemas.microsoft.com/office/drawing/2014/main" id="{3EDFBFFB-B7EA-C5E0-C2A3-2349134A8D6F}"/>
              </a:ext>
            </a:extLst>
          </p:cNvPr>
          <p:cNvGrpSpPr/>
          <p:nvPr/>
        </p:nvGrpSpPr>
        <p:grpSpPr>
          <a:xfrm>
            <a:off x="4020523" y="1973736"/>
            <a:ext cx="932761" cy="903870"/>
            <a:chOff x="3620597" y="1738568"/>
            <a:chExt cx="932761" cy="903870"/>
          </a:xfrm>
        </p:grpSpPr>
        <p:grpSp>
          <p:nvGrpSpPr>
            <p:cNvPr id="49708" name="Google Shape;49708;p48">
              <a:extLst>
                <a:ext uri="{FF2B5EF4-FFF2-40B4-BE49-F238E27FC236}">
                  <a16:creationId xmlns:a16="http://schemas.microsoft.com/office/drawing/2014/main" id="{2206E4D0-14B4-5743-1113-E6F89F72C431}"/>
                </a:ext>
              </a:extLst>
            </p:cNvPr>
            <p:cNvGrpSpPr/>
            <p:nvPr/>
          </p:nvGrpSpPr>
          <p:grpSpPr>
            <a:xfrm>
              <a:off x="3620597" y="1738586"/>
              <a:ext cx="932690" cy="903852"/>
              <a:chOff x="1954207" y="514898"/>
              <a:chExt cx="1032308" cy="1000500"/>
            </a:xfrm>
          </p:grpSpPr>
          <p:sp>
            <p:nvSpPr>
              <p:cNvPr id="49709" name="Google Shape;49709;p48">
                <a:extLst>
                  <a:ext uri="{FF2B5EF4-FFF2-40B4-BE49-F238E27FC236}">
                    <a16:creationId xmlns:a16="http://schemas.microsoft.com/office/drawing/2014/main" id="{98525A03-F155-6E1D-C851-ADCC2559C5E4}"/>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0" name="Google Shape;49710;p48">
                <a:extLst>
                  <a:ext uri="{FF2B5EF4-FFF2-40B4-BE49-F238E27FC236}">
                    <a16:creationId xmlns:a16="http://schemas.microsoft.com/office/drawing/2014/main" id="{98824FB1-10CE-DB46-0184-F06F1AE8D6DB}"/>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11" name="Google Shape;49711;p48">
              <a:extLst>
                <a:ext uri="{FF2B5EF4-FFF2-40B4-BE49-F238E27FC236}">
                  <a16:creationId xmlns:a16="http://schemas.microsoft.com/office/drawing/2014/main" id="{1B05B5AE-B5DF-16C4-EDC4-6BA35A3C6070}"/>
                </a:ext>
              </a:extLst>
            </p:cNvPr>
            <p:cNvGrpSpPr/>
            <p:nvPr/>
          </p:nvGrpSpPr>
          <p:grpSpPr>
            <a:xfrm>
              <a:off x="3620817" y="1738568"/>
              <a:ext cx="932541" cy="903851"/>
              <a:chOff x="4056003" y="764391"/>
              <a:chExt cx="1032143" cy="1000499"/>
            </a:xfrm>
          </p:grpSpPr>
          <p:sp>
            <p:nvSpPr>
              <p:cNvPr id="49712" name="Google Shape;49712;p48">
                <a:extLst>
                  <a:ext uri="{FF2B5EF4-FFF2-40B4-BE49-F238E27FC236}">
                    <a16:creationId xmlns:a16="http://schemas.microsoft.com/office/drawing/2014/main" id="{68C0A2C0-6E85-E203-467A-3B55229D3797}"/>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3" name="Google Shape;49713;p48">
                <a:extLst>
                  <a:ext uri="{FF2B5EF4-FFF2-40B4-BE49-F238E27FC236}">
                    <a16:creationId xmlns:a16="http://schemas.microsoft.com/office/drawing/2014/main" id="{51701916-E169-B224-2EE1-FCEC0E2C9BB5}"/>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4" name="Google Shape;49714;p48">
                <a:extLst>
                  <a:ext uri="{FF2B5EF4-FFF2-40B4-BE49-F238E27FC236}">
                    <a16:creationId xmlns:a16="http://schemas.microsoft.com/office/drawing/2014/main" id="{9C00CD22-5B83-E1E9-26E1-2BE0791BF619}"/>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715" name="Google Shape;49715;p48">
                <a:extLst>
                  <a:ext uri="{FF2B5EF4-FFF2-40B4-BE49-F238E27FC236}">
                    <a16:creationId xmlns:a16="http://schemas.microsoft.com/office/drawing/2014/main" id="{DCD58EFB-881B-01F0-C122-DAF086B2213A}"/>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2" name="Google Shape;49187;p41">
            <a:extLst>
              <a:ext uri="{FF2B5EF4-FFF2-40B4-BE49-F238E27FC236}">
                <a16:creationId xmlns:a16="http://schemas.microsoft.com/office/drawing/2014/main" id="{322E71E3-B829-E927-E458-78F9DADDFC12}"/>
              </a:ext>
            </a:extLst>
          </p:cNvPr>
          <p:cNvSpPr txBox="1">
            <a:spLocks/>
          </p:cNvSpPr>
          <p:nvPr/>
        </p:nvSpPr>
        <p:spPr>
          <a:xfrm>
            <a:off x="713250" y="152330"/>
            <a:ext cx="7717500" cy="564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CÁC THÀNH PHẦN CỐT LÕI ĐỂ THỰC HIỆN HÓA TIÊU CHUẨN BẢO MẬT</a:t>
            </a:r>
          </a:p>
        </p:txBody>
      </p:sp>
      <p:pic>
        <p:nvPicPr>
          <p:cNvPr id="4" name="Picture 3">
            <a:extLst>
              <a:ext uri="{FF2B5EF4-FFF2-40B4-BE49-F238E27FC236}">
                <a16:creationId xmlns:a16="http://schemas.microsoft.com/office/drawing/2014/main" id="{C3202E22-5A9D-7F92-6071-31361B70F55F}"/>
              </a:ext>
            </a:extLst>
          </p:cNvPr>
          <p:cNvPicPr>
            <a:picLocks noChangeAspect="1"/>
          </p:cNvPicPr>
          <p:nvPr/>
        </p:nvPicPr>
        <p:blipFill>
          <a:blip r:embed="rId3">
            <a:lum bright="70000" contrast="-70000"/>
          </a:blip>
          <a:stretch>
            <a:fillRect/>
          </a:stretch>
        </p:blipFill>
        <p:spPr>
          <a:xfrm>
            <a:off x="1287478" y="2042966"/>
            <a:ext cx="781737" cy="781737"/>
          </a:xfrm>
          <a:prstGeom prst="rect">
            <a:avLst/>
          </a:prstGeom>
        </p:spPr>
      </p:pic>
      <p:pic>
        <p:nvPicPr>
          <p:cNvPr id="8" name="Picture 7">
            <a:extLst>
              <a:ext uri="{FF2B5EF4-FFF2-40B4-BE49-F238E27FC236}">
                <a16:creationId xmlns:a16="http://schemas.microsoft.com/office/drawing/2014/main" id="{9CD2703B-1B3C-6406-CC16-1F6599B8FD8B}"/>
              </a:ext>
            </a:extLst>
          </p:cNvPr>
          <p:cNvPicPr>
            <a:picLocks noChangeAspect="1"/>
          </p:cNvPicPr>
          <p:nvPr/>
        </p:nvPicPr>
        <p:blipFill>
          <a:blip r:embed="rId4">
            <a:lum bright="70000" contrast="-70000"/>
          </a:blip>
          <a:stretch>
            <a:fillRect/>
          </a:stretch>
        </p:blipFill>
        <p:spPr>
          <a:xfrm rot="10800000" flipV="1">
            <a:off x="4091634" y="1994171"/>
            <a:ext cx="790460" cy="790460"/>
          </a:xfrm>
          <a:prstGeom prst="rect">
            <a:avLst/>
          </a:prstGeom>
        </p:spPr>
      </p:pic>
      <p:pic>
        <p:nvPicPr>
          <p:cNvPr id="11" name="Picture 10">
            <a:extLst>
              <a:ext uri="{FF2B5EF4-FFF2-40B4-BE49-F238E27FC236}">
                <a16:creationId xmlns:a16="http://schemas.microsoft.com/office/drawing/2014/main" id="{F7376D16-675C-D0C4-924C-B33FC3E1F430}"/>
              </a:ext>
            </a:extLst>
          </p:cNvPr>
          <p:cNvPicPr>
            <a:picLocks noChangeAspect="1"/>
          </p:cNvPicPr>
          <p:nvPr/>
        </p:nvPicPr>
        <p:blipFill>
          <a:blip r:embed="rId5">
            <a:lum bright="70000" contrast="-70000"/>
          </a:blip>
          <a:stretch>
            <a:fillRect/>
          </a:stretch>
        </p:blipFill>
        <p:spPr>
          <a:xfrm>
            <a:off x="6988124" y="2056663"/>
            <a:ext cx="686883" cy="686883"/>
          </a:xfrm>
          <a:prstGeom prst="rect">
            <a:avLst/>
          </a:prstGeom>
        </p:spPr>
      </p:pic>
    </p:spTree>
    <p:extLst>
      <p:ext uri="{BB962C8B-B14F-4D97-AF65-F5344CB8AC3E}">
        <p14:creationId xmlns:p14="http://schemas.microsoft.com/office/powerpoint/2010/main" val="3738801432"/>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9418">
          <a:extLst>
            <a:ext uri="{FF2B5EF4-FFF2-40B4-BE49-F238E27FC236}">
              <a16:creationId xmlns:a16="http://schemas.microsoft.com/office/drawing/2014/main" id="{95E9EB23-9100-DCD0-EF54-113311868F03}"/>
            </a:ext>
          </a:extLst>
        </p:cNvPr>
        <p:cNvGrpSpPr/>
        <p:nvPr/>
      </p:nvGrpSpPr>
      <p:grpSpPr>
        <a:xfrm>
          <a:off x="0" y="0"/>
          <a:ext cx="0" cy="0"/>
          <a:chOff x="0" y="0"/>
          <a:chExt cx="0" cy="0"/>
        </a:xfrm>
      </p:grpSpPr>
      <p:grpSp>
        <p:nvGrpSpPr>
          <p:cNvPr id="49419" name="Google Shape;49419;p44">
            <a:extLst>
              <a:ext uri="{FF2B5EF4-FFF2-40B4-BE49-F238E27FC236}">
                <a16:creationId xmlns:a16="http://schemas.microsoft.com/office/drawing/2014/main" id="{99C5DBDD-1C35-0747-8604-A490F988FBBE}"/>
              </a:ext>
            </a:extLst>
          </p:cNvPr>
          <p:cNvGrpSpPr/>
          <p:nvPr/>
        </p:nvGrpSpPr>
        <p:grpSpPr>
          <a:xfrm>
            <a:off x="1622315" y="1011909"/>
            <a:ext cx="5899371" cy="3119720"/>
            <a:chOff x="1329897" y="1212750"/>
            <a:chExt cx="6484250" cy="2718000"/>
          </a:xfrm>
        </p:grpSpPr>
        <p:sp>
          <p:nvSpPr>
            <p:cNvPr id="49420" name="Google Shape;49420;p44">
              <a:extLst>
                <a:ext uri="{FF2B5EF4-FFF2-40B4-BE49-F238E27FC236}">
                  <a16:creationId xmlns:a16="http://schemas.microsoft.com/office/drawing/2014/main" id="{167EC38A-8987-ED32-04FF-469488581408}"/>
                </a:ext>
              </a:extLst>
            </p:cNvPr>
            <p:cNvSpPr/>
            <p:nvPr/>
          </p:nvSpPr>
          <p:spPr>
            <a:xfrm>
              <a:off x="1329947" y="1212750"/>
              <a:ext cx="6484200" cy="27180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1" name="Google Shape;49421;p44">
              <a:extLst>
                <a:ext uri="{FF2B5EF4-FFF2-40B4-BE49-F238E27FC236}">
                  <a16:creationId xmlns:a16="http://schemas.microsoft.com/office/drawing/2014/main" id="{F2FBC025-C259-16BF-72A8-EED75DDB9F05}"/>
                </a:ext>
              </a:extLst>
            </p:cNvPr>
            <p:cNvSpPr/>
            <p:nvPr/>
          </p:nvSpPr>
          <p:spPr>
            <a:xfrm>
              <a:off x="1329897" y="1212750"/>
              <a:ext cx="6484200" cy="27180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22" name="Google Shape;49422;p44">
            <a:extLst>
              <a:ext uri="{FF2B5EF4-FFF2-40B4-BE49-F238E27FC236}">
                <a16:creationId xmlns:a16="http://schemas.microsoft.com/office/drawing/2014/main" id="{918880F9-0FAE-B912-ADCC-F71DA62C18E2}"/>
              </a:ext>
            </a:extLst>
          </p:cNvPr>
          <p:cNvSpPr/>
          <p:nvPr/>
        </p:nvSpPr>
        <p:spPr>
          <a:xfrm>
            <a:off x="1622328" y="101515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3" name="Google Shape;49423;p44">
            <a:extLst>
              <a:ext uri="{FF2B5EF4-FFF2-40B4-BE49-F238E27FC236}">
                <a16:creationId xmlns:a16="http://schemas.microsoft.com/office/drawing/2014/main" id="{0D4A89FC-B8A6-BE14-70B6-4FA6CBA64B84}"/>
              </a:ext>
            </a:extLst>
          </p:cNvPr>
          <p:cNvSpPr/>
          <p:nvPr/>
        </p:nvSpPr>
        <p:spPr>
          <a:xfrm flipH="1">
            <a:off x="7099878" y="101515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4" name="Google Shape;49424;p44">
            <a:extLst>
              <a:ext uri="{FF2B5EF4-FFF2-40B4-BE49-F238E27FC236}">
                <a16:creationId xmlns:a16="http://schemas.microsoft.com/office/drawing/2014/main" id="{7CF3F10F-8D33-0630-7980-C4BB8ACAF3ED}"/>
              </a:ext>
            </a:extLst>
          </p:cNvPr>
          <p:cNvSpPr/>
          <p:nvPr/>
        </p:nvSpPr>
        <p:spPr>
          <a:xfrm rot="10800000" flipH="1">
            <a:off x="1622328" y="383700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5" name="Google Shape;49425;p44">
            <a:extLst>
              <a:ext uri="{FF2B5EF4-FFF2-40B4-BE49-F238E27FC236}">
                <a16:creationId xmlns:a16="http://schemas.microsoft.com/office/drawing/2014/main" id="{3C03F371-AEB6-A929-41D6-7EC12C961B72}"/>
              </a:ext>
            </a:extLst>
          </p:cNvPr>
          <p:cNvSpPr/>
          <p:nvPr/>
        </p:nvSpPr>
        <p:spPr>
          <a:xfrm rot="10800000">
            <a:off x="7099878" y="383700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6" name="Google Shape;49426;p44">
            <a:extLst>
              <a:ext uri="{FF2B5EF4-FFF2-40B4-BE49-F238E27FC236}">
                <a16:creationId xmlns:a16="http://schemas.microsoft.com/office/drawing/2014/main" id="{F7517ADF-03AF-ECDD-6986-AEE011A653F8}"/>
              </a:ext>
            </a:extLst>
          </p:cNvPr>
          <p:cNvSpPr txBox="1">
            <a:spLocks noGrp="1"/>
          </p:cNvSpPr>
          <p:nvPr>
            <p:ph type="title"/>
          </p:nvPr>
        </p:nvSpPr>
        <p:spPr>
          <a:xfrm>
            <a:off x="2312545" y="1096285"/>
            <a:ext cx="4462200" cy="80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400" dirty="0"/>
              <a:t>YÊU CẦU CHUNG</a:t>
            </a:r>
            <a:endParaRPr sz="2400" dirty="0"/>
          </a:p>
        </p:txBody>
      </p:sp>
      <p:grpSp>
        <p:nvGrpSpPr>
          <p:cNvPr id="49428" name="Google Shape;49428;p44">
            <a:extLst>
              <a:ext uri="{FF2B5EF4-FFF2-40B4-BE49-F238E27FC236}">
                <a16:creationId xmlns:a16="http://schemas.microsoft.com/office/drawing/2014/main" id="{A73311D3-A57A-6B31-D5D5-7B2FC3E05DA2}"/>
              </a:ext>
            </a:extLst>
          </p:cNvPr>
          <p:cNvGrpSpPr/>
          <p:nvPr/>
        </p:nvGrpSpPr>
        <p:grpSpPr>
          <a:xfrm>
            <a:off x="2605257" y="1678685"/>
            <a:ext cx="3876776" cy="0"/>
            <a:chOff x="1875300" y="3007925"/>
            <a:chExt cx="5393400" cy="0"/>
          </a:xfrm>
        </p:grpSpPr>
        <p:cxnSp>
          <p:nvCxnSpPr>
            <p:cNvPr id="49429" name="Google Shape;49429;p44">
              <a:extLst>
                <a:ext uri="{FF2B5EF4-FFF2-40B4-BE49-F238E27FC236}">
                  <a16:creationId xmlns:a16="http://schemas.microsoft.com/office/drawing/2014/main" id="{D5004F94-8A92-862E-667D-0C51BE65685A}"/>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430" name="Google Shape;49430;p44">
              <a:extLst>
                <a:ext uri="{FF2B5EF4-FFF2-40B4-BE49-F238E27FC236}">
                  <a16:creationId xmlns:a16="http://schemas.microsoft.com/office/drawing/2014/main" id="{84AB2D70-B0F1-BB33-51D8-630FFB8DF678}"/>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49431" name="Google Shape;49431;p44">
            <a:extLst>
              <a:ext uri="{FF2B5EF4-FFF2-40B4-BE49-F238E27FC236}">
                <a16:creationId xmlns:a16="http://schemas.microsoft.com/office/drawing/2014/main" id="{85BEA984-D02F-9276-68D4-46992E56B5C6}"/>
              </a:ext>
            </a:extLst>
          </p:cNvPr>
          <p:cNvGrpSpPr/>
          <p:nvPr/>
        </p:nvGrpSpPr>
        <p:grpSpPr>
          <a:xfrm rot="10800000" flipH="1">
            <a:off x="-2777003" y="3906356"/>
            <a:ext cx="5681843" cy="3181016"/>
            <a:chOff x="-2793134" y="-1946851"/>
            <a:chExt cx="5681843" cy="3181016"/>
          </a:xfrm>
        </p:grpSpPr>
        <p:grpSp>
          <p:nvGrpSpPr>
            <p:cNvPr id="49432" name="Google Shape;49432;p44">
              <a:extLst>
                <a:ext uri="{FF2B5EF4-FFF2-40B4-BE49-F238E27FC236}">
                  <a16:creationId xmlns:a16="http://schemas.microsoft.com/office/drawing/2014/main" id="{7528A949-4047-0A1B-6402-D2F2BCB753FC}"/>
                </a:ext>
              </a:extLst>
            </p:cNvPr>
            <p:cNvGrpSpPr/>
            <p:nvPr/>
          </p:nvGrpSpPr>
          <p:grpSpPr>
            <a:xfrm rot="10800000">
              <a:off x="-2793134" y="-1946851"/>
              <a:ext cx="5681843" cy="3181016"/>
              <a:chOff x="3406125" y="2174000"/>
              <a:chExt cx="2581600" cy="1445325"/>
            </a:xfrm>
          </p:grpSpPr>
          <p:sp>
            <p:nvSpPr>
              <p:cNvPr id="49433" name="Google Shape;49433;p44">
                <a:extLst>
                  <a:ext uri="{FF2B5EF4-FFF2-40B4-BE49-F238E27FC236}">
                    <a16:creationId xmlns:a16="http://schemas.microsoft.com/office/drawing/2014/main" id="{CA19A47D-B8B7-2E02-28FF-D9E776C88052}"/>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4" name="Google Shape;49434;p44">
                <a:extLst>
                  <a:ext uri="{FF2B5EF4-FFF2-40B4-BE49-F238E27FC236}">
                    <a16:creationId xmlns:a16="http://schemas.microsoft.com/office/drawing/2014/main" id="{A97A1497-FC86-2581-95FD-F87B3F82BDC3}"/>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5" name="Google Shape;49435;p44">
                <a:extLst>
                  <a:ext uri="{FF2B5EF4-FFF2-40B4-BE49-F238E27FC236}">
                    <a16:creationId xmlns:a16="http://schemas.microsoft.com/office/drawing/2014/main" id="{93CD14F0-8AA4-F2DC-E108-EEEBF4714632}"/>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6" name="Google Shape;49436;p44">
                <a:extLst>
                  <a:ext uri="{FF2B5EF4-FFF2-40B4-BE49-F238E27FC236}">
                    <a16:creationId xmlns:a16="http://schemas.microsoft.com/office/drawing/2014/main" id="{0B3921C6-92F2-FE08-2801-6B77E1CBE856}"/>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7" name="Google Shape;49437;p44">
                <a:extLst>
                  <a:ext uri="{FF2B5EF4-FFF2-40B4-BE49-F238E27FC236}">
                    <a16:creationId xmlns:a16="http://schemas.microsoft.com/office/drawing/2014/main" id="{F808FBE6-6BDD-17BC-7D34-502096C79F72}"/>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8" name="Google Shape;49438;p44">
                <a:extLst>
                  <a:ext uri="{FF2B5EF4-FFF2-40B4-BE49-F238E27FC236}">
                    <a16:creationId xmlns:a16="http://schemas.microsoft.com/office/drawing/2014/main" id="{7F64643A-B4D1-DA1C-B73E-50BBFC55AB05}"/>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9" name="Google Shape;49439;p44">
                <a:extLst>
                  <a:ext uri="{FF2B5EF4-FFF2-40B4-BE49-F238E27FC236}">
                    <a16:creationId xmlns:a16="http://schemas.microsoft.com/office/drawing/2014/main" id="{D8039FC2-9400-04E3-5E4D-0C6368ED040C}"/>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0" name="Google Shape;49440;p44">
                <a:extLst>
                  <a:ext uri="{FF2B5EF4-FFF2-40B4-BE49-F238E27FC236}">
                    <a16:creationId xmlns:a16="http://schemas.microsoft.com/office/drawing/2014/main" id="{64537C5E-F0F0-67A6-7526-AA49820233A8}"/>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1" name="Google Shape;49441;p44">
                <a:extLst>
                  <a:ext uri="{FF2B5EF4-FFF2-40B4-BE49-F238E27FC236}">
                    <a16:creationId xmlns:a16="http://schemas.microsoft.com/office/drawing/2014/main" id="{E60AB28E-DBAA-9C9B-1CDF-DF38A455C897}"/>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2" name="Google Shape;49442;p44">
                <a:extLst>
                  <a:ext uri="{FF2B5EF4-FFF2-40B4-BE49-F238E27FC236}">
                    <a16:creationId xmlns:a16="http://schemas.microsoft.com/office/drawing/2014/main" id="{98120A2E-1F09-1376-648D-3DC8405FE7D1}"/>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3" name="Google Shape;49443;p44">
                <a:extLst>
                  <a:ext uri="{FF2B5EF4-FFF2-40B4-BE49-F238E27FC236}">
                    <a16:creationId xmlns:a16="http://schemas.microsoft.com/office/drawing/2014/main" id="{A8B40725-2D3A-D853-7B00-17494A986150}"/>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4" name="Google Shape;49444;p44">
                <a:extLst>
                  <a:ext uri="{FF2B5EF4-FFF2-40B4-BE49-F238E27FC236}">
                    <a16:creationId xmlns:a16="http://schemas.microsoft.com/office/drawing/2014/main" id="{BCE93863-64B7-4B98-9F00-E3818FABA9CE}"/>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5" name="Google Shape;49445;p44">
                <a:extLst>
                  <a:ext uri="{FF2B5EF4-FFF2-40B4-BE49-F238E27FC236}">
                    <a16:creationId xmlns:a16="http://schemas.microsoft.com/office/drawing/2014/main" id="{7A2346E6-37F8-E7AB-9B7E-181C1B703B3E}"/>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6" name="Google Shape;49446;p44">
                <a:extLst>
                  <a:ext uri="{FF2B5EF4-FFF2-40B4-BE49-F238E27FC236}">
                    <a16:creationId xmlns:a16="http://schemas.microsoft.com/office/drawing/2014/main" id="{04EA2706-EA19-7F52-CD56-7FD15928820F}"/>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7" name="Google Shape;49447;p44">
                <a:extLst>
                  <a:ext uri="{FF2B5EF4-FFF2-40B4-BE49-F238E27FC236}">
                    <a16:creationId xmlns:a16="http://schemas.microsoft.com/office/drawing/2014/main" id="{5435850C-5BFF-C606-D603-8A0354C86C55}"/>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8" name="Google Shape;49448;p44">
                <a:extLst>
                  <a:ext uri="{FF2B5EF4-FFF2-40B4-BE49-F238E27FC236}">
                    <a16:creationId xmlns:a16="http://schemas.microsoft.com/office/drawing/2014/main" id="{9B3EF0BD-4F85-4296-E9F7-85BC4FCE4BC1}"/>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9" name="Google Shape;49449;p44">
                <a:extLst>
                  <a:ext uri="{FF2B5EF4-FFF2-40B4-BE49-F238E27FC236}">
                    <a16:creationId xmlns:a16="http://schemas.microsoft.com/office/drawing/2014/main" id="{43DC1979-1135-4BF2-02C5-43AF9BBA6329}"/>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0" name="Google Shape;49450;p44">
                <a:extLst>
                  <a:ext uri="{FF2B5EF4-FFF2-40B4-BE49-F238E27FC236}">
                    <a16:creationId xmlns:a16="http://schemas.microsoft.com/office/drawing/2014/main" id="{692A3767-F593-1FE7-6253-62E50E10BB02}"/>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1" name="Google Shape;49451;p44">
                <a:extLst>
                  <a:ext uri="{FF2B5EF4-FFF2-40B4-BE49-F238E27FC236}">
                    <a16:creationId xmlns:a16="http://schemas.microsoft.com/office/drawing/2014/main" id="{6F223EBA-BF11-4A7C-A53A-9C7B549CC4E3}"/>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2" name="Google Shape;49452;p44">
                <a:extLst>
                  <a:ext uri="{FF2B5EF4-FFF2-40B4-BE49-F238E27FC236}">
                    <a16:creationId xmlns:a16="http://schemas.microsoft.com/office/drawing/2014/main" id="{D62533C6-667B-4F51-7523-E44454DDC078}"/>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3" name="Google Shape;49453;p44">
                <a:extLst>
                  <a:ext uri="{FF2B5EF4-FFF2-40B4-BE49-F238E27FC236}">
                    <a16:creationId xmlns:a16="http://schemas.microsoft.com/office/drawing/2014/main" id="{47164BA9-6750-08E6-0E66-8D069780D591}"/>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4" name="Google Shape;49454;p44">
                <a:extLst>
                  <a:ext uri="{FF2B5EF4-FFF2-40B4-BE49-F238E27FC236}">
                    <a16:creationId xmlns:a16="http://schemas.microsoft.com/office/drawing/2014/main" id="{69852245-0CCB-B6A9-159F-1C51692CED9C}"/>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55" name="Google Shape;49455;p44">
              <a:extLst>
                <a:ext uri="{FF2B5EF4-FFF2-40B4-BE49-F238E27FC236}">
                  <a16:creationId xmlns:a16="http://schemas.microsoft.com/office/drawing/2014/main" id="{E7A66762-270E-CD1F-0C32-A639E053511B}"/>
                </a:ext>
              </a:extLst>
            </p:cNvPr>
            <p:cNvGrpSpPr/>
            <p:nvPr/>
          </p:nvGrpSpPr>
          <p:grpSpPr>
            <a:xfrm rot="10800000">
              <a:off x="-2793134" y="-1946851"/>
              <a:ext cx="5681843" cy="3181016"/>
              <a:chOff x="3406125" y="2174000"/>
              <a:chExt cx="2581600" cy="1445325"/>
            </a:xfrm>
          </p:grpSpPr>
          <p:sp>
            <p:nvSpPr>
              <p:cNvPr id="49456" name="Google Shape;49456;p44">
                <a:extLst>
                  <a:ext uri="{FF2B5EF4-FFF2-40B4-BE49-F238E27FC236}">
                    <a16:creationId xmlns:a16="http://schemas.microsoft.com/office/drawing/2014/main" id="{60C7E5A5-969A-C9BC-1C98-CCDF83260CB8}"/>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7" name="Google Shape;49457;p44">
                <a:extLst>
                  <a:ext uri="{FF2B5EF4-FFF2-40B4-BE49-F238E27FC236}">
                    <a16:creationId xmlns:a16="http://schemas.microsoft.com/office/drawing/2014/main" id="{99E86C5C-720E-1988-190F-E20D8E9F8543}"/>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8" name="Google Shape;49458;p44">
                <a:extLst>
                  <a:ext uri="{FF2B5EF4-FFF2-40B4-BE49-F238E27FC236}">
                    <a16:creationId xmlns:a16="http://schemas.microsoft.com/office/drawing/2014/main" id="{AC9C1FEE-6C0D-123A-3BFC-C58101BC661F}"/>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9" name="Google Shape;49459;p44">
                <a:extLst>
                  <a:ext uri="{FF2B5EF4-FFF2-40B4-BE49-F238E27FC236}">
                    <a16:creationId xmlns:a16="http://schemas.microsoft.com/office/drawing/2014/main" id="{D9510B5A-706A-AF64-51BB-A1652B8BF0A9}"/>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0" name="Google Shape;49460;p44">
                <a:extLst>
                  <a:ext uri="{FF2B5EF4-FFF2-40B4-BE49-F238E27FC236}">
                    <a16:creationId xmlns:a16="http://schemas.microsoft.com/office/drawing/2014/main" id="{2A7329E7-D6FA-348E-8B00-F6DCDBC1A5BF}"/>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1" name="Google Shape;49461;p44">
                <a:extLst>
                  <a:ext uri="{FF2B5EF4-FFF2-40B4-BE49-F238E27FC236}">
                    <a16:creationId xmlns:a16="http://schemas.microsoft.com/office/drawing/2014/main" id="{827524FA-CAA5-17E7-0719-4B579376E946}"/>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2" name="Google Shape;49462;p44">
                <a:extLst>
                  <a:ext uri="{FF2B5EF4-FFF2-40B4-BE49-F238E27FC236}">
                    <a16:creationId xmlns:a16="http://schemas.microsoft.com/office/drawing/2014/main" id="{6009C84A-6F88-0026-BFA6-97AC22264F72}"/>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3" name="Google Shape;49463;p44">
                <a:extLst>
                  <a:ext uri="{FF2B5EF4-FFF2-40B4-BE49-F238E27FC236}">
                    <a16:creationId xmlns:a16="http://schemas.microsoft.com/office/drawing/2014/main" id="{3CF826DA-12B8-E69E-01C8-C1F383B5ED71}"/>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4" name="Google Shape;49464;p44">
                <a:extLst>
                  <a:ext uri="{FF2B5EF4-FFF2-40B4-BE49-F238E27FC236}">
                    <a16:creationId xmlns:a16="http://schemas.microsoft.com/office/drawing/2014/main" id="{777CD9E6-DC3F-8849-FDF6-944067F4990C}"/>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5" name="Google Shape;49465;p44">
                <a:extLst>
                  <a:ext uri="{FF2B5EF4-FFF2-40B4-BE49-F238E27FC236}">
                    <a16:creationId xmlns:a16="http://schemas.microsoft.com/office/drawing/2014/main" id="{D3E06991-28D0-8CE4-2D2B-169A97FEB5F5}"/>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6" name="Google Shape;49466;p44">
                <a:extLst>
                  <a:ext uri="{FF2B5EF4-FFF2-40B4-BE49-F238E27FC236}">
                    <a16:creationId xmlns:a16="http://schemas.microsoft.com/office/drawing/2014/main" id="{6EC147BC-AFF1-FD75-2187-514FDD894931}"/>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7" name="Google Shape;49467;p44">
                <a:extLst>
                  <a:ext uri="{FF2B5EF4-FFF2-40B4-BE49-F238E27FC236}">
                    <a16:creationId xmlns:a16="http://schemas.microsoft.com/office/drawing/2014/main" id="{F56896AE-8531-F9D0-873B-66C045E412DF}"/>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8" name="Google Shape;49468;p44">
                <a:extLst>
                  <a:ext uri="{FF2B5EF4-FFF2-40B4-BE49-F238E27FC236}">
                    <a16:creationId xmlns:a16="http://schemas.microsoft.com/office/drawing/2014/main" id="{C1C04470-8363-6DF3-0AEF-ACB300E90EE2}"/>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9" name="Google Shape;49469;p44">
                <a:extLst>
                  <a:ext uri="{FF2B5EF4-FFF2-40B4-BE49-F238E27FC236}">
                    <a16:creationId xmlns:a16="http://schemas.microsoft.com/office/drawing/2014/main" id="{7440603C-6628-3720-810F-A6A7934FA363}"/>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0" name="Google Shape;49470;p44">
                <a:extLst>
                  <a:ext uri="{FF2B5EF4-FFF2-40B4-BE49-F238E27FC236}">
                    <a16:creationId xmlns:a16="http://schemas.microsoft.com/office/drawing/2014/main" id="{9404AFE9-8082-0B08-07CF-9C301EAA9507}"/>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1" name="Google Shape;49471;p44">
                <a:extLst>
                  <a:ext uri="{FF2B5EF4-FFF2-40B4-BE49-F238E27FC236}">
                    <a16:creationId xmlns:a16="http://schemas.microsoft.com/office/drawing/2014/main" id="{7EDF5146-7B3C-F66E-D542-014733F93C0E}"/>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2" name="Google Shape;49472;p44">
                <a:extLst>
                  <a:ext uri="{FF2B5EF4-FFF2-40B4-BE49-F238E27FC236}">
                    <a16:creationId xmlns:a16="http://schemas.microsoft.com/office/drawing/2014/main" id="{EEB1BBD9-5604-FAB4-60A2-273677112C67}"/>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3" name="Google Shape;49473;p44">
                <a:extLst>
                  <a:ext uri="{FF2B5EF4-FFF2-40B4-BE49-F238E27FC236}">
                    <a16:creationId xmlns:a16="http://schemas.microsoft.com/office/drawing/2014/main" id="{D0601272-9C4B-289F-4BC6-04561995D9AC}"/>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4" name="Google Shape;49474;p44">
                <a:extLst>
                  <a:ext uri="{FF2B5EF4-FFF2-40B4-BE49-F238E27FC236}">
                    <a16:creationId xmlns:a16="http://schemas.microsoft.com/office/drawing/2014/main" id="{0E391785-37A4-F7A6-652B-86F97EA72C78}"/>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5" name="Google Shape;49475;p44">
                <a:extLst>
                  <a:ext uri="{FF2B5EF4-FFF2-40B4-BE49-F238E27FC236}">
                    <a16:creationId xmlns:a16="http://schemas.microsoft.com/office/drawing/2014/main" id="{C4E6DB9B-8926-894F-CFFB-BDC6F28BFFB8}"/>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6" name="Google Shape;49476;p44">
                <a:extLst>
                  <a:ext uri="{FF2B5EF4-FFF2-40B4-BE49-F238E27FC236}">
                    <a16:creationId xmlns:a16="http://schemas.microsoft.com/office/drawing/2014/main" id="{BD151B89-7F35-B583-22DD-0AD0BFF09BC7}"/>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7" name="Google Shape;49477;p44">
                <a:extLst>
                  <a:ext uri="{FF2B5EF4-FFF2-40B4-BE49-F238E27FC236}">
                    <a16:creationId xmlns:a16="http://schemas.microsoft.com/office/drawing/2014/main" id="{B25C0256-3051-CA41-D7BB-F37CA49B3BBD}"/>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478" name="Google Shape;49478;p44">
            <a:extLst>
              <a:ext uri="{FF2B5EF4-FFF2-40B4-BE49-F238E27FC236}">
                <a16:creationId xmlns:a16="http://schemas.microsoft.com/office/drawing/2014/main" id="{F1D0AE94-F08D-ED33-1AF3-FE0B6013662D}"/>
              </a:ext>
            </a:extLst>
          </p:cNvPr>
          <p:cNvGrpSpPr/>
          <p:nvPr/>
        </p:nvGrpSpPr>
        <p:grpSpPr>
          <a:xfrm flipH="1">
            <a:off x="-1038357" y="-726172"/>
            <a:ext cx="1914693" cy="3661095"/>
            <a:chOff x="-969933" y="2588077"/>
            <a:chExt cx="1914693" cy="3661095"/>
          </a:xfrm>
        </p:grpSpPr>
        <p:sp>
          <p:nvSpPr>
            <p:cNvPr id="49479" name="Google Shape;49479;p44">
              <a:extLst>
                <a:ext uri="{FF2B5EF4-FFF2-40B4-BE49-F238E27FC236}">
                  <a16:creationId xmlns:a16="http://schemas.microsoft.com/office/drawing/2014/main" id="{AEDBBDE3-B177-5B11-9732-084FDF5927E6}"/>
                </a:ext>
              </a:extLst>
            </p:cNvPr>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0" name="Google Shape;49480;p44">
              <a:extLst>
                <a:ext uri="{FF2B5EF4-FFF2-40B4-BE49-F238E27FC236}">
                  <a16:creationId xmlns:a16="http://schemas.microsoft.com/office/drawing/2014/main" id="{18505532-9166-B776-B609-E00A0E37A1BD}"/>
                </a:ext>
              </a:extLst>
            </p:cNvPr>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1" name="Google Shape;49481;p44">
              <a:extLst>
                <a:ext uri="{FF2B5EF4-FFF2-40B4-BE49-F238E27FC236}">
                  <a16:creationId xmlns:a16="http://schemas.microsoft.com/office/drawing/2014/main" id="{3B67732F-C548-8FB3-2E78-52C6E7F395AE}"/>
                </a:ext>
              </a:extLst>
            </p:cNvPr>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2" name="Google Shape;49482;p44">
              <a:extLst>
                <a:ext uri="{FF2B5EF4-FFF2-40B4-BE49-F238E27FC236}">
                  <a16:creationId xmlns:a16="http://schemas.microsoft.com/office/drawing/2014/main" id="{DFE85054-415F-F8F6-BFD2-09D7FCD54EE9}"/>
                </a:ext>
              </a:extLst>
            </p:cNvPr>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3" name="Google Shape;49483;p44">
              <a:extLst>
                <a:ext uri="{FF2B5EF4-FFF2-40B4-BE49-F238E27FC236}">
                  <a16:creationId xmlns:a16="http://schemas.microsoft.com/office/drawing/2014/main" id="{5C601EEA-3B73-CB8F-FC6D-E8607CB931A7}"/>
                </a:ext>
              </a:extLst>
            </p:cNvPr>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4" name="Google Shape;49484;p44">
              <a:extLst>
                <a:ext uri="{FF2B5EF4-FFF2-40B4-BE49-F238E27FC236}">
                  <a16:creationId xmlns:a16="http://schemas.microsoft.com/office/drawing/2014/main" id="{5FA37D98-0803-FE58-FB7C-FF982B18F243}"/>
                </a:ext>
              </a:extLst>
            </p:cNvPr>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5" name="Google Shape;49485;p44">
              <a:extLst>
                <a:ext uri="{FF2B5EF4-FFF2-40B4-BE49-F238E27FC236}">
                  <a16:creationId xmlns:a16="http://schemas.microsoft.com/office/drawing/2014/main" id="{32EFD288-DBFD-F052-D086-44F1B377C524}"/>
                </a:ext>
              </a:extLst>
            </p:cNvPr>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6" name="Google Shape;49486;p44">
              <a:extLst>
                <a:ext uri="{FF2B5EF4-FFF2-40B4-BE49-F238E27FC236}">
                  <a16:creationId xmlns:a16="http://schemas.microsoft.com/office/drawing/2014/main" id="{D32A23D5-2B30-84C2-5A29-1834D517E63E}"/>
                </a:ext>
              </a:extLst>
            </p:cNvPr>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7" name="Google Shape;49487;p44">
              <a:extLst>
                <a:ext uri="{FF2B5EF4-FFF2-40B4-BE49-F238E27FC236}">
                  <a16:creationId xmlns:a16="http://schemas.microsoft.com/office/drawing/2014/main" id="{39F2E2DD-7520-DE6C-E11E-E93637B6616C}"/>
                </a:ext>
              </a:extLst>
            </p:cNvPr>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8" name="Google Shape;49488;p44">
              <a:extLst>
                <a:ext uri="{FF2B5EF4-FFF2-40B4-BE49-F238E27FC236}">
                  <a16:creationId xmlns:a16="http://schemas.microsoft.com/office/drawing/2014/main" id="{A743B14A-BEE1-84A8-0C76-52BC83E03235}"/>
                </a:ext>
              </a:extLst>
            </p:cNvPr>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9" name="Google Shape;49489;p44">
              <a:extLst>
                <a:ext uri="{FF2B5EF4-FFF2-40B4-BE49-F238E27FC236}">
                  <a16:creationId xmlns:a16="http://schemas.microsoft.com/office/drawing/2014/main" id="{F5D119AB-3D0C-FE3A-B163-189C9F0EBC33}"/>
                </a:ext>
              </a:extLst>
            </p:cNvPr>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0" name="Google Shape;49490;p44">
              <a:extLst>
                <a:ext uri="{FF2B5EF4-FFF2-40B4-BE49-F238E27FC236}">
                  <a16:creationId xmlns:a16="http://schemas.microsoft.com/office/drawing/2014/main" id="{4A7101A4-201D-46AA-F484-21791050AB90}"/>
                </a:ext>
              </a:extLst>
            </p:cNvPr>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1" name="Google Shape;49491;p44">
              <a:extLst>
                <a:ext uri="{FF2B5EF4-FFF2-40B4-BE49-F238E27FC236}">
                  <a16:creationId xmlns:a16="http://schemas.microsoft.com/office/drawing/2014/main" id="{3F54DE5E-8B2A-F614-C9EA-B01C1BF071D0}"/>
                </a:ext>
              </a:extLst>
            </p:cNvPr>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2" name="Google Shape;49492;p44">
              <a:extLst>
                <a:ext uri="{FF2B5EF4-FFF2-40B4-BE49-F238E27FC236}">
                  <a16:creationId xmlns:a16="http://schemas.microsoft.com/office/drawing/2014/main" id="{C9B69A19-0F5A-1FD6-9768-28C17FD9DA0E}"/>
                </a:ext>
              </a:extLst>
            </p:cNvPr>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3" name="Google Shape;49493;p44">
              <a:extLst>
                <a:ext uri="{FF2B5EF4-FFF2-40B4-BE49-F238E27FC236}">
                  <a16:creationId xmlns:a16="http://schemas.microsoft.com/office/drawing/2014/main" id="{96A4568D-3734-CA2E-FC5D-0AA28DF3B5E5}"/>
                </a:ext>
              </a:extLst>
            </p:cNvPr>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4" name="Google Shape;49494;p44">
              <a:extLst>
                <a:ext uri="{FF2B5EF4-FFF2-40B4-BE49-F238E27FC236}">
                  <a16:creationId xmlns:a16="http://schemas.microsoft.com/office/drawing/2014/main" id="{C877A446-2AE0-4E4E-CF3D-8D8E7C832AB3}"/>
                </a:ext>
              </a:extLst>
            </p:cNvPr>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5" name="Google Shape;49495;p44">
              <a:extLst>
                <a:ext uri="{FF2B5EF4-FFF2-40B4-BE49-F238E27FC236}">
                  <a16:creationId xmlns:a16="http://schemas.microsoft.com/office/drawing/2014/main" id="{49C4212D-3777-5D00-1BEC-64CC163FDB0F}"/>
                </a:ext>
              </a:extLst>
            </p:cNvPr>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6" name="Google Shape;49496;p44">
              <a:extLst>
                <a:ext uri="{FF2B5EF4-FFF2-40B4-BE49-F238E27FC236}">
                  <a16:creationId xmlns:a16="http://schemas.microsoft.com/office/drawing/2014/main" id="{D12A0229-8538-1D50-FB3C-64ECA8DC0333}"/>
                </a:ext>
              </a:extLst>
            </p:cNvPr>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7" name="Google Shape;49497;p44">
              <a:extLst>
                <a:ext uri="{FF2B5EF4-FFF2-40B4-BE49-F238E27FC236}">
                  <a16:creationId xmlns:a16="http://schemas.microsoft.com/office/drawing/2014/main" id="{D5FF7480-F409-3451-833E-F0DC5E2CEAA5}"/>
                </a:ext>
              </a:extLst>
            </p:cNvPr>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8" name="Google Shape;49498;p44">
              <a:extLst>
                <a:ext uri="{FF2B5EF4-FFF2-40B4-BE49-F238E27FC236}">
                  <a16:creationId xmlns:a16="http://schemas.microsoft.com/office/drawing/2014/main" id="{09080893-1D35-A714-65C9-F5A5FD1DC8D9}"/>
                </a:ext>
              </a:extLst>
            </p:cNvPr>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9" name="Google Shape;49499;p44">
              <a:extLst>
                <a:ext uri="{FF2B5EF4-FFF2-40B4-BE49-F238E27FC236}">
                  <a16:creationId xmlns:a16="http://schemas.microsoft.com/office/drawing/2014/main" id="{07FBA6FA-0A59-B0EC-0C0C-B2FE7A525981}"/>
                </a:ext>
              </a:extLst>
            </p:cNvPr>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0" name="Google Shape;49500;p44">
              <a:extLst>
                <a:ext uri="{FF2B5EF4-FFF2-40B4-BE49-F238E27FC236}">
                  <a16:creationId xmlns:a16="http://schemas.microsoft.com/office/drawing/2014/main" id="{C1304D29-AF87-61DD-723A-B87BD3F45A96}"/>
                </a:ext>
              </a:extLst>
            </p:cNvPr>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1" name="Google Shape;49501;p44">
              <a:extLst>
                <a:ext uri="{FF2B5EF4-FFF2-40B4-BE49-F238E27FC236}">
                  <a16:creationId xmlns:a16="http://schemas.microsoft.com/office/drawing/2014/main" id="{7F203C11-3437-1847-478A-CB6D63D39578}"/>
                </a:ext>
              </a:extLst>
            </p:cNvPr>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2" name="Google Shape;49502;p44">
              <a:extLst>
                <a:ext uri="{FF2B5EF4-FFF2-40B4-BE49-F238E27FC236}">
                  <a16:creationId xmlns:a16="http://schemas.microsoft.com/office/drawing/2014/main" id="{B387082E-9B39-037E-7780-8384D0C359F0}"/>
                </a:ext>
              </a:extLst>
            </p:cNvPr>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3" name="Google Shape;49503;p44">
              <a:extLst>
                <a:ext uri="{FF2B5EF4-FFF2-40B4-BE49-F238E27FC236}">
                  <a16:creationId xmlns:a16="http://schemas.microsoft.com/office/drawing/2014/main" id="{94A2D06B-C158-5CE5-F8F0-53C5BF4435C6}"/>
                </a:ext>
              </a:extLst>
            </p:cNvPr>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4" name="Google Shape;49504;p44">
              <a:extLst>
                <a:ext uri="{FF2B5EF4-FFF2-40B4-BE49-F238E27FC236}">
                  <a16:creationId xmlns:a16="http://schemas.microsoft.com/office/drawing/2014/main" id="{F6C7B660-A9A3-1DF9-13BB-9305AD69BDB3}"/>
                </a:ext>
              </a:extLst>
            </p:cNvPr>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5" name="Google Shape;49505;p44">
              <a:extLst>
                <a:ext uri="{FF2B5EF4-FFF2-40B4-BE49-F238E27FC236}">
                  <a16:creationId xmlns:a16="http://schemas.microsoft.com/office/drawing/2014/main" id="{6AE84EBF-9A48-584A-C16F-DCBBDB60E913}"/>
                </a:ext>
              </a:extLst>
            </p:cNvPr>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6" name="Google Shape;49506;p44">
              <a:extLst>
                <a:ext uri="{FF2B5EF4-FFF2-40B4-BE49-F238E27FC236}">
                  <a16:creationId xmlns:a16="http://schemas.microsoft.com/office/drawing/2014/main" id="{AEC06A32-24D3-566C-A5A0-739E82A3F2E7}"/>
                </a:ext>
              </a:extLst>
            </p:cNvPr>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7" name="Google Shape;49507;p44">
              <a:extLst>
                <a:ext uri="{FF2B5EF4-FFF2-40B4-BE49-F238E27FC236}">
                  <a16:creationId xmlns:a16="http://schemas.microsoft.com/office/drawing/2014/main" id="{EC095FE3-446A-76B4-6177-22957B1E31A0}"/>
                </a:ext>
              </a:extLst>
            </p:cNvPr>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8" name="Google Shape;49508;p44">
              <a:extLst>
                <a:ext uri="{FF2B5EF4-FFF2-40B4-BE49-F238E27FC236}">
                  <a16:creationId xmlns:a16="http://schemas.microsoft.com/office/drawing/2014/main" id="{73B689D8-2BED-5726-F41B-2A3FB345900C}"/>
                </a:ext>
              </a:extLst>
            </p:cNvPr>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9" name="Google Shape;49509;p44">
              <a:extLst>
                <a:ext uri="{FF2B5EF4-FFF2-40B4-BE49-F238E27FC236}">
                  <a16:creationId xmlns:a16="http://schemas.microsoft.com/office/drawing/2014/main" id="{A5F92070-D845-2855-5C62-717F577A17CC}"/>
                </a:ext>
              </a:extLst>
            </p:cNvPr>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0" name="Google Shape;49510;p44">
              <a:extLst>
                <a:ext uri="{FF2B5EF4-FFF2-40B4-BE49-F238E27FC236}">
                  <a16:creationId xmlns:a16="http://schemas.microsoft.com/office/drawing/2014/main" id="{90C6A490-8C60-36A7-B7F0-3ADFB78694D0}"/>
                </a:ext>
              </a:extLst>
            </p:cNvPr>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1" name="Google Shape;49511;p44">
              <a:extLst>
                <a:ext uri="{FF2B5EF4-FFF2-40B4-BE49-F238E27FC236}">
                  <a16:creationId xmlns:a16="http://schemas.microsoft.com/office/drawing/2014/main" id="{7947EDDE-D708-0E0A-C767-F4826F877D6E}"/>
                </a:ext>
              </a:extLst>
            </p:cNvPr>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2" name="Google Shape;49512;p44">
              <a:extLst>
                <a:ext uri="{FF2B5EF4-FFF2-40B4-BE49-F238E27FC236}">
                  <a16:creationId xmlns:a16="http://schemas.microsoft.com/office/drawing/2014/main" id="{3EBE7384-9F52-0B0C-01E4-4EB49E2142AE}"/>
                </a:ext>
              </a:extLst>
            </p:cNvPr>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3" name="Google Shape;49513;p44">
              <a:extLst>
                <a:ext uri="{FF2B5EF4-FFF2-40B4-BE49-F238E27FC236}">
                  <a16:creationId xmlns:a16="http://schemas.microsoft.com/office/drawing/2014/main" id="{4E70ED94-1375-0FE4-0933-D0E87EB2CBCA}"/>
                </a:ext>
              </a:extLst>
            </p:cNvPr>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4" name="Google Shape;49514;p44">
              <a:extLst>
                <a:ext uri="{FF2B5EF4-FFF2-40B4-BE49-F238E27FC236}">
                  <a16:creationId xmlns:a16="http://schemas.microsoft.com/office/drawing/2014/main" id="{C4D72523-841E-D83D-19A8-E1ADACA2429C}"/>
                </a:ext>
              </a:extLst>
            </p:cNvPr>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5" name="Google Shape;49515;p44">
              <a:extLst>
                <a:ext uri="{FF2B5EF4-FFF2-40B4-BE49-F238E27FC236}">
                  <a16:creationId xmlns:a16="http://schemas.microsoft.com/office/drawing/2014/main" id="{D15471EB-F505-6B87-A4F3-3D4236C65C98}"/>
                </a:ext>
              </a:extLst>
            </p:cNvPr>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6" name="Google Shape;49516;p44">
              <a:extLst>
                <a:ext uri="{FF2B5EF4-FFF2-40B4-BE49-F238E27FC236}">
                  <a16:creationId xmlns:a16="http://schemas.microsoft.com/office/drawing/2014/main" id="{D892417C-E04B-A94C-DF09-E57F55113BCF}"/>
                </a:ext>
              </a:extLst>
            </p:cNvPr>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7" name="Google Shape;49517;p44">
              <a:extLst>
                <a:ext uri="{FF2B5EF4-FFF2-40B4-BE49-F238E27FC236}">
                  <a16:creationId xmlns:a16="http://schemas.microsoft.com/office/drawing/2014/main" id="{1CA6AB17-711B-8FD9-5794-3FD2BDDB4CB7}"/>
                </a:ext>
              </a:extLst>
            </p:cNvPr>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8" name="Google Shape;49518;p44">
              <a:extLst>
                <a:ext uri="{FF2B5EF4-FFF2-40B4-BE49-F238E27FC236}">
                  <a16:creationId xmlns:a16="http://schemas.microsoft.com/office/drawing/2014/main" id="{A4E50597-4D05-98E4-7BB8-5E87D80B1629}"/>
                </a:ext>
              </a:extLst>
            </p:cNvPr>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9" name="Google Shape;49519;p44">
              <a:extLst>
                <a:ext uri="{FF2B5EF4-FFF2-40B4-BE49-F238E27FC236}">
                  <a16:creationId xmlns:a16="http://schemas.microsoft.com/office/drawing/2014/main" id="{4DE6A630-454A-470E-EBC8-450A2AFBB820}"/>
                </a:ext>
              </a:extLst>
            </p:cNvPr>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0" name="Google Shape;49520;p44">
              <a:extLst>
                <a:ext uri="{FF2B5EF4-FFF2-40B4-BE49-F238E27FC236}">
                  <a16:creationId xmlns:a16="http://schemas.microsoft.com/office/drawing/2014/main" id="{98D7CF99-90DF-A77B-2529-8A74441ACCBD}"/>
                </a:ext>
              </a:extLst>
            </p:cNvPr>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1" name="Google Shape;49521;p44">
              <a:extLst>
                <a:ext uri="{FF2B5EF4-FFF2-40B4-BE49-F238E27FC236}">
                  <a16:creationId xmlns:a16="http://schemas.microsoft.com/office/drawing/2014/main" id="{001DDF54-3BF5-BF41-B21E-AFC5D29F9535}"/>
                </a:ext>
              </a:extLst>
            </p:cNvPr>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2" name="Google Shape;49522;p44">
              <a:extLst>
                <a:ext uri="{FF2B5EF4-FFF2-40B4-BE49-F238E27FC236}">
                  <a16:creationId xmlns:a16="http://schemas.microsoft.com/office/drawing/2014/main" id="{0D53EDAA-A4C2-5397-B8E1-B4B67632B601}"/>
                </a:ext>
              </a:extLst>
            </p:cNvPr>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3" name="Google Shape;49523;p44">
              <a:extLst>
                <a:ext uri="{FF2B5EF4-FFF2-40B4-BE49-F238E27FC236}">
                  <a16:creationId xmlns:a16="http://schemas.microsoft.com/office/drawing/2014/main" id="{7ACEE54F-A82A-17AA-7C03-4515A6971B80}"/>
                </a:ext>
              </a:extLst>
            </p:cNvPr>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4" name="Google Shape;49524;p44">
              <a:extLst>
                <a:ext uri="{FF2B5EF4-FFF2-40B4-BE49-F238E27FC236}">
                  <a16:creationId xmlns:a16="http://schemas.microsoft.com/office/drawing/2014/main" id="{318CE5DC-3FC3-F36E-2093-9DF25B7E4911}"/>
                </a:ext>
              </a:extLst>
            </p:cNvPr>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5" name="Google Shape;49525;p44">
              <a:extLst>
                <a:ext uri="{FF2B5EF4-FFF2-40B4-BE49-F238E27FC236}">
                  <a16:creationId xmlns:a16="http://schemas.microsoft.com/office/drawing/2014/main" id="{AAFC9F79-2A59-4730-6C82-EC41950897D9}"/>
                </a:ext>
              </a:extLst>
            </p:cNvPr>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6" name="Google Shape;49526;p44">
              <a:extLst>
                <a:ext uri="{FF2B5EF4-FFF2-40B4-BE49-F238E27FC236}">
                  <a16:creationId xmlns:a16="http://schemas.microsoft.com/office/drawing/2014/main" id="{9053EB48-7412-A5B5-0A77-E5CE2F6E50D3}"/>
                </a:ext>
              </a:extLst>
            </p:cNvPr>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7" name="Google Shape;49527;p44">
              <a:extLst>
                <a:ext uri="{FF2B5EF4-FFF2-40B4-BE49-F238E27FC236}">
                  <a16:creationId xmlns:a16="http://schemas.microsoft.com/office/drawing/2014/main" id="{B22A2721-DACB-15B7-B84E-4466F9C093A1}"/>
                </a:ext>
              </a:extLst>
            </p:cNvPr>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8" name="Google Shape;49528;p44">
              <a:extLst>
                <a:ext uri="{FF2B5EF4-FFF2-40B4-BE49-F238E27FC236}">
                  <a16:creationId xmlns:a16="http://schemas.microsoft.com/office/drawing/2014/main" id="{632C4971-E237-C3D8-CDA3-F65981262D31}"/>
                </a:ext>
              </a:extLst>
            </p:cNvPr>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9" name="Google Shape;49529;p44">
              <a:extLst>
                <a:ext uri="{FF2B5EF4-FFF2-40B4-BE49-F238E27FC236}">
                  <a16:creationId xmlns:a16="http://schemas.microsoft.com/office/drawing/2014/main" id="{6AA3B679-6C80-EB01-238E-E669AD890B7A}"/>
                </a:ext>
              </a:extLst>
            </p:cNvPr>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0" name="Google Shape;49530;p44">
              <a:extLst>
                <a:ext uri="{FF2B5EF4-FFF2-40B4-BE49-F238E27FC236}">
                  <a16:creationId xmlns:a16="http://schemas.microsoft.com/office/drawing/2014/main" id="{B319B8F0-4049-CB13-07A7-CD7856DD2B3C}"/>
                </a:ext>
              </a:extLst>
            </p:cNvPr>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1" name="Google Shape;49531;p44">
              <a:extLst>
                <a:ext uri="{FF2B5EF4-FFF2-40B4-BE49-F238E27FC236}">
                  <a16:creationId xmlns:a16="http://schemas.microsoft.com/office/drawing/2014/main" id="{049B16B1-519E-487E-C39A-03C4E2A4ECAB}"/>
                </a:ext>
              </a:extLst>
            </p:cNvPr>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2" name="Google Shape;49532;p44">
              <a:extLst>
                <a:ext uri="{FF2B5EF4-FFF2-40B4-BE49-F238E27FC236}">
                  <a16:creationId xmlns:a16="http://schemas.microsoft.com/office/drawing/2014/main" id="{68D3197A-A8CB-247F-3B60-1CC6A1516DA2}"/>
                </a:ext>
              </a:extLst>
            </p:cNvPr>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3" name="Google Shape;49533;p44">
              <a:extLst>
                <a:ext uri="{FF2B5EF4-FFF2-40B4-BE49-F238E27FC236}">
                  <a16:creationId xmlns:a16="http://schemas.microsoft.com/office/drawing/2014/main" id="{4CF32A27-661A-9E6A-59C3-F5BF05C89D80}"/>
                </a:ext>
              </a:extLst>
            </p:cNvPr>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4" name="Google Shape;49534;p44">
              <a:extLst>
                <a:ext uri="{FF2B5EF4-FFF2-40B4-BE49-F238E27FC236}">
                  <a16:creationId xmlns:a16="http://schemas.microsoft.com/office/drawing/2014/main" id="{5231B5B2-43EF-326F-B101-91CE4573BE60}"/>
                </a:ext>
              </a:extLst>
            </p:cNvPr>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5" name="Google Shape;49535;p44">
              <a:extLst>
                <a:ext uri="{FF2B5EF4-FFF2-40B4-BE49-F238E27FC236}">
                  <a16:creationId xmlns:a16="http://schemas.microsoft.com/office/drawing/2014/main" id="{D9575694-FCFE-EEE2-2B19-1BFA0D9D8BD4}"/>
                </a:ext>
              </a:extLst>
            </p:cNvPr>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6" name="Google Shape;49536;p44">
            <a:extLst>
              <a:ext uri="{FF2B5EF4-FFF2-40B4-BE49-F238E27FC236}">
                <a16:creationId xmlns:a16="http://schemas.microsoft.com/office/drawing/2014/main" id="{2B9D17B1-F6A1-8D7E-8890-94DC8AF55BAA}"/>
              </a:ext>
            </a:extLst>
          </p:cNvPr>
          <p:cNvGrpSpPr/>
          <p:nvPr/>
        </p:nvGrpSpPr>
        <p:grpSpPr>
          <a:xfrm>
            <a:off x="8199632" y="3992897"/>
            <a:ext cx="703597" cy="1215579"/>
            <a:chOff x="11712647" y="-2511258"/>
            <a:chExt cx="294602" cy="508994"/>
          </a:xfrm>
        </p:grpSpPr>
        <p:sp>
          <p:nvSpPr>
            <p:cNvPr id="49537" name="Google Shape;49537;p44">
              <a:extLst>
                <a:ext uri="{FF2B5EF4-FFF2-40B4-BE49-F238E27FC236}">
                  <a16:creationId xmlns:a16="http://schemas.microsoft.com/office/drawing/2014/main" id="{A44DB119-B313-8757-90D1-C73F5BF0F0D9}"/>
                </a:ext>
              </a:extLst>
            </p:cNvPr>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8" name="Google Shape;49538;p44">
              <a:extLst>
                <a:ext uri="{FF2B5EF4-FFF2-40B4-BE49-F238E27FC236}">
                  <a16:creationId xmlns:a16="http://schemas.microsoft.com/office/drawing/2014/main" id="{4C02A01F-B7A3-74FB-4268-F4868D3D8278}"/>
                </a:ext>
              </a:extLst>
            </p:cNvPr>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9" name="Google Shape;49539;p44">
              <a:extLst>
                <a:ext uri="{FF2B5EF4-FFF2-40B4-BE49-F238E27FC236}">
                  <a16:creationId xmlns:a16="http://schemas.microsoft.com/office/drawing/2014/main" id="{7F473FE6-325F-67F7-C77C-C45E254074CD}"/>
                </a:ext>
              </a:extLst>
            </p:cNvPr>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0" name="Google Shape;49540;p44">
              <a:extLst>
                <a:ext uri="{FF2B5EF4-FFF2-40B4-BE49-F238E27FC236}">
                  <a16:creationId xmlns:a16="http://schemas.microsoft.com/office/drawing/2014/main" id="{EB1A7687-FFC5-FCC4-D799-33E804191E05}"/>
                </a:ext>
              </a:extLst>
            </p:cNvPr>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1" name="Google Shape;49541;p44">
              <a:extLst>
                <a:ext uri="{FF2B5EF4-FFF2-40B4-BE49-F238E27FC236}">
                  <a16:creationId xmlns:a16="http://schemas.microsoft.com/office/drawing/2014/main" id="{82E37FA3-9FBB-4F95-B933-708D7C5C5B57}"/>
                </a:ext>
              </a:extLst>
            </p:cNvPr>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2" name="Google Shape;49542;p44">
              <a:extLst>
                <a:ext uri="{FF2B5EF4-FFF2-40B4-BE49-F238E27FC236}">
                  <a16:creationId xmlns:a16="http://schemas.microsoft.com/office/drawing/2014/main" id="{F91DE18E-0F4D-8A21-0537-C82D7BBF2795}"/>
                </a:ext>
              </a:extLst>
            </p:cNvPr>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3" name="Google Shape;49543;p44">
              <a:extLst>
                <a:ext uri="{FF2B5EF4-FFF2-40B4-BE49-F238E27FC236}">
                  <a16:creationId xmlns:a16="http://schemas.microsoft.com/office/drawing/2014/main" id="{FFE3D04E-36C8-C20A-95A5-F971B153C171}"/>
                </a:ext>
              </a:extLst>
            </p:cNvPr>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4" name="Google Shape;49544;p44">
              <a:extLst>
                <a:ext uri="{FF2B5EF4-FFF2-40B4-BE49-F238E27FC236}">
                  <a16:creationId xmlns:a16="http://schemas.microsoft.com/office/drawing/2014/main" id="{DE242322-A6D8-581C-7B6A-8645E98EA09B}"/>
                </a:ext>
              </a:extLst>
            </p:cNvPr>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5" name="Google Shape;49545;p44">
              <a:extLst>
                <a:ext uri="{FF2B5EF4-FFF2-40B4-BE49-F238E27FC236}">
                  <a16:creationId xmlns:a16="http://schemas.microsoft.com/office/drawing/2014/main" id="{4087AF85-5C7F-6759-150C-01D627E132AB}"/>
                </a:ext>
              </a:extLst>
            </p:cNvPr>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6" name="Google Shape;49546;p44">
              <a:extLst>
                <a:ext uri="{FF2B5EF4-FFF2-40B4-BE49-F238E27FC236}">
                  <a16:creationId xmlns:a16="http://schemas.microsoft.com/office/drawing/2014/main" id="{CC50C67B-237A-9F22-1D55-347D948A7157}"/>
                </a:ext>
              </a:extLst>
            </p:cNvPr>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7" name="Google Shape;49547;p44">
              <a:extLst>
                <a:ext uri="{FF2B5EF4-FFF2-40B4-BE49-F238E27FC236}">
                  <a16:creationId xmlns:a16="http://schemas.microsoft.com/office/drawing/2014/main" id="{814F4D0A-E110-77D3-AA51-6533C2234DC6}"/>
                </a:ext>
              </a:extLst>
            </p:cNvPr>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8" name="Google Shape;49548;p44">
              <a:extLst>
                <a:ext uri="{FF2B5EF4-FFF2-40B4-BE49-F238E27FC236}">
                  <a16:creationId xmlns:a16="http://schemas.microsoft.com/office/drawing/2014/main" id="{B5E54C89-FFBC-95EB-D7B3-B8B81C9D664C}"/>
                </a:ext>
              </a:extLst>
            </p:cNvPr>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9" name="Google Shape;49549;p44">
              <a:extLst>
                <a:ext uri="{FF2B5EF4-FFF2-40B4-BE49-F238E27FC236}">
                  <a16:creationId xmlns:a16="http://schemas.microsoft.com/office/drawing/2014/main" id="{1D08EA7B-A0E9-ED13-899C-76B240D50B2D}"/>
                </a:ext>
              </a:extLst>
            </p:cNvPr>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0" name="Google Shape;49550;p44">
              <a:extLst>
                <a:ext uri="{FF2B5EF4-FFF2-40B4-BE49-F238E27FC236}">
                  <a16:creationId xmlns:a16="http://schemas.microsoft.com/office/drawing/2014/main" id="{B6331F99-F44C-286B-14DE-8CB6CD5F78DE}"/>
                </a:ext>
              </a:extLst>
            </p:cNvPr>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1" name="Google Shape;49551;p44">
              <a:extLst>
                <a:ext uri="{FF2B5EF4-FFF2-40B4-BE49-F238E27FC236}">
                  <a16:creationId xmlns:a16="http://schemas.microsoft.com/office/drawing/2014/main" id="{B28C55EB-FA7B-C214-8B07-B34663D94032}"/>
                </a:ext>
              </a:extLst>
            </p:cNvPr>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2" name="Google Shape;49552;p44">
              <a:extLst>
                <a:ext uri="{FF2B5EF4-FFF2-40B4-BE49-F238E27FC236}">
                  <a16:creationId xmlns:a16="http://schemas.microsoft.com/office/drawing/2014/main" id="{5485A5A0-7097-4C66-05AB-C4D440EFE7E4}"/>
                </a:ext>
              </a:extLst>
            </p:cNvPr>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3" name="Google Shape;49553;p44">
              <a:extLst>
                <a:ext uri="{FF2B5EF4-FFF2-40B4-BE49-F238E27FC236}">
                  <a16:creationId xmlns:a16="http://schemas.microsoft.com/office/drawing/2014/main" id="{B04C350D-F422-A766-4359-0DED2781F5BA}"/>
                </a:ext>
              </a:extLst>
            </p:cNvPr>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4" name="Google Shape;49554;p44">
              <a:extLst>
                <a:ext uri="{FF2B5EF4-FFF2-40B4-BE49-F238E27FC236}">
                  <a16:creationId xmlns:a16="http://schemas.microsoft.com/office/drawing/2014/main" id="{9DF42F40-B2CF-56DA-61A9-FB53C1643537}"/>
                </a:ext>
              </a:extLst>
            </p:cNvPr>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5" name="Google Shape;49555;p44">
              <a:extLst>
                <a:ext uri="{FF2B5EF4-FFF2-40B4-BE49-F238E27FC236}">
                  <a16:creationId xmlns:a16="http://schemas.microsoft.com/office/drawing/2014/main" id="{79059FB2-293D-7E58-4DF5-C4FDD4DE8D49}"/>
                </a:ext>
              </a:extLst>
            </p:cNvPr>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6" name="Google Shape;49556;p44">
              <a:extLst>
                <a:ext uri="{FF2B5EF4-FFF2-40B4-BE49-F238E27FC236}">
                  <a16:creationId xmlns:a16="http://schemas.microsoft.com/office/drawing/2014/main" id="{70BD773A-B3D4-D54F-583E-17807EC0CCD8}"/>
                </a:ext>
              </a:extLst>
            </p:cNvPr>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7" name="Google Shape;49557;p44">
              <a:extLst>
                <a:ext uri="{FF2B5EF4-FFF2-40B4-BE49-F238E27FC236}">
                  <a16:creationId xmlns:a16="http://schemas.microsoft.com/office/drawing/2014/main" id="{B297D245-F1D7-B0F8-D0DF-FCCAE0E883C2}"/>
                </a:ext>
              </a:extLst>
            </p:cNvPr>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8" name="Google Shape;49558;p44">
              <a:extLst>
                <a:ext uri="{FF2B5EF4-FFF2-40B4-BE49-F238E27FC236}">
                  <a16:creationId xmlns:a16="http://schemas.microsoft.com/office/drawing/2014/main" id="{FEE475C0-122B-ED22-6C8B-AE9220423209}"/>
                </a:ext>
              </a:extLst>
            </p:cNvPr>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9" name="Google Shape;49559;p44">
              <a:extLst>
                <a:ext uri="{FF2B5EF4-FFF2-40B4-BE49-F238E27FC236}">
                  <a16:creationId xmlns:a16="http://schemas.microsoft.com/office/drawing/2014/main" id="{E7E44597-3823-E418-27A6-792E742F6977}"/>
                </a:ext>
              </a:extLst>
            </p:cNvPr>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0" name="Google Shape;49560;p44">
              <a:extLst>
                <a:ext uri="{FF2B5EF4-FFF2-40B4-BE49-F238E27FC236}">
                  <a16:creationId xmlns:a16="http://schemas.microsoft.com/office/drawing/2014/main" id="{13542CCF-73BC-F9C8-E512-22D355952DE6}"/>
                </a:ext>
              </a:extLst>
            </p:cNvPr>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1" name="Google Shape;49561;p44">
              <a:extLst>
                <a:ext uri="{FF2B5EF4-FFF2-40B4-BE49-F238E27FC236}">
                  <a16:creationId xmlns:a16="http://schemas.microsoft.com/office/drawing/2014/main" id="{913C2E15-E484-916D-2F63-B8C077984F20}"/>
                </a:ext>
              </a:extLst>
            </p:cNvPr>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2" name="Google Shape;49562;p44">
              <a:extLst>
                <a:ext uri="{FF2B5EF4-FFF2-40B4-BE49-F238E27FC236}">
                  <a16:creationId xmlns:a16="http://schemas.microsoft.com/office/drawing/2014/main" id="{7F8EBAF2-E71A-0CFB-7B76-A000C54E5233}"/>
                </a:ext>
              </a:extLst>
            </p:cNvPr>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3" name="Google Shape;49563;p44">
              <a:extLst>
                <a:ext uri="{FF2B5EF4-FFF2-40B4-BE49-F238E27FC236}">
                  <a16:creationId xmlns:a16="http://schemas.microsoft.com/office/drawing/2014/main" id="{AE062D87-119A-C0EB-2A37-F391F954F778}"/>
                </a:ext>
              </a:extLst>
            </p:cNvPr>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64" name="Google Shape;49564;p44">
            <a:extLst>
              <a:ext uri="{FF2B5EF4-FFF2-40B4-BE49-F238E27FC236}">
                <a16:creationId xmlns:a16="http://schemas.microsoft.com/office/drawing/2014/main" id="{0CDCD293-4788-D2B9-8D2E-321576E2AC86}"/>
              </a:ext>
            </a:extLst>
          </p:cNvPr>
          <p:cNvGrpSpPr/>
          <p:nvPr/>
        </p:nvGrpSpPr>
        <p:grpSpPr>
          <a:xfrm flipH="1">
            <a:off x="8002774" y="-1960779"/>
            <a:ext cx="5681843" cy="3181016"/>
            <a:chOff x="-2793134" y="-1946851"/>
            <a:chExt cx="5681843" cy="3181016"/>
          </a:xfrm>
        </p:grpSpPr>
        <p:grpSp>
          <p:nvGrpSpPr>
            <p:cNvPr id="49565" name="Google Shape;49565;p44">
              <a:extLst>
                <a:ext uri="{FF2B5EF4-FFF2-40B4-BE49-F238E27FC236}">
                  <a16:creationId xmlns:a16="http://schemas.microsoft.com/office/drawing/2014/main" id="{ACFB50C5-AA1C-12B2-EC85-90EE413F8A34}"/>
                </a:ext>
              </a:extLst>
            </p:cNvPr>
            <p:cNvGrpSpPr/>
            <p:nvPr/>
          </p:nvGrpSpPr>
          <p:grpSpPr>
            <a:xfrm rot="10800000">
              <a:off x="-2793134" y="-1946851"/>
              <a:ext cx="5681843" cy="3181016"/>
              <a:chOff x="3406125" y="2174000"/>
              <a:chExt cx="2581600" cy="1445325"/>
            </a:xfrm>
          </p:grpSpPr>
          <p:sp>
            <p:nvSpPr>
              <p:cNvPr id="49566" name="Google Shape;49566;p44">
                <a:extLst>
                  <a:ext uri="{FF2B5EF4-FFF2-40B4-BE49-F238E27FC236}">
                    <a16:creationId xmlns:a16="http://schemas.microsoft.com/office/drawing/2014/main" id="{EC556EBC-6FC2-9A8F-0E5D-026ED08B8FEB}"/>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7" name="Google Shape;49567;p44">
                <a:extLst>
                  <a:ext uri="{FF2B5EF4-FFF2-40B4-BE49-F238E27FC236}">
                    <a16:creationId xmlns:a16="http://schemas.microsoft.com/office/drawing/2014/main" id="{965F92D4-1F71-A65A-F7D3-D9DA55CA419A}"/>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8" name="Google Shape;49568;p44">
                <a:extLst>
                  <a:ext uri="{FF2B5EF4-FFF2-40B4-BE49-F238E27FC236}">
                    <a16:creationId xmlns:a16="http://schemas.microsoft.com/office/drawing/2014/main" id="{1476F9FC-2C02-C007-3369-C3ED2721CE17}"/>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9" name="Google Shape;49569;p44">
                <a:extLst>
                  <a:ext uri="{FF2B5EF4-FFF2-40B4-BE49-F238E27FC236}">
                    <a16:creationId xmlns:a16="http://schemas.microsoft.com/office/drawing/2014/main" id="{46F8B808-2172-6EC3-E0BE-752323851537}"/>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0" name="Google Shape;49570;p44">
                <a:extLst>
                  <a:ext uri="{FF2B5EF4-FFF2-40B4-BE49-F238E27FC236}">
                    <a16:creationId xmlns:a16="http://schemas.microsoft.com/office/drawing/2014/main" id="{A47157DB-F540-227D-F520-10A72782F36F}"/>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1" name="Google Shape;49571;p44">
                <a:extLst>
                  <a:ext uri="{FF2B5EF4-FFF2-40B4-BE49-F238E27FC236}">
                    <a16:creationId xmlns:a16="http://schemas.microsoft.com/office/drawing/2014/main" id="{7482FAB0-5F0E-535B-EACD-AB53CE3BC63E}"/>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2" name="Google Shape;49572;p44">
                <a:extLst>
                  <a:ext uri="{FF2B5EF4-FFF2-40B4-BE49-F238E27FC236}">
                    <a16:creationId xmlns:a16="http://schemas.microsoft.com/office/drawing/2014/main" id="{DAAD4811-FAD0-FF67-9D3A-B6096CF89E11}"/>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3" name="Google Shape;49573;p44">
                <a:extLst>
                  <a:ext uri="{FF2B5EF4-FFF2-40B4-BE49-F238E27FC236}">
                    <a16:creationId xmlns:a16="http://schemas.microsoft.com/office/drawing/2014/main" id="{D9A87942-F4B4-09C2-0E86-EC2C550AC08B}"/>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4" name="Google Shape;49574;p44">
                <a:extLst>
                  <a:ext uri="{FF2B5EF4-FFF2-40B4-BE49-F238E27FC236}">
                    <a16:creationId xmlns:a16="http://schemas.microsoft.com/office/drawing/2014/main" id="{CED542EC-526C-199F-A678-C9C8D4ED9A60}"/>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5" name="Google Shape;49575;p44">
                <a:extLst>
                  <a:ext uri="{FF2B5EF4-FFF2-40B4-BE49-F238E27FC236}">
                    <a16:creationId xmlns:a16="http://schemas.microsoft.com/office/drawing/2014/main" id="{20048FA6-1550-0AF6-6B55-32FEE71D72B7}"/>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6" name="Google Shape;49576;p44">
                <a:extLst>
                  <a:ext uri="{FF2B5EF4-FFF2-40B4-BE49-F238E27FC236}">
                    <a16:creationId xmlns:a16="http://schemas.microsoft.com/office/drawing/2014/main" id="{B5D2D183-141F-BF13-4009-E794E2BBDD22}"/>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7" name="Google Shape;49577;p44">
                <a:extLst>
                  <a:ext uri="{FF2B5EF4-FFF2-40B4-BE49-F238E27FC236}">
                    <a16:creationId xmlns:a16="http://schemas.microsoft.com/office/drawing/2014/main" id="{7D13961E-E0D6-A389-DD7F-531450B8A3D6}"/>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8" name="Google Shape;49578;p44">
                <a:extLst>
                  <a:ext uri="{FF2B5EF4-FFF2-40B4-BE49-F238E27FC236}">
                    <a16:creationId xmlns:a16="http://schemas.microsoft.com/office/drawing/2014/main" id="{402B4FA9-DCE5-6ACF-9809-90D20AFF039B}"/>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9" name="Google Shape;49579;p44">
                <a:extLst>
                  <a:ext uri="{FF2B5EF4-FFF2-40B4-BE49-F238E27FC236}">
                    <a16:creationId xmlns:a16="http://schemas.microsoft.com/office/drawing/2014/main" id="{8957D45D-B123-AE14-1B74-EC35703C8798}"/>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0" name="Google Shape;49580;p44">
                <a:extLst>
                  <a:ext uri="{FF2B5EF4-FFF2-40B4-BE49-F238E27FC236}">
                    <a16:creationId xmlns:a16="http://schemas.microsoft.com/office/drawing/2014/main" id="{FB45B60F-B574-F0A1-EC7A-B681973ADAE8}"/>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1" name="Google Shape;49581;p44">
                <a:extLst>
                  <a:ext uri="{FF2B5EF4-FFF2-40B4-BE49-F238E27FC236}">
                    <a16:creationId xmlns:a16="http://schemas.microsoft.com/office/drawing/2014/main" id="{EBB9DD0E-FDEB-296D-079E-A22B49DD9846}"/>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2" name="Google Shape;49582;p44">
                <a:extLst>
                  <a:ext uri="{FF2B5EF4-FFF2-40B4-BE49-F238E27FC236}">
                    <a16:creationId xmlns:a16="http://schemas.microsoft.com/office/drawing/2014/main" id="{A21374C6-3AA4-056B-F047-04B98E6A578D}"/>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3" name="Google Shape;49583;p44">
                <a:extLst>
                  <a:ext uri="{FF2B5EF4-FFF2-40B4-BE49-F238E27FC236}">
                    <a16:creationId xmlns:a16="http://schemas.microsoft.com/office/drawing/2014/main" id="{F3632C99-7E6D-FF56-9FE1-ED125DDF75DB}"/>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4" name="Google Shape;49584;p44">
                <a:extLst>
                  <a:ext uri="{FF2B5EF4-FFF2-40B4-BE49-F238E27FC236}">
                    <a16:creationId xmlns:a16="http://schemas.microsoft.com/office/drawing/2014/main" id="{00109A91-4DB6-4E2F-C1B6-86098A48854B}"/>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5" name="Google Shape;49585;p44">
                <a:extLst>
                  <a:ext uri="{FF2B5EF4-FFF2-40B4-BE49-F238E27FC236}">
                    <a16:creationId xmlns:a16="http://schemas.microsoft.com/office/drawing/2014/main" id="{222F5A37-13B9-1A85-B817-3F4C3E17A7F4}"/>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6" name="Google Shape;49586;p44">
                <a:extLst>
                  <a:ext uri="{FF2B5EF4-FFF2-40B4-BE49-F238E27FC236}">
                    <a16:creationId xmlns:a16="http://schemas.microsoft.com/office/drawing/2014/main" id="{D795AB41-E6AB-C041-EF29-469C2550DFF3}"/>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7" name="Google Shape;49587;p44">
                <a:extLst>
                  <a:ext uri="{FF2B5EF4-FFF2-40B4-BE49-F238E27FC236}">
                    <a16:creationId xmlns:a16="http://schemas.microsoft.com/office/drawing/2014/main" id="{6E3B2125-0ED1-B9AD-9569-456B6667223F}"/>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88" name="Google Shape;49588;p44">
              <a:extLst>
                <a:ext uri="{FF2B5EF4-FFF2-40B4-BE49-F238E27FC236}">
                  <a16:creationId xmlns:a16="http://schemas.microsoft.com/office/drawing/2014/main" id="{76CA9D64-D7CB-383F-F36D-07AFB4050342}"/>
                </a:ext>
              </a:extLst>
            </p:cNvPr>
            <p:cNvGrpSpPr/>
            <p:nvPr/>
          </p:nvGrpSpPr>
          <p:grpSpPr>
            <a:xfrm rot="10800000">
              <a:off x="-2793134" y="-1946851"/>
              <a:ext cx="5681843" cy="3181016"/>
              <a:chOff x="3406125" y="2174000"/>
              <a:chExt cx="2581600" cy="1445325"/>
            </a:xfrm>
          </p:grpSpPr>
          <p:sp>
            <p:nvSpPr>
              <p:cNvPr id="49589" name="Google Shape;49589;p44">
                <a:extLst>
                  <a:ext uri="{FF2B5EF4-FFF2-40B4-BE49-F238E27FC236}">
                    <a16:creationId xmlns:a16="http://schemas.microsoft.com/office/drawing/2014/main" id="{C485C36F-6BA1-2457-0912-DF437B153294}"/>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0" name="Google Shape;49590;p44">
                <a:extLst>
                  <a:ext uri="{FF2B5EF4-FFF2-40B4-BE49-F238E27FC236}">
                    <a16:creationId xmlns:a16="http://schemas.microsoft.com/office/drawing/2014/main" id="{132F007B-0651-23D0-B409-D14E5F613DFC}"/>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1" name="Google Shape;49591;p44">
                <a:extLst>
                  <a:ext uri="{FF2B5EF4-FFF2-40B4-BE49-F238E27FC236}">
                    <a16:creationId xmlns:a16="http://schemas.microsoft.com/office/drawing/2014/main" id="{160891EB-C9F7-3F77-1197-0F32DEBD1243}"/>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2" name="Google Shape;49592;p44">
                <a:extLst>
                  <a:ext uri="{FF2B5EF4-FFF2-40B4-BE49-F238E27FC236}">
                    <a16:creationId xmlns:a16="http://schemas.microsoft.com/office/drawing/2014/main" id="{2B56CF31-BDF6-F9DD-9086-FDDF37B8877E}"/>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3" name="Google Shape;49593;p44">
                <a:extLst>
                  <a:ext uri="{FF2B5EF4-FFF2-40B4-BE49-F238E27FC236}">
                    <a16:creationId xmlns:a16="http://schemas.microsoft.com/office/drawing/2014/main" id="{2FD7019F-92A9-3629-8AA6-077315ED1DD9}"/>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4" name="Google Shape;49594;p44">
                <a:extLst>
                  <a:ext uri="{FF2B5EF4-FFF2-40B4-BE49-F238E27FC236}">
                    <a16:creationId xmlns:a16="http://schemas.microsoft.com/office/drawing/2014/main" id="{7FC72B87-5A8A-8171-2596-C93A88822D86}"/>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5" name="Google Shape;49595;p44">
                <a:extLst>
                  <a:ext uri="{FF2B5EF4-FFF2-40B4-BE49-F238E27FC236}">
                    <a16:creationId xmlns:a16="http://schemas.microsoft.com/office/drawing/2014/main" id="{D01D7ECD-F5F7-9AD4-56C4-1FBECAEAEE4D}"/>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6" name="Google Shape;49596;p44">
                <a:extLst>
                  <a:ext uri="{FF2B5EF4-FFF2-40B4-BE49-F238E27FC236}">
                    <a16:creationId xmlns:a16="http://schemas.microsoft.com/office/drawing/2014/main" id="{7B73935F-FFF3-3309-60FB-2910E0906D03}"/>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7" name="Google Shape;49597;p44">
                <a:extLst>
                  <a:ext uri="{FF2B5EF4-FFF2-40B4-BE49-F238E27FC236}">
                    <a16:creationId xmlns:a16="http://schemas.microsoft.com/office/drawing/2014/main" id="{273B0ADB-CF26-C188-EFF5-EF7A11568ED2}"/>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8" name="Google Shape;49598;p44">
                <a:extLst>
                  <a:ext uri="{FF2B5EF4-FFF2-40B4-BE49-F238E27FC236}">
                    <a16:creationId xmlns:a16="http://schemas.microsoft.com/office/drawing/2014/main" id="{79306FE7-ECD2-04A3-C7F1-ED5843851A33}"/>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9" name="Google Shape;49599;p44">
                <a:extLst>
                  <a:ext uri="{FF2B5EF4-FFF2-40B4-BE49-F238E27FC236}">
                    <a16:creationId xmlns:a16="http://schemas.microsoft.com/office/drawing/2014/main" id="{08B8673A-7DC7-A745-4279-3E050BDE5EED}"/>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0" name="Google Shape;49600;p44">
                <a:extLst>
                  <a:ext uri="{FF2B5EF4-FFF2-40B4-BE49-F238E27FC236}">
                    <a16:creationId xmlns:a16="http://schemas.microsoft.com/office/drawing/2014/main" id="{A97E8308-C50D-CD33-8F4C-D55F9257E807}"/>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1" name="Google Shape;49601;p44">
                <a:extLst>
                  <a:ext uri="{FF2B5EF4-FFF2-40B4-BE49-F238E27FC236}">
                    <a16:creationId xmlns:a16="http://schemas.microsoft.com/office/drawing/2014/main" id="{7BBD1601-7129-B047-3C44-1A0C184F3ED7}"/>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2" name="Google Shape;49602;p44">
                <a:extLst>
                  <a:ext uri="{FF2B5EF4-FFF2-40B4-BE49-F238E27FC236}">
                    <a16:creationId xmlns:a16="http://schemas.microsoft.com/office/drawing/2014/main" id="{963201AE-95B8-40C7-DECA-A9A6BCF107CD}"/>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3" name="Google Shape;49603;p44">
                <a:extLst>
                  <a:ext uri="{FF2B5EF4-FFF2-40B4-BE49-F238E27FC236}">
                    <a16:creationId xmlns:a16="http://schemas.microsoft.com/office/drawing/2014/main" id="{625923CD-1E82-38BC-3328-E0A23084BDEC}"/>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4" name="Google Shape;49604;p44">
                <a:extLst>
                  <a:ext uri="{FF2B5EF4-FFF2-40B4-BE49-F238E27FC236}">
                    <a16:creationId xmlns:a16="http://schemas.microsoft.com/office/drawing/2014/main" id="{100657B2-F58E-A13A-2879-12FE4CE3D7F9}"/>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5" name="Google Shape;49605;p44">
                <a:extLst>
                  <a:ext uri="{FF2B5EF4-FFF2-40B4-BE49-F238E27FC236}">
                    <a16:creationId xmlns:a16="http://schemas.microsoft.com/office/drawing/2014/main" id="{F27F1E37-6C73-52A1-4DBE-43E2E06EE508}"/>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6" name="Google Shape;49606;p44">
                <a:extLst>
                  <a:ext uri="{FF2B5EF4-FFF2-40B4-BE49-F238E27FC236}">
                    <a16:creationId xmlns:a16="http://schemas.microsoft.com/office/drawing/2014/main" id="{D483775A-CA10-CB17-0902-37324D65E6D6}"/>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7" name="Google Shape;49607;p44">
                <a:extLst>
                  <a:ext uri="{FF2B5EF4-FFF2-40B4-BE49-F238E27FC236}">
                    <a16:creationId xmlns:a16="http://schemas.microsoft.com/office/drawing/2014/main" id="{4C5EBC32-2166-0657-1524-2A0355A6A0A2}"/>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8" name="Google Shape;49608;p44">
                <a:extLst>
                  <a:ext uri="{FF2B5EF4-FFF2-40B4-BE49-F238E27FC236}">
                    <a16:creationId xmlns:a16="http://schemas.microsoft.com/office/drawing/2014/main" id="{6B526A61-6F42-A85F-2FE4-0565B5773A05}"/>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9" name="Google Shape;49609;p44">
                <a:extLst>
                  <a:ext uri="{FF2B5EF4-FFF2-40B4-BE49-F238E27FC236}">
                    <a16:creationId xmlns:a16="http://schemas.microsoft.com/office/drawing/2014/main" id="{369E8C6D-1507-5736-51EC-2F7129541F10}"/>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0" name="Google Shape;49610;p44">
                <a:extLst>
                  <a:ext uri="{FF2B5EF4-FFF2-40B4-BE49-F238E27FC236}">
                    <a16:creationId xmlns:a16="http://schemas.microsoft.com/office/drawing/2014/main" id="{2FC44ADD-A0FB-3826-A06A-F24FEEC12178}"/>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49187;p41">
            <a:extLst>
              <a:ext uri="{FF2B5EF4-FFF2-40B4-BE49-F238E27FC236}">
                <a16:creationId xmlns:a16="http://schemas.microsoft.com/office/drawing/2014/main" id="{E56B7A5A-D7EE-D7F6-92D1-71F357DA3D60}"/>
              </a:ext>
            </a:extLst>
          </p:cNvPr>
          <p:cNvSpPr txBox="1">
            <a:spLocks/>
          </p:cNvSpPr>
          <p:nvPr/>
        </p:nvSpPr>
        <p:spPr>
          <a:xfrm>
            <a:off x="1141226" y="-45060"/>
            <a:ext cx="6804839" cy="40312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CÁC YÊU CẦU CỐT LÕI ĐỐI VỚI THIẾT BỊ DI ĐỘNG</a:t>
            </a:r>
          </a:p>
        </p:txBody>
      </p:sp>
      <p:sp>
        <p:nvSpPr>
          <p:cNvPr id="7" name="Rectangle 4">
            <a:extLst>
              <a:ext uri="{FF2B5EF4-FFF2-40B4-BE49-F238E27FC236}">
                <a16:creationId xmlns:a16="http://schemas.microsoft.com/office/drawing/2014/main" id="{E7C7E673-1C09-A798-6A8D-28E44DC5A674}"/>
              </a:ext>
            </a:extLst>
          </p:cNvPr>
          <p:cNvSpPr>
            <a:spLocks noChangeArrowheads="1"/>
          </p:cNvSpPr>
          <p:nvPr/>
        </p:nvSpPr>
        <p:spPr bwMode="auto">
          <a:xfrm>
            <a:off x="1961269" y="1525805"/>
            <a:ext cx="5481522" cy="245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50000"/>
              </a:lnSpc>
              <a:spcBef>
                <a:spcPct val="0"/>
              </a:spcBef>
              <a:spcAft>
                <a:spcPct val="0"/>
              </a:spcAft>
              <a:buClrTx/>
              <a:buSzTx/>
              <a:buFontTx/>
              <a:buNone/>
              <a:tabLst/>
            </a:pPr>
            <a:endParaRPr kumimoji="0" lang="en-US" altLang="en-US" sz="1300" b="0" i="0" u="none" strike="noStrike" cap="none" normalizeH="0" baseline="0" dirty="0">
              <a:ln>
                <a:noFill/>
              </a:ln>
              <a:solidFill>
                <a:schemeClr val="bg1"/>
              </a:solidFill>
              <a:effectLst/>
              <a:latin typeface="Barlow" panose="00000500000000000000" pitchFamily="2" charset="0"/>
            </a:endParaRPr>
          </a:p>
          <a:p>
            <a:pPr marL="342900" marR="0" lvl="0" indent="-342900" algn="l" defTabSz="914400" rtl="0" eaLnBrk="0" fontAlgn="base" latinLnBrk="0" hangingPunct="0">
              <a:lnSpc>
                <a:spcPct val="150000"/>
              </a:lnSpc>
              <a:spcBef>
                <a:spcPct val="0"/>
              </a:spcBef>
              <a:spcAft>
                <a:spcPct val="0"/>
              </a:spcAft>
              <a:buClrTx/>
              <a:buSzTx/>
              <a:buFont typeface="+mj-lt"/>
              <a:buAutoNum type="arabicPeriod"/>
              <a:tabLst/>
            </a:pPr>
            <a:r>
              <a:rPr kumimoji="0" lang="en-US" altLang="en-US" sz="1300" b="0" i="0" u="none" strike="noStrike" cap="none" normalizeH="0" baseline="0" dirty="0" err="1">
                <a:ln>
                  <a:noFill/>
                </a:ln>
                <a:solidFill>
                  <a:schemeClr val="bg1"/>
                </a:solidFill>
                <a:effectLst/>
                <a:latin typeface="Barlow" panose="00000500000000000000" pitchFamily="2" charset="0"/>
              </a:rPr>
              <a:t>Xây</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dựng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đầy</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đủ</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tài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liệu</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phát</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triển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kiểm</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thử</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vận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hành</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hướng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dẫn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sử</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dụng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và</a:t>
            </a:r>
            <a:r>
              <a:rPr kumimoji="0" lang="en-US" altLang="en-US" sz="1300" b="0" i="0" u="none" strike="noStrike" cap="none" normalizeH="0" baseline="0" dirty="0">
                <a:ln>
                  <a:noFill/>
                </a:ln>
                <a:solidFill>
                  <a:schemeClr val="bg1"/>
                </a:solidFill>
                <a:effectLst/>
                <a:latin typeface="Barlow" panose="00000500000000000000" pitchFamily="2" charset="0"/>
              </a:rPr>
              <a:t> SLA. </a:t>
            </a:r>
          </a:p>
          <a:p>
            <a:pPr marL="342900" marR="0" lvl="0" indent="-342900" algn="l" defTabSz="914400" rtl="0" eaLnBrk="0" fontAlgn="base" latinLnBrk="0" hangingPunct="0">
              <a:lnSpc>
                <a:spcPct val="150000"/>
              </a:lnSpc>
              <a:spcBef>
                <a:spcPct val="0"/>
              </a:spcBef>
              <a:spcAft>
                <a:spcPct val="0"/>
              </a:spcAft>
              <a:buClrTx/>
              <a:buSzTx/>
              <a:buFont typeface="+mj-lt"/>
              <a:buAutoNum type="arabicPeriod"/>
              <a:tabLst/>
            </a:pPr>
            <a:r>
              <a:rPr kumimoji="0" lang="en-US" altLang="en-US" sz="1300" b="0" i="0" u="none" strike="noStrike" cap="none" normalizeH="0" baseline="0" dirty="0" err="1">
                <a:ln>
                  <a:noFill/>
                </a:ln>
                <a:solidFill>
                  <a:schemeClr val="bg1"/>
                </a:solidFill>
                <a:effectLst/>
                <a:latin typeface="Barlow" panose="00000500000000000000" pitchFamily="2" charset="0"/>
              </a:rPr>
              <a:t>Đánh</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giá</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lỗ</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hổng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kiểm</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thử</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thâm</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nhập</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và</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kiểm</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tra</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hiệu</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suất</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trước</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khi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triển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khai</a:t>
            </a:r>
            <a:r>
              <a:rPr kumimoji="0" lang="en-US" altLang="en-US" sz="1300" b="0" i="0" u="none" strike="noStrike" cap="none" normalizeH="0" baseline="0" dirty="0">
                <a:ln>
                  <a:noFill/>
                </a:ln>
                <a:solidFill>
                  <a:schemeClr val="bg1"/>
                </a:solidFill>
                <a:effectLst/>
                <a:latin typeface="Barlow" panose="00000500000000000000" pitchFamily="2" charset="0"/>
              </a:rPr>
              <a:t>. </a:t>
            </a:r>
          </a:p>
          <a:p>
            <a:pPr marL="342900" marR="0" lvl="0" indent="-342900" algn="l" defTabSz="914400" rtl="0" eaLnBrk="0" fontAlgn="base" latinLnBrk="0" hangingPunct="0">
              <a:lnSpc>
                <a:spcPct val="150000"/>
              </a:lnSpc>
              <a:spcBef>
                <a:spcPct val="0"/>
              </a:spcBef>
              <a:spcAft>
                <a:spcPct val="0"/>
              </a:spcAft>
              <a:buClrTx/>
              <a:buSzTx/>
              <a:buFont typeface="+mj-lt"/>
              <a:buAutoNum type="arabicPeriod"/>
              <a:tabLst/>
            </a:pPr>
            <a:r>
              <a:rPr kumimoji="0" lang="en-US" altLang="en-US" sz="1300" b="0" i="0" u="none" strike="noStrike" cap="none" normalizeH="0" baseline="0" dirty="0" err="1">
                <a:ln>
                  <a:noFill/>
                </a:ln>
                <a:solidFill>
                  <a:schemeClr val="bg1"/>
                </a:solidFill>
                <a:effectLst/>
                <a:latin typeface="Barlow" panose="00000500000000000000" pitchFamily="2" charset="0"/>
              </a:rPr>
              <a:t>Thực</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hiện</a:t>
            </a:r>
            <a:r>
              <a:rPr kumimoji="0" lang="en-US" altLang="en-US" sz="1300" b="0" i="0" u="none" strike="noStrike" cap="none" normalizeH="0" baseline="0" dirty="0">
                <a:ln>
                  <a:noFill/>
                </a:ln>
                <a:solidFill>
                  <a:schemeClr val="bg1"/>
                </a:solidFill>
                <a:effectLst/>
                <a:latin typeface="Barlow" panose="00000500000000000000" pitchFamily="2" charset="0"/>
              </a:rPr>
              <a:t> UAT </a:t>
            </a:r>
            <a:r>
              <a:rPr kumimoji="0" lang="en-US" altLang="en-US" sz="1300" b="0" i="0" u="none" strike="noStrike" cap="none" normalizeH="0" baseline="0" dirty="0" err="1">
                <a:ln>
                  <a:noFill/>
                </a:ln>
                <a:solidFill>
                  <a:schemeClr val="bg1"/>
                </a:solidFill>
                <a:effectLst/>
                <a:latin typeface="Barlow" panose="00000500000000000000" pitchFamily="2" charset="0"/>
              </a:rPr>
              <a:t>trong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môi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trường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tách</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biệt</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với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môi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trường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sản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xuất</a:t>
            </a:r>
            <a:r>
              <a:rPr kumimoji="0" lang="en-US" altLang="en-US" sz="1300" b="0" i="0" u="none" strike="noStrike" cap="none" normalizeH="0" baseline="0" dirty="0">
                <a:ln>
                  <a:noFill/>
                </a:ln>
                <a:solidFill>
                  <a:schemeClr val="bg1"/>
                </a:solidFill>
                <a:effectLst/>
                <a:latin typeface="Barlow" panose="00000500000000000000" pitchFamily="2" charset="0"/>
              </a:rPr>
              <a:t>. </a:t>
            </a:r>
          </a:p>
          <a:p>
            <a:pPr marL="342900" marR="0" lvl="0" indent="-342900" algn="l" defTabSz="914400" rtl="0" eaLnBrk="0" fontAlgn="base" latinLnBrk="0" hangingPunct="0">
              <a:lnSpc>
                <a:spcPct val="150000"/>
              </a:lnSpc>
              <a:spcBef>
                <a:spcPct val="0"/>
              </a:spcBef>
              <a:spcAft>
                <a:spcPct val="0"/>
              </a:spcAft>
              <a:buClrTx/>
              <a:buSzTx/>
              <a:buFont typeface="+mj-lt"/>
              <a:buAutoNum type="arabicPeriod"/>
              <a:tabLst/>
            </a:pPr>
            <a:r>
              <a:rPr kumimoji="0" lang="en-US" altLang="en-US" sz="1300" b="0" i="0" u="none" strike="noStrike" cap="none" normalizeH="0" baseline="0" dirty="0" err="1">
                <a:ln>
                  <a:noFill/>
                </a:ln>
                <a:solidFill>
                  <a:schemeClr val="bg1"/>
                </a:solidFill>
                <a:effectLst/>
                <a:latin typeface="Barlow" panose="00000500000000000000" pitchFamily="2" charset="0"/>
              </a:rPr>
              <a:t>Có</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thỏa</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thuận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ký</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quỹ</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mã</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nguồn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khi</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ứng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dụng</a:t>
            </a:r>
            <a:r>
              <a:rPr kumimoji="0" lang="en-US" altLang="en-US" sz="1300" b="0" i="0" u="none" strike="noStrike" cap="none" normalizeH="0" baseline="0" dirty="0">
                <a:ln>
                  <a:noFill/>
                </a:ln>
                <a:solidFill>
                  <a:schemeClr val="bg1"/>
                </a:solidFill>
                <a:effectLst/>
                <a:latin typeface="Barlow" panose="00000500000000000000" pitchFamily="2" charset="0"/>
              </a:rPr>
              <a:t> do </a:t>
            </a:r>
            <a:r>
              <a:rPr kumimoji="0" lang="en-US" altLang="en-US" sz="1300" b="0" i="0" u="none" strike="noStrike" cap="none" normalizeH="0" baseline="0" dirty="0" err="1">
                <a:ln>
                  <a:noFill/>
                </a:ln>
                <a:solidFill>
                  <a:schemeClr val="bg1"/>
                </a:solidFill>
                <a:effectLst/>
                <a:latin typeface="Barlow" panose="00000500000000000000" pitchFamily="2" charset="0"/>
              </a:rPr>
              <a:t>bên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thứ</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ba</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phát</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triển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nhưng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không</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bàn</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giao</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mã</a:t>
            </a:r>
            <a:r>
              <a:rPr kumimoji="0" lang="en-US" altLang="en-US" sz="1300" b="0" i="0" u="none" strike="noStrike" cap="none" normalizeH="0" baseline="0" dirty="0">
                <a:ln>
                  <a:noFill/>
                </a:ln>
                <a:solidFill>
                  <a:schemeClr val="bg1"/>
                </a:solidFill>
                <a:effectLst/>
                <a:latin typeface="Barlow" panose="00000500000000000000" pitchFamily="2" charset="0"/>
              </a:rPr>
              <a:t> </a:t>
            </a:r>
            <a:r>
              <a:rPr kumimoji="0" lang="en-US" altLang="en-US" sz="1300" b="0" i="0" u="none" strike="noStrike" cap="none" normalizeH="0" baseline="0" dirty="0" err="1">
                <a:ln>
                  <a:noFill/>
                </a:ln>
                <a:solidFill>
                  <a:schemeClr val="bg1"/>
                </a:solidFill>
                <a:effectLst/>
                <a:latin typeface="Barlow" panose="00000500000000000000" pitchFamily="2" charset="0"/>
              </a:rPr>
              <a:t>nguồn</a:t>
            </a:r>
            <a:r>
              <a:rPr kumimoji="0" lang="en-US" altLang="en-US" sz="1300" b="0" i="0" u="none" strike="noStrike" cap="none" normalizeH="0" baseline="0" dirty="0">
                <a:ln>
                  <a:noFill/>
                </a:ln>
                <a:solidFill>
                  <a:schemeClr val="bg1"/>
                </a:solidFill>
                <a:effectLst/>
                <a:latin typeface="Barlow" panose="00000500000000000000" pitchFamily="2" charset="0"/>
              </a:rPr>
              <a:t>. </a:t>
            </a:r>
          </a:p>
        </p:txBody>
      </p:sp>
    </p:spTree>
    <p:extLst>
      <p:ext uri="{BB962C8B-B14F-4D97-AF65-F5344CB8AC3E}">
        <p14:creationId xmlns:p14="http://schemas.microsoft.com/office/powerpoint/2010/main" val="2708499945"/>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9418">
          <a:extLst>
            <a:ext uri="{FF2B5EF4-FFF2-40B4-BE49-F238E27FC236}">
              <a16:creationId xmlns:a16="http://schemas.microsoft.com/office/drawing/2014/main" id="{48511002-805F-9758-49F5-9557963535DA}"/>
            </a:ext>
          </a:extLst>
        </p:cNvPr>
        <p:cNvGrpSpPr/>
        <p:nvPr/>
      </p:nvGrpSpPr>
      <p:grpSpPr>
        <a:xfrm>
          <a:off x="0" y="0"/>
          <a:ext cx="0" cy="0"/>
          <a:chOff x="0" y="0"/>
          <a:chExt cx="0" cy="0"/>
        </a:xfrm>
      </p:grpSpPr>
      <p:grpSp>
        <p:nvGrpSpPr>
          <p:cNvPr id="49419" name="Google Shape;49419;p44">
            <a:extLst>
              <a:ext uri="{FF2B5EF4-FFF2-40B4-BE49-F238E27FC236}">
                <a16:creationId xmlns:a16="http://schemas.microsoft.com/office/drawing/2014/main" id="{C86D096F-E5D3-73BB-6FD5-C154727FC9C1}"/>
              </a:ext>
            </a:extLst>
          </p:cNvPr>
          <p:cNvGrpSpPr/>
          <p:nvPr/>
        </p:nvGrpSpPr>
        <p:grpSpPr>
          <a:xfrm>
            <a:off x="524540" y="1015150"/>
            <a:ext cx="8137451" cy="3868737"/>
            <a:chOff x="1329897" y="1212750"/>
            <a:chExt cx="6484250" cy="2718000"/>
          </a:xfrm>
        </p:grpSpPr>
        <p:sp>
          <p:nvSpPr>
            <p:cNvPr id="49420" name="Google Shape;49420;p44">
              <a:extLst>
                <a:ext uri="{FF2B5EF4-FFF2-40B4-BE49-F238E27FC236}">
                  <a16:creationId xmlns:a16="http://schemas.microsoft.com/office/drawing/2014/main" id="{6DFFFA29-C69F-EE3A-48B5-1EE3BA13E4C6}"/>
                </a:ext>
              </a:extLst>
            </p:cNvPr>
            <p:cNvSpPr/>
            <p:nvPr/>
          </p:nvSpPr>
          <p:spPr>
            <a:xfrm>
              <a:off x="1329947" y="1212750"/>
              <a:ext cx="6484200" cy="27180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1" name="Google Shape;49421;p44">
              <a:extLst>
                <a:ext uri="{FF2B5EF4-FFF2-40B4-BE49-F238E27FC236}">
                  <a16:creationId xmlns:a16="http://schemas.microsoft.com/office/drawing/2014/main" id="{50C746D9-0D52-29A3-30C9-FE09A24FC26A}"/>
                </a:ext>
              </a:extLst>
            </p:cNvPr>
            <p:cNvSpPr/>
            <p:nvPr/>
          </p:nvSpPr>
          <p:spPr>
            <a:xfrm>
              <a:off x="1329897" y="1212750"/>
              <a:ext cx="6484200" cy="27180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22" name="Google Shape;49422;p44">
            <a:extLst>
              <a:ext uri="{FF2B5EF4-FFF2-40B4-BE49-F238E27FC236}">
                <a16:creationId xmlns:a16="http://schemas.microsoft.com/office/drawing/2014/main" id="{725BE00A-6D78-9AB4-D134-B93C28D2D234}"/>
              </a:ext>
            </a:extLst>
          </p:cNvPr>
          <p:cNvSpPr/>
          <p:nvPr/>
        </p:nvSpPr>
        <p:spPr>
          <a:xfrm>
            <a:off x="530718" y="101515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3" name="Google Shape;49423;p44">
            <a:extLst>
              <a:ext uri="{FF2B5EF4-FFF2-40B4-BE49-F238E27FC236}">
                <a16:creationId xmlns:a16="http://schemas.microsoft.com/office/drawing/2014/main" id="{2FF18279-B303-4876-8AD5-C509C0CE894F}"/>
              </a:ext>
            </a:extLst>
          </p:cNvPr>
          <p:cNvSpPr/>
          <p:nvPr/>
        </p:nvSpPr>
        <p:spPr>
          <a:xfrm flipH="1">
            <a:off x="8248194" y="1015150"/>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4" name="Google Shape;49424;p44">
            <a:extLst>
              <a:ext uri="{FF2B5EF4-FFF2-40B4-BE49-F238E27FC236}">
                <a16:creationId xmlns:a16="http://schemas.microsoft.com/office/drawing/2014/main" id="{3899D3D0-FECC-6C74-44B2-2E61E1C1F0CB}"/>
              </a:ext>
            </a:extLst>
          </p:cNvPr>
          <p:cNvSpPr/>
          <p:nvPr/>
        </p:nvSpPr>
        <p:spPr>
          <a:xfrm rot="10800000" flipH="1">
            <a:off x="530718" y="4602545"/>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5" name="Google Shape;49425;p44">
            <a:extLst>
              <a:ext uri="{FF2B5EF4-FFF2-40B4-BE49-F238E27FC236}">
                <a16:creationId xmlns:a16="http://schemas.microsoft.com/office/drawing/2014/main" id="{1A833221-109D-1E20-75B4-BBA509424915}"/>
              </a:ext>
            </a:extLst>
          </p:cNvPr>
          <p:cNvSpPr/>
          <p:nvPr/>
        </p:nvSpPr>
        <p:spPr>
          <a:xfrm rot="10800000">
            <a:off x="8248194" y="4602544"/>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6" name="Google Shape;49426;p44">
            <a:extLst>
              <a:ext uri="{FF2B5EF4-FFF2-40B4-BE49-F238E27FC236}">
                <a16:creationId xmlns:a16="http://schemas.microsoft.com/office/drawing/2014/main" id="{FD351196-AEBB-B793-1F3C-FD28A8E12088}"/>
              </a:ext>
            </a:extLst>
          </p:cNvPr>
          <p:cNvSpPr txBox="1">
            <a:spLocks noGrp="1"/>
          </p:cNvSpPr>
          <p:nvPr>
            <p:ph type="title"/>
          </p:nvPr>
        </p:nvSpPr>
        <p:spPr>
          <a:xfrm>
            <a:off x="2312545" y="1096285"/>
            <a:ext cx="4462200" cy="80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000" dirty="0"/>
              <a:t>YÊU CẦU RIÊNG</a:t>
            </a:r>
            <a:endParaRPr sz="2000" dirty="0"/>
          </a:p>
        </p:txBody>
      </p:sp>
      <p:grpSp>
        <p:nvGrpSpPr>
          <p:cNvPr id="49428" name="Google Shape;49428;p44">
            <a:extLst>
              <a:ext uri="{FF2B5EF4-FFF2-40B4-BE49-F238E27FC236}">
                <a16:creationId xmlns:a16="http://schemas.microsoft.com/office/drawing/2014/main" id="{8AF20352-A21C-A991-648E-83489FB62F6F}"/>
              </a:ext>
            </a:extLst>
          </p:cNvPr>
          <p:cNvGrpSpPr/>
          <p:nvPr/>
        </p:nvGrpSpPr>
        <p:grpSpPr>
          <a:xfrm>
            <a:off x="2605257" y="1558183"/>
            <a:ext cx="3876776" cy="0"/>
            <a:chOff x="1875300" y="3007925"/>
            <a:chExt cx="5393400" cy="0"/>
          </a:xfrm>
        </p:grpSpPr>
        <p:cxnSp>
          <p:nvCxnSpPr>
            <p:cNvPr id="49429" name="Google Shape;49429;p44">
              <a:extLst>
                <a:ext uri="{FF2B5EF4-FFF2-40B4-BE49-F238E27FC236}">
                  <a16:creationId xmlns:a16="http://schemas.microsoft.com/office/drawing/2014/main" id="{F7C973D1-3E0E-23DF-7C3E-E0E808BB19C6}"/>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430" name="Google Shape;49430;p44">
              <a:extLst>
                <a:ext uri="{FF2B5EF4-FFF2-40B4-BE49-F238E27FC236}">
                  <a16:creationId xmlns:a16="http://schemas.microsoft.com/office/drawing/2014/main" id="{5C552AA6-06A4-917E-279A-0DAE4E0845AC}"/>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49431" name="Google Shape;49431;p44">
            <a:extLst>
              <a:ext uri="{FF2B5EF4-FFF2-40B4-BE49-F238E27FC236}">
                <a16:creationId xmlns:a16="http://schemas.microsoft.com/office/drawing/2014/main" id="{B150FB2A-9F34-82CA-2811-B390E6EFFAA5}"/>
              </a:ext>
            </a:extLst>
          </p:cNvPr>
          <p:cNvGrpSpPr/>
          <p:nvPr/>
        </p:nvGrpSpPr>
        <p:grpSpPr>
          <a:xfrm rot="10800000" flipH="1">
            <a:off x="-4286827" y="4246598"/>
            <a:ext cx="5681843" cy="3181016"/>
            <a:chOff x="-2793134" y="-1946851"/>
            <a:chExt cx="5681843" cy="3181016"/>
          </a:xfrm>
        </p:grpSpPr>
        <p:grpSp>
          <p:nvGrpSpPr>
            <p:cNvPr id="49432" name="Google Shape;49432;p44">
              <a:extLst>
                <a:ext uri="{FF2B5EF4-FFF2-40B4-BE49-F238E27FC236}">
                  <a16:creationId xmlns:a16="http://schemas.microsoft.com/office/drawing/2014/main" id="{D5409143-ED4A-92C3-9FDE-094AD3EBC04F}"/>
                </a:ext>
              </a:extLst>
            </p:cNvPr>
            <p:cNvGrpSpPr/>
            <p:nvPr/>
          </p:nvGrpSpPr>
          <p:grpSpPr>
            <a:xfrm rot="10800000">
              <a:off x="-2793134" y="-1946851"/>
              <a:ext cx="5681843" cy="3181016"/>
              <a:chOff x="3406125" y="2174000"/>
              <a:chExt cx="2581600" cy="1445325"/>
            </a:xfrm>
          </p:grpSpPr>
          <p:sp>
            <p:nvSpPr>
              <p:cNvPr id="49433" name="Google Shape;49433;p44">
                <a:extLst>
                  <a:ext uri="{FF2B5EF4-FFF2-40B4-BE49-F238E27FC236}">
                    <a16:creationId xmlns:a16="http://schemas.microsoft.com/office/drawing/2014/main" id="{DDD810B0-C551-8A25-2E36-CBF8E1D710F6}"/>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4" name="Google Shape;49434;p44">
                <a:extLst>
                  <a:ext uri="{FF2B5EF4-FFF2-40B4-BE49-F238E27FC236}">
                    <a16:creationId xmlns:a16="http://schemas.microsoft.com/office/drawing/2014/main" id="{A050194F-339C-DE39-20C8-E92890965D58}"/>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5" name="Google Shape;49435;p44">
                <a:extLst>
                  <a:ext uri="{FF2B5EF4-FFF2-40B4-BE49-F238E27FC236}">
                    <a16:creationId xmlns:a16="http://schemas.microsoft.com/office/drawing/2014/main" id="{C7A0C574-9951-9A73-EDD2-0D2C201A1B35}"/>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6" name="Google Shape;49436;p44">
                <a:extLst>
                  <a:ext uri="{FF2B5EF4-FFF2-40B4-BE49-F238E27FC236}">
                    <a16:creationId xmlns:a16="http://schemas.microsoft.com/office/drawing/2014/main" id="{32F7943C-26A9-46E8-E9B1-6B065113E55D}"/>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7" name="Google Shape;49437;p44">
                <a:extLst>
                  <a:ext uri="{FF2B5EF4-FFF2-40B4-BE49-F238E27FC236}">
                    <a16:creationId xmlns:a16="http://schemas.microsoft.com/office/drawing/2014/main" id="{0F5418E6-19DD-D04D-9E11-E5717873F2FF}"/>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8" name="Google Shape;49438;p44">
                <a:extLst>
                  <a:ext uri="{FF2B5EF4-FFF2-40B4-BE49-F238E27FC236}">
                    <a16:creationId xmlns:a16="http://schemas.microsoft.com/office/drawing/2014/main" id="{DAE9E4E3-1FDB-A4EE-8A72-9D266E3ABFDC}"/>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9" name="Google Shape;49439;p44">
                <a:extLst>
                  <a:ext uri="{FF2B5EF4-FFF2-40B4-BE49-F238E27FC236}">
                    <a16:creationId xmlns:a16="http://schemas.microsoft.com/office/drawing/2014/main" id="{0F375167-A4C9-9B92-75DF-A613D91EE5CF}"/>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0" name="Google Shape;49440;p44">
                <a:extLst>
                  <a:ext uri="{FF2B5EF4-FFF2-40B4-BE49-F238E27FC236}">
                    <a16:creationId xmlns:a16="http://schemas.microsoft.com/office/drawing/2014/main" id="{5346A10C-594C-FAAE-B0B1-BE244F3FF9B2}"/>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1" name="Google Shape;49441;p44">
                <a:extLst>
                  <a:ext uri="{FF2B5EF4-FFF2-40B4-BE49-F238E27FC236}">
                    <a16:creationId xmlns:a16="http://schemas.microsoft.com/office/drawing/2014/main" id="{921C20E1-3818-2B04-0AF2-1873EFFD64F0}"/>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2" name="Google Shape;49442;p44">
                <a:extLst>
                  <a:ext uri="{FF2B5EF4-FFF2-40B4-BE49-F238E27FC236}">
                    <a16:creationId xmlns:a16="http://schemas.microsoft.com/office/drawing/2014/main" id="{DD483895-AF73-867F-3402-C94E01311431}"/>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3" name="Google Shape;49443;p44">
                <a:extLst>
                  <a:ext uri="{FF2B5EF4-FFF2-40B4-BE49-F238E27FC236}">
                    <a16:creationId xmlns:a16="http://schemas.microsoft.com/office/drawing/2014/main" id="{BA7F56E8-8408-DB0E-3220-47ECAB65B18D}"/>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4" name="Google Shape;49444;p44">
                <a:extLst>
                  <a:ext uri="{FF2B5EF4-FFF2-40B4-BE49-F238E27FC236}">
                    <a16:creationId xmlns:a16="http://schemas.microsoft.com/office/drawing/2014/main" id="{687D6F15-7CCE-9B77-02CA-373E61F8D418}"/>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5" name="Google Shape;49445;p44">
                <a:extLst>
                  <a:ext uri="{FF2B5EF4-FFF2-40B4-BE49-F238E27FC236}">
                    <a16:creationId xmlns:a16="http://schemas.microsoft.com/office/drawing/2014/main" id="{EBA1C4DB-73BD-956D-9509-5BE468C72944}"/>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6" name="Google Shape;49446;p44">
                <a:extLst>
                  <a:ext uri="{FF2B5EF4-FFF2-40B4-BE49-F238E27FC236}">
                    <a16:creationId xmlns:a16="http://schemas.microsoft.com/office/drawing/2014/main" id="{C0384A2A-3AA6-04A4-4749-A33360BF3F0C}"/>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7" name="Google Shape;49447;p44">
                <a:extLst>
                  <a:ext uri="{FF2B5EF4-FFF2-40B4-BE49-F238E27FC236}">
                    <a16:creationId xmlns:a16="http://schemas.microsoft.com/office/drawing/2014/main" id="{61B5F30D-2F75-7AA2-31A1-720D2E4C08FC}"/>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8" name="Google Shape;49448;p44">
                <a:extLst>
                  <a:ext uri="{FF2B5EF4-FFF2-40B4-BE49-F238E27FC236}">
                    <a16:creationId xmlns:a16="http://schemas.microsoft.com/office/drawing/2014/main" id="{22EE3EF3-55A1-8EFD-3099-A9C82C708617}"/>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9" name="Google Shape;49449;p44">
                <a:extLst>
                  <a:ext uri="{FF2B5EF4-FFF2-40B4-BE49-F238E27FC236}">
                    <a16:creationId xmlns:a16="http://schemas.microsoft.com/office/drawing/2014/main" id="{567176EE-D012-A487-12C7-74B9E2B53D97}"/>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0" name="Google Shape;49450;p44">
                <a:extLst>
                  <a:ext uri="{FF2B5EF4-FFF2-40B4-BE49-F238E27FC236}">
                    <a16:creationId xmlns:a16="http://schemas.microsoft.com/office/drawing/2014/main" id="{A182FB52-F06D-3FB7-BC67-A1734BE05DFD}"/>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1" name="Google Shape;49451;p44">
                <a:extLst>
                  <a:ext uri="{FF2B5EF4-FFF2-40B4-BE49-F238E27FC236}">
                    <a16:creationId xmlns:a16="http://schemas.microsoft.com/office/drawing/2014/main" id="{C7A7D273-6156-9F21-B22D-A702FF3CEB5D}"/>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2" name="Google Shape;49452;p44">
                <a:extLst>
                  <a:ext uri="{FF2B5EF4-FFF2-40B4-BE49-F238E27FC236}">
                    <a16:creationId xmlns:a16="http://schemas.microsoft.com/office/drawing/2014/main" id="{AA9BF9E7-1DD3-C506-8A73-435CA9FD88CD}"/>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3" name="Google Shape;49453;p44">
                <a:extLst>
                  <a:ext uri="{FF2B5EF4-FFF2-40B4-BE49-F238E27FC236}">
                    <a16:creationId xmlns:a16="http://schemas.microsoft.com/office/drawing/2014/main" id="{3C58C426-6A63-6C7D-67C5-D53CA767D640}"/>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4" name="Google Shape;49454;p44">
                <a:extLst>
                  <a:ext uri="{FF2B5EF4-FFF2-40B4-BE49-F238E27FC236}">
                    <a16:creationId xmlns:a16="http://schemas.microsoft.com/office/drawing/2014/main" id="{B83DEEC9-FF9E-182C-E681-8C19A4211C0F}"/>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55" name="Google Shape;49455;p44">
              <a:extLst>
                <a:ext uri="{FF2B5EF4-FFF2-40B4-BE49-F238E27FC236}">
                  <a16:creationId xmlns:a16="http://schemas.microsoft.com/office/drawing/2014/main" id="{6DB4A0C7-F1C6-197C-DB04-934AC31C6AA5}"/>
                </a:ext>
              </a:extLst>
            </p:cNvPr>
            <p:cNvGrpSpPr/>
            <p:nvPr/>
          </p:nvGrpSpPr>
          <p:grpSpPr>
            <a:xfrm rot="10800000">
              <a:off x="-2793134" y="-1946851"/>
              <a:ext cx="5681843" cy="3181016"/>
              <a:chOff x="3406125" y="2174000"/>
              <a:chExt cx="2581600" cy="1445325"/>
            </a:xfrm>
          </p:grpSpPr>
          <p:sp>
            <p:nvSpPr>
              <p:cNvPr id="49456" name="Google Shape;49456;p44">
                <a:extLst>
                  <a:ext uri="{FF2B5EF4-FFF2-40B4-BE49-F238E27FC236}">
                    <a16:creationId xmlns:a16="http://schemas.microsoft.com/office/drawing/2014/main" id="{5048904B-FA54-4BB9-C9E7-C478B651874E}"/>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7" name="Google Shape;49457;p44">
                <a:extLst>
                  <a:ext uri="{FF2B5EF4-FFF2-40B4-BE49-F238E27FC236}">
                    <a16:creationId xmlns:a16="http://schemas.microsoft.com/office/drawing/2014/main" id="{45250B47-6152-9667-F59D-AAE8F72C7F6E}"/>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8" name="Google Shape;49458;p44">
                <a:extLst>
                  <a:ext uri="{FF2B5EF4-FFF2-40B4-BE49-F238E27FC236}">
                    <a16:creationId xmlns:a16="http://schemas.microsoft.com/office/drawing/2014/main" id="{344EBCA0-9053-58E4-75FD-BAC697568245}"/>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9" name="Google Shape;49459;p44">
                <a:extLst>
                  <a:ext uri="{FF2B5EF4-FFF2-40B4-BE49-F238E27FC236}">
                    <a16:creationId xmlns:a16="http://schemas.microsoft.com/office/drawing/2014/main" id="{CFF31117-47F1-5C94-CB9C-71B210275AAD}"/>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0" name="Google Shape;49460;p44">
                <a:extLst>
                  <a:ext uri="{FF2B5EF4-FFF2-40B4-BE49-F238E27FC236}">
                    <a16:creationId xmlns:a16="http://schemas.microsoft.com/office/drawing/2014/main" id="{3230101C-215A-048A-45B3-23E52398E4B3}"/>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1" name="Google Shape;49461;p44">
                <a:extLst>
                  <a:ext uri="{FF2B5EF4-FFF2-40B4-BE49-F238E27FC236}">
                    <a16:creationId xmlns:a16="http://schemas.microsoft.com/office/drawing/2014/main" id="{7B74393A-7E34-67C0-F214-727DEA7FD83F}"/>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2" name="Google Shape;49462;p44">
                <a:extLst>
                  <a:ext uri="{FF2B5EF4-FFF2-40B4-BE49-F238E27FC236}">
                    <a16:creationId xmlns:a16="http://schemas.microsoft.com/office/drawing/2014/main" id="{4CFA0C5D-9093-88A3-ECB1-D3EC2D160D38}"/>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3" name="Google Shape;49463;p44">
                <a:extLst>
                  <a:ext uri="{FF2B5EF4-FFF2-40B4-BE49-F238E27FC236}">
                    <a16:creationId xmlns:a16="http://schemas.microsoft.com/office/drawing/2014/main" id="{239CC322-004F-A196-DF41-B4D6B40C2DAE}"/>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4" name="Google Shape;49464;p44">
                <a:extLst>
                  <a:ext uri="{FF2B5EF4-FFF2-40B4-BE49-F238E27FC236}">
                    <a16:creationId xmlns:a16="http://schemas.microsoft.com/office/drawing/2014/main" id="{4107FF9E-FB6C-C7C2-7159-D16E9441EE18}"/>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5" name="Google Shape;49465;p44">
                <a:extLst>
                  <a:ext uri="{FF2B5EF4-FFF2-40B4-BE49-F238E27FC236}">
                    <a16:creationId xmlns:a16="http://schemas.microsoft.com/office/drawing/2014/main" id="{6D3B4149-DF77-B183-432D-D0BC61C2DBD9}"/>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6" name="Google Shape;49466;p44">
                <a:extLst>
                  <a:ext uri="{FF2B5EF4-FFF2-40B4-BE49-F238E27FC236}">
                    <a16:creationId xmlns:a16="http://schemas.microsoft.com/office/drawing/2014/main" id="{B23F4D64-628C-041B-37E4-1F4D466CB217}"/>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7" name="Google Shape;49467;p44">
                <a:extLst>
                  <a:ext uri="{FF2B5EF4-FFF2-40B4-BE49-F238E27FC236}">
                    <a16:creationId xmlns:a16="http://schemas.microsoft.com/office/drawing/2014/main" id="{C4926725-A018-5419-8CFB-FFDB48B54557}"/>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8" name="Google Shape;49468;p44">
                <a:extLst>
                  <a:ext uri="{FF2B5EF4-FFF2-40B4-BE49-F238E27FC236}">
                    <a16:creationId xmlns:a16="http://schemas.microsoft.com/office/drawing/2014/main" id="{60F986C9-A71D-C850-EF28-22D319A7C939}"/>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9" name="Google Shape;49469;p44">
                <a:extLst>
                  <a:ext uri="{FF2B5EF4-FFF2-40B4-BE49-F238E27FC236}">
                    <a16:creationId xmlns:a16="http://schemas.microsoft.com/office/drawing/2014/main" id="{15B9EDD6-9A45-DE2E-478C-71E8356A65B5}"/>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0" name="Google Shape;49470;p44">
                <a:extLst>
                  <a:ext uri="{FF2B5EF4-FFF2-40B4-BE49-F238E27FC236}">
                    <a16:creationId xmlns:a16="http://schemas.microsoft.com/office/drawing/2014/main" id="{E5AED1ED-3F78-75C2-ECF9-878BC9ADC0C8}"/>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1" name="Google Shape;49471;p44">
                <a:extLst>
                  <a:ext uri="{FF2B5EF4-FFF2-40B4-BE49-F238E27FC236}">
                    <a16:creationId xmlns:a16="http://schemas.microsoft.com/office/drawing/2014/main" id="{E9E7AFA7-4EF0-9F08-6676-395DD471F0CE}"/>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2" name="Google Shape;49472;p44">
                <a:extLst>
                  <a:ext uri="{FF2B5EF4-FFF2-40B4-BE49-F238E27FC236}">
                    <a16:creationId xmlns:a16="http://schemas.microsoft.com/office/drawing/2014/main" id="{1C617B0D-8D55-DA25-97DF-21982AD1C383}"/>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3" name="Google Shape;49473;p44">
                <a:extLst>
                  <a:ext uri="{FF2B5EF4-FFF2-40B4-BE49-F238E27FC236}">
                    <a16:creationId xmlns:a16="http://schemas.microsoft.com/office/drawing/2014/main" id="{6601269A-AB32-1A72-666C-B345A5CC8AA9}"/>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4" name="Google Shape;49474;p44">
                <a:extLst>
                  <a:ext uri="{FF2B5EF4-FFF2-40B4-BE49-F238E27FC236}">
                    <a16:creationId xmlns:a16="http://schemas.microsoft.com/office/drawing/2014/main" id="{988F87E9-6A2E-765D-8B10-4B6294E5C618}"/>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5" name="Google Shape;49475;p44">
                <a:extLst>
                  <a:ext uri="{FF2B5EF4-FFF2-40B4-BE49-F238E27FC236}">
                    <a16:creationId xmlns:a16="http://schemas.microsoft.com/office/drawing/2014/main" id="{455B1AD7-21EE-787D-0C18-7D8D09F72157}"/>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6" name="Google Shape;49476;p44">
                <a:extLst>
                  <a:ext uri="{FF2B5EF4-FFF2-40B4-BE49-F238E27FC236}">
                    <a16:creationId xmlns:a16="http://schemas.microsoft.com/office/drawing/2014/main" id="{66C8FECE-71F9-64C5-140F-90C55A7E0B23}"/>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7" name="Google Shape;49477;p44">
                <a:extLst>
                  <a:ext uri="{FF2B5EF4-FFF2-40B4-BE49-F238E27FC236}">
                    <a16:creationId xmlns:a16="http://schemas.microsoft.com/office/drawing/2014/main" id="{0A9F9B31-74AC-0AAE-C5BD-2C55F421ECF0}"/>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478" name="Google Shape;49478;p44">
            <a:extLst>
              <a:ext uri="{FF2B5EF4-FFF2-40B4-BE49-F238E27FC236}">
                <a16:creationId xmlns:a16="http://schemas.microsoft.com/office/drawing/2014/main" id="{C2CDB087-327D-0E9B-86CA-A540DE40D38E}"/>
              </a:ext>
            </a:extLst>
          </p:cNvPr>
          <p:cNvGrpSpPr/>
          <p:nvPr/>
        </p:nvGrpSpPr>
        <p:grpSpPr>
          <a:xfrm flipH="1">
            <a:off x="-1441513" y="-734263"/>
            <a:ext cx="1914693" cy="3661095"/>
            <a:chOff x="-969933" y="2588077"/>
            <a:chExt cx="1914693" cy="3661095"/>
          </a:xfrm>
        </p:grpSpPr>
        <p:sp>
          <p:nvSpPr>
            <p:cNvPr id="49479" name="Google Shape;49479;p44">
              <a:extLst>
                <a:ext uri="{FF2B5EF4-FFF2-40B4-BE49-F238E27FC236}">
                  <a16:creationId xmlns:a16="http://schemas.microsoft.com/office/drawing/2014/main" id="{125E5253-5D94-C840-60B7-1235BD6CBE7E}"/>
                </a:ext>
              </a:extLst>
            </p:cNvPr>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0" name="Google Shape;49480;p44">
              <a:extLst>
                <a:ext uri="{FF2B5EF4-FFF2-40B4-BE49-F238E27FC236}">
                  <a16:creationId xmlns:a16="http://schemas.microsoft.com/office/drawing/2014/main" id="{79E99984-9303-AEFF-EF46-C86E7460EF54}"/>
                </a:ext>
              </a:extLst>
            </p:cNvPr>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1" name="Google Shape;49481;p44">
              <a:extLst>
                <a:ext uri="{FF2B5EF4-FFF2-40B4-BE49-F238E27FC236}">
                  <a16:creationId xmlns:a16="http://schemas.microsoft.com/office/drawing/2014/main" id="{8FF97D98-28E2-6FC3-403F-29E24515628D}"/>
                </a:ext>
              </a:extLst>
            </p:cNvPr>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2" name="Google Shape;49482;p44">
              <a:extLst>
                <a:ext uri="{FF2B5EF4-FFF2-40B4-BE49-F238E27FC236}">
                  <a16:creationId xmlns:a16="http://schemas.microsoft.com/office/drawing/2014/main" id="{BE9B824D-94AF-BC71-59CB-F899F85C303A}"/>
                </a:ext>
              </a:extLst>
            </p:cNvPr>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3" name="Google Shape;49483;p44">
              <a:extLst>
                <a:ext uri="{FF2B5EF4-FFF2-40B4-BE49-F238E27FC236}">
                  <a16:creationId xmlns:a16="http://schemas.microsoft.com/office/drawing/2014/main" id="{444D4430-9AAC-62B6-C2B4-7F97F6120090}"/>
                </a:ext>
              </a:extLst>
            </p:cNvPr>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4" name="Google Shape;49484;p44">
              <a:extLst>
                <a:ext uri="{FF2B5EF4-FFF2-40B4-BE49-F238E27FC236}">
                  <a16:creationId xmlns:a16="http://schemas.microsoft.com/office/drawing/2014/main" id="{972DF846-4B27-246D-B2AC-E5A6250BF1A8}"/>
                </a:ext>
              </a:extLst>
            </p:cNvPr>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5" name="Google Shape;49485;p44">
              <a:extLst>
                <a:ext uri="{FF2B5EF4-FFF2-40B4-BE49-F238E27FC236}">
                  <a16:creationId xmlns:a16="http://schemas.microsoft.com/office/drawing/2014/main" id="{AECEED76-01D6-C1F6-47AB-9B02C56D7002}"/>
                </a:ext>
              </a:extLst>
            </p:cNvPr>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6" name="Google Shape;49486;p44">
              <a:extLst>
                <a:ext uri="{FF2B5EF4-FFF2-40B4-BE49-F238E27FC236}">
                  <a16:creationId xmlns:a16="http://schemas.microsoft.com/office/drawing/2014/main" id="{65338FA5-6429-7736-FB17-CA9FA5D9FA8A}"/>
                </a:ext>
              </a:extLst>
            </p:cNvPr>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7" name="Google Shape;49487;p44">
              <a:extLst>
                <a:ext uri="{FF2B5EF4-FFF2-40B4-BE49-F238E27FC236}">
                  <a16:creationId xmlns:a16="http://schemas.microsoft.com/office/drawing/2014/main" id="{A88C7DE3-C984-5568-CE86-76ECC38AB037}"/>
                </a:ext>
              </a:extLst>
            </p:cNvPr>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8" name="Google Shape;49488;p44">
              <a:extLst>
                <a:ext uri="{FF2B5EF4-FFF2-40B4-BE49-F238E27FC236}">
                  <a16:creationId xmlns:a16="http://schemas.microsoft.com/office/drawing/2014/main" id="{B1BB4DA1-5BB1-092C-B969-49CADEC6659A}"/>
                </a:ext>
              </a:extLst>
            </p:cNvPr>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9" name="Google Shape;49489;p44">
              <a:extLst>
                <a:ext uri="{FF2B5EF4-FFF2-40B4-BE49-F238E27FC236}">
                  <a16:creationId xmlns:a16="http://schemas.microsoft.com/office/drawing/2014/main" id="{49A96664-F8AF-C724-AAA6-5B78D09199D4}"/>
                </a:ext>
              </a:extLst>
            </p:cNvPr>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0" name="Google Shape;49490;p44">
              <a:extLst>
                <a:ext uri="{FF2B5EF4-FFF2-40B4-BE49-F238E27FC236}">
                  <a16:creationId xmlns:a16="http://schemas.microsoft.com/office/drawing/2014/main" id="{AEDF3831-9956-C7EC-6CB8-BF8871ABA2C5}"/>
                </a:ext>
              </a:extLst>
            </p:cNvPr>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1" name="Google Shape;49491;p44">
              <a:extLst>
                <a:ext uri="{FF2B5EF4-FFF2-40B4-BE49-F238E27FC236}">
                  <a16:creationId xmlns:a16="http://schemas.microsoft.com/office/drawing/2014/main" id="{61C08CA8-BBA9-8494-A853-3591117D419A}"/>
                </a:ext>
              </a:extLst>
            </p:cNvPr>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2" name="Google Shape;49492;p44">
              <a:extLst>
                <a:ext uri="{FF2B5EF4-FFF2-40B4-BE49-F238E27FC236}">
                  <a16:creationId xmlns:a16="http://schemas.microsoft.com/office/drawing/2014/main" id="{9499D2AA-6621-0BEC-B2D2-882E1FB95ADB}"/>
                </a:ext>
              </a:extLst>
            </p:cNvPr>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3" name="Google Shape;49493;p44">
              <a:extLst>
                <a:ext uri="{FF2B5EF4-FFF2-40B4-BE49-F238E27FC236}">
                  <a16:creationId xmlns:a16="http://schemas.microsoft.com/office/drawing/2014/main" id="{522BDE45-93E2-E16A-7408-D7A8D6AB449F}"/>
                </a:ext>
              </a:extLst>
            </p:cNvPr>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4" name="Google Shape;49494;p44">
              <a:extLst>
                <a:ext uri="{FF2B5EF4-FFF2-40B4-BE49-F238E27FC236}">
                  <a16:creationId xmlns:a16="http://schemas.microsoft.com/office/drawing/2014/main" id="{6C7A0887-F9D9-746C-94D2-8513959DE4CA}"/>
                </a:ext>
              </a:extLst>
            </p:cNvPr>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5" name="Google Shape;49495;p44">
              <a:extLst>
                <a:ext uri="{FF2B5EF4-FFF2-40B4-BE49-F238E27FC236}">
                  <a16:creationId xmlns:a16="http://schemas.microsoft.com/office/drawing/2014/main" id="{E39FA90D-4DCC-4EC4-F44C-80076B7A9CA6}"/>
                </a:ext>
              </a:extLst>
            </p:cNvPr>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6" name="Google Shape;49496;p44">
              <a:extLst>
                <a:ext uri="{FF2B5EF4-FFF2-40B4-BE49-F238E27FC236}">
                  <a16:creationId xmlns:a16="http://schemas.microsoft.com/office/drawing/2014/main" id="{51C72ED2-CB9D-3255-CFD9-AAA229A518F7}"/>
                </a:ext>
              </a:extLst>
            </p:cNvPr>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7" name="Google Shape;49497;p44">
              <a:extLst>
                <a:ext uri="{FF2B5EF4-FFF2-40B4-BE49-F238E27FC236}">
                  <a16:creationId xmlns:a16="http://schemas.microsoft.com/office/drawing/2014/main" id="{25FD75C4-5963-D6D0-1B4C-954349610576}"/>
                </a:ext>
              </a:extLst>
            </p:cNvPr>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8" name="Google Shape;49498;p44">
              <a:extLst>
                <a:ext uri="{FF2B5EF4-FFF2-40B4-BE49-F238E27FC236}">
                  <a16:creationId xmlns:a16="http://schemas.microsoft.com/office/drawing/2014/main" id="{763F44A0-0972-0FF9-0758-8F57B8B62A2F}"/>
                </a:ext>
              </a:extLst>
            </p:cNvPr>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9" name="Google Shape;49499;p44">
              <a:extLst>
                <a:ext uri="{FF2B5EF4-FFF2-40B4-BE49-F238E27FC236}">
                  <a16:creationId xmlns:a16="http://schemas.microsoft.com/office/drawing/2014/main" id="{33ADB768-D59F-BBE8-ABC7-E35A813BAF40}"/>
                </a:ext>
              </a:extLst>
            </p:cNvPr>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0" name="Google Shape;49500;p44">
              <a:extLst>
                <a:ext uri="{FF2B5EF4-FFF2-40B4-BE49-F238E27FC236}">
                  <a16:creationId xmlns:a16="http://schemas.microsoft.com/office/drawing/2014/main" id="{615D5C77-03BA-8B6B-A40B-DDF87D58236F}"/>
                </a:ext>
              </a:extLst>
            </p:cNvPr>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1" name="Google Shape;49501;p44">
              <a:extLst>
                <a:ext uri="{FF2B5EF4-FFF2-40B4-BE49-F238E27FC236}">
                  <a16:creationId xmlns:a16="http://schemas.microsoft.com/office/drawing/2014/main" id="{1686108C-9F2F-C06E-FB98-6BFFF9D744F3}"/>
                </a:ext>
              </a:extLst>
            </p:cNvPr>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2" name="Google Shape;49502;p44">
              <a:extLst>
                <a:ext uri="{FF2B5EF4-FFF2-40B4-BE49-F238E27FC236}">
                  <a16:creationId xmlns:a16="http://schemas.microsoft.com/office/drawing/2014/main" id="{14F93CF8-3B49-37D6-7BE4-A0123B96F500}"/>
                </a:ext>
              </a:extLst>
            </p:cNvPr>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3" name="Google Shape;49503;p44">
              <a:extLst>
                <a:ext uri="{FF2B5EF4-FFF2-40B4-BE49-F238E27FC236}">
                  <a16:creationId xmlns:a16="http://schemas.microsoft.com/office/drawing/2014/main" id="{D29BC378-4548-2B2E-4943-543DA3AB3BDC}"/>
                </a:ext>
              </a:extLst>
            </p:cNvPr>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4" name="Google Shape;49504;p44">
              <a:extLst>
                <a:ext uri="{FF2B5EF4-FFF2-40B4-BE49-F238E27FC236}">
                  <a16:creationId xmlns:a16="http://schemas.microsoft.com/office/drawing/2014/main" id="{ED29A995-9C9D-0CC1-8767-AABD803AF706}"/>
                </a:ext>
              </a:extLst>
            </p:cNvPr>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5" name="Google Shape;49505;p44">
              <a:extLst>
                <a:ext uri="{FF2B5EF4-FFF2-40B4-BE49-F238E27FC236}">
                  <a16:creationId xmlns:a16="http://schemas.microsoft.com/office/drawing/2014/main" id="{23CF4DD0-7972-1964-B867-7D6D9C460288}"/>
                </a:ext>
              </a:extLst>
            </p:cNvPr>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6" name="Google Shape;49506;p44">
              <a:extLst>
                <a:ext uri="{FF2B5EF4-FFF2-40B4-BE49-F238E27FC236}">
                  <a16:creationId xmlns:a16="http://schemas.microsoft.com/office/drawing/2014/main" id="{1C6D89DB-7676-42D3-CDCA-55680E61604C}"/>
                </a:ext>
              </a:extLst>
            </p:cNvPr>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7" name="Google Shape;49507;p44">
              <a:extLst>
                <a:ext uri="{FF2B5EF4-FFF2-40B4-BE49-F238E27FC236}">
                  <a16:creationId xmlns:a16="http://schemas.microsoft.com/office/drawing/2014/main" id="{899CF57D-4F26-9A79-D8A3-4364C9265F5E}"/>
                </a:ext>
              </a:extLst>
            </p:cNvPr>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8" name="Google Shape;49508;p44">
              <a:extLst>
                <a:ext uri="{FF2B5EF4-FFF2-40B4-BE49-F238E27FC236}">
                  <a16:creationId xmlns:a16="http://schemas.microsoft.com/office/drawing/2014/main" id="{76704F97-76F2-5EA0-7959-241521C24CA0}"/>
                </a:ext>
              </a:extLst>
            </p:cNvPr>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9" name="Google Shape;49509;p44">
              <a:extLst>
                <a:ext uri="{FF2B5EF4-FFF2-40B4-BE49-F238E27FC236}">
                  <a16:creationId xmlns:a16="http://schemas.microsoft.com/office/drawing/2014/main" id="{AE0BCEC5-7849-4829-6F45-980A2AD89399}"/>
                </a:ext>
              </a:extLst>
            </p:cNvPr>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0" name="Google Shape;49510;p44">
              <a:extLst>
                <a:ext uri="{FF2B5EF4-FFF2-40B4-BE49-F238E27FC236}">
                  <a16:creationId xmlns:a16="http://schemas.microsoft.com/office/drawing/2014/main" id="{67E4A198-C7D3-66BA-EAB8-B003EE0D0C26}"/>
                </a:ext>
              </a:extLst>
            </p:cNvPr>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1" name="Google Shape;49511;p44">
              <a:extLst>
                <a:ext uri="{FF2B5EF4-FFF2-40B4-BE49-F238E27FC236}">
                  <a16:creationId xmlns:a16="http://schemas.microsoft.com/office/drawing/2014/main" id="{8788BBE7-911C-FA5C-7C5F-86EA4549141E}"/>
                </a:ext>
              </a:extLst>
            </p:cNvPr>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2" name="Google Shape;49512;p44">
              <a:extLst>
                <a:ext uri="{FF2B5EF4-FFF2-40B4-BE49-F238E27FC236}">
                  <a16:creationId xmlns:a16="http://schemas.microsoft.com/office/drawing/2014/main" id="{A655CEA0-2726-9596-5255-1BCA3C8E2B8C}"/>
                </a:ext>
              </a:extLst>
            </p:cNvPr>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3" name="Google Shape;49513;p44">
              <a:extLst>
                <a:ext uri="{FF2B5EF4-FFF2-40B4-BE49-F238E27FC236}">
                  <a16:creationId xmlns:a16="http://schemas.microsoft.com/office/drawing/2014/main" id="{647629DD-EEDE-2C3E-C595-6DDBD623062E}"/>
                </a:ext>
              </a:extLst>
            </p:cNvPr>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4" name="Google Shape;49514;p44">
              <a:extLst>
                <a:ext uri="{FF2B5EF4-FFF2-40B4-BE49-F238E27FC236}">
                  <a16:creationId xmlns:a16="http://schemas.microsoft.com/office/drawing/2014/main" id="{91E6EC0B-6D56-E42C-2B32-CB075E42B9CB}"/>
                </a:ext>
              </a:extLst>
            </p:cNvPr>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5" name="Google Shape;49515;p44">
              <a:extLst>
                <a:ext uri="{FF2B5EF4-FFF2-40B4-BE49-F238E27FC236}">
                  <a16:creationId xmlns:a16="http://schemas.microsoft.com/office/drawing/2014/main" id="{0D999E33-336B-D2B7-FFB8-4C484FC89E95}"/>
                </a:ext>
              </a:extLst>
            </p:cNvPr>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6" name="Google Shape;49516;p44">
              <a:extLst>
                <a:ext uri="{FF2B5EF4-FFF2-40B4-BE49-F238E27FC236}">
                  <a16:creationId xmlns:a16="http://schemas.microsoft.com/office/drawing/2014/main" id="{6892E46F-DA47-BC50-C7F4-62F736F6BFEF}"/>
                </a:ext>
              </a:extLst>
            </p:cNvPr>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7" name="Google Shape;49517;p44">
              <a:extLst>
                <a:ext uri="{FF2B5EF4-FFF2-40B4-BE49-F238E27FC236}">
                  <a16:creationId xmlns:a16="http://schemas.microsoft.com/office/drawing/2014/main" id="{C74B2B54-5311-2086-48F1-A9777A1BD086}"/>
                </a:ext>
              </a:extLst>
            </p:cNvPr>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8" name="Google Shape;49518;p44">
              <a:extLst>
                <a:ext uri="{FF2B5EF4-FFF2-40B4-BE49-F238E27FC236}">
                  <a16:creationId xmlns:a16="http://schemas.microsoft.com/office/drawing/2014/main" id="{455FB97E-1F92-90F9-535C-EBFAB77E6CC3}"/>
                </a:ext>
              </a:extLst>
            </p:cNvPr>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9" name="Google Shape;49519;p44">
              <a:extLst>
                <a:ext uri="{FF2B5EF4-FFF2-40B4-BE49-F238E27FC236}">
                  <a16:creationId xmlns:a16="http://schemas.microsoft.com/office/drawing/2014/main" id="{C7A4E67F-98A3-FDEE-D824-03F6DFCCB76F}"/>
                </a:ext>
              </a:extLst>
            </p:cNvPr>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0" name="Google Shape;49520;p44">
              <a:extLst>
                <a:ext uri="{FF2B5EF4-FFF2-40B4-BE49-F238E27FC236}">
                  <a16:creationId xmlns:a16="http://schemas.microsoft.com/office/drawing/2014/main" id="{248E54A9-FBBC-D51C-798D-1CF57FBC2523}"/>
                </a:ext>
              </a:extLst>
            </p:cNvPr>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1" name="Google Shape;49521;p44">
              <a:extLst>
                <a:ext uri="{FF2B5EF4-FFF2-40B4-BE49-F238E27FC236}">
                  <a16:creationId xmlns:a16="http://schemas.microsoft.com/office/drawing/2014/main" id="{7134507B-0DEF-97C6-2A82-16BA382746C6}"/>
                </a:ext>
              </a:extLst>
            </p:cNvPr>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2" name="Google Shape;49522;p44">
              <a:extLst>
                <a:ext uri="{FF2B5EF4-FFF2-40B4-BE49-F238E27FC236}">
                  <a16:creationId xmlns:a16="http://schemas.microsoft.com/office/drawing/2014/main" id="{270829D2-5105-8C26-52C9-2A4B39363F29}"/>
                </a:ext>
              </a:extLst>
            </p:cNvPr>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3" name="Google Shape;49523;p44">
              <a:extLst>
                <a:ext uri="{FF2B5EF4-FFF2-40B4-BE49-F238E27FC236}">
                  <a16:creationId xmlns:a16="http://schemas.microsoft.com/office/drawing/2014/main" id="{BCAF3E46-965B-B16D-BB74-66481AEB3946}"/>
                </a:ext>
              </a:extLst>
            </p:cNvPr>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4" name="Google Shape;49524;p44">
              <a:extLst>
                <a:ext uri="{FF2B5EF4-FFF2-40B4-BE49-F238E27FC236}">
                  <a16:creationId xmlns:a16="http://schemas.microsoft.com/office/drawing/2014/main" id="{F6A1F8EF-920B-9067-E445-6B710850EEF9}"/>
                </a:ext>
              </a:extLst>
            </p:cNvPr>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5" name="Google Shape;49525;p44">
              <a:extLst>
                <a:ext uri="{FF2B5EF4-FFF2-40B4-BE49-F238E27FC236}">
                  <a16:creationId xmlns:a16="http://schemas.microsoft.com/office/drawing/2014/main" id="{FD4C746A-2459-E67D-1178-3D57E52C80C6}"/>
                </a:ext>
              </a:extLst>
            </p:cNvPr>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6" name="Google Shape;49526;p44">
              <a:extLst>
                <a:ext uri="{FF2B5EF4-FFF2-40B4-BE49-F238E27FC236}">
                  <a16:creationId xmlns:a16="http://schemas.microsoft.com/office/drawing/2014/main" id="{C92927BF-CC8E-88F3-E188-851D4A2B2485}"/>
                </a:ext>
              </a:extLst>
            </p:cNvPr>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7" name="Google Shape;49527;p44">
              <a:extLst>
                <a:ext uri="{FF2B5EF4-FFF2-40B4-BE49-F238E27FC236}">
                  <a16:creationId xmlns:a16="http://schemas.microsoft.com/office/drawing/2014/main" id="{320617D2-296A-A98A-A2D0-44A47C98F590}"/>
                </a:ext>
              </a:extLst>
            </p:cNvPr>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8" name="Google Shape;49528;p44">
              <a:extLst>
                <a:ext uri="{FF2B5EF4-FFF2-40B4-BE49-F238E27FC236}">
                  <a16:creationId xmlns:a16="http://schemas.microsoft.com/office/drawing/2014/main" id="{B3123EA1-7568-827C-D396-B91A02E5FA60}"/>
                </a:ext>
              </a:extLst>
            </p:cNvPr>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9" name="Google Shape;49529;p44">
              <a:extLst>
                <a:ext uri="{FF2B5EF4-FFF2-40B4-BE49-F238E27FC236}">
                  <a16:creationId xmlns:a16="http://schemas.microsoft.com/office/drawing/2014/main" id="{B945555C-7F25-1ABA-7F3B-C94FFA2C8A69}"/>
                </a:ext>
              </a:extLst>
            </p:cNvPr>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0" name="Google Shape;49530;p44">
              <a:extLst>
                <a:ext uri="{FF2B5EF4-FFF2-40B4-BE49-F238E27FC236}">
                  <a16:creationId xmlns:a16="http://schemas.microsoft.com/office/drawing/2014/main" id="{97A284CA-F125-C740-09F3-2C5BB6D15A9C}"/>
                </a:ext>
              </a:extLst>
            </p:cNvPr>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1" name="Google Shape;49531;p44">
              <a:extLst>
                <a:ext uri="{FF2B5EF4-FFF2-40B4-BE49-F238E27FC236}">
                  <a16:creationId xmlns:a16="http://schemas.microsoft.com/office/drawing/2014/main" id="{79C350F7-5198-1D89-F377-66573B54F43B}"/>
                </a:ext>
              </a:extLst>
            </p:cNvPr>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2" name="Google Shape;49532;p44">
              <a:extLst>
                <a:ext uri="{FF2B5EF4-FFF2-40B4-BE49-F238E27FC236}">
                  <a16:creationId xmlns:a16="http://schemas.microsoft.com/office/drawing/2014/main" id="{08BF6127-5637-ACF9-3098-161AD24644C2}"/>
                </a:ext>
              </a:extLst>
            </p:cNvPr>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3" name="Google Shape;49533;p44">
              <a:extLst>
                <a:ext uri="{FF2B5EF4-FFF2-40B4-BE49-F238E27FC236}">
                  <a16:creationId xmlns:a16="http://schemas.microsoft.com/office/drawing/2014/main" id="{09A495D6-02C3-B5FC-FEB8-70DA7E59DDC3}"/>
                </a:ext>
              </a:extLst>
            </p:cNvPr>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4" name="Google Shape;49534;p44">
              <a:extLst>
                <a:ext uri="{FF2B5EF4-FFF2-40B4-BE49-F238E27FC236}">
                  <a16:creationId xmlns:a16="http://schemas.microsoft.com/office/drawing/2014/main" id="{673639EA-1BAD-08FC-F174-FC0CD840B716}"/>
                </a:ext>
              </a:extLst>
            </p:cNvPr>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5" name="Google Shape;49535;p44">
              <a:extLst>
                <a:ext uri="{FF2B5EF4-FFF2-40B4-BE49-F238E27FC236}">
                  <a16:creationId xmlns:a16="http://schemas.microsoft.com/office/drawing/2014/main" id="{4631856A-DF00-65CE-450E-65C30D93221B}"/>
                </a:ext>
              </a:extLst>
            </p:cNvPr>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6" name="Google Shape;49536;p44">
            <a:extLst>
              <a:ext uri="{FF2B5EF4-FFF2-40B4-BE49-F238E27FC236}">
                <a16:creationId xmlns:a16="http://schemas.microsoft.com/office/drawing/2014/main" id="{870F399D-9BE2-6405-C1B8-EB9E167FF397}"/>
              </a:ext>
            </a:extLst>
          </p:cNvPr>
          <p:cNvGrpSpPr/>
          <p:nvPr/>
        </p:nvGrpSpPr>
        <p:grpSpPr>
          <a:xfrm>
            <a:off x="8532785" y="4808060"/>
            <a:ext cx="703597" cy="1215579"/>
            <a:chOff x="11712647" y="-2511258"/>
            <a:chExt cx="294602" cy="508994"/>
          </a:xfrm>
        </p:grpSpPr>
        <p:sp>
          <p:nvSpPr>
            <p:cNvPr id="49537" name="Google Shape;49537;p44">
              <a:extLst>
                <a:ext uri="{FF2B5EF4-FFF2-40B4-BE49-F238E27FC236}">
                  <a16:creationId xmlns:a16="http://schemas.microsoft.com/office/drawing/2014/main" id="{FD763383-61CD-99AD-EEBF-2D62925B724C}"/>
                </a:ext>
              </a:extLst>
            </p:cNvPr>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8" name="Google Shape;49538;p44">
              <a:extLst>
                <a:ext uri="{FF2B5EF4-FFF2-40B4-BE49-F238E27FC236}">
                  <a16:creationId xmlns:a16="http://schemas.microsoft.com/office/drawing/2014/main" id="{4C195A27-48D6-69F2-C984-1AE2CA7A2D61}"/>
                </a:ext>
              </a:extLst>
            </p:cNvPr>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9" name="Google Shape;49539;p44">
              <a:extLst>
                <a:ext uri="{FF2B5EF4-FFF2-40B4-BE49-F238E27FC236}">
                  <a16:creationId xmlns:a16="http://schemas.microsoft.com/office/drawing/2014/main" id="{06260D77-AA18-8982-7E58-2449DB112626}"/>
                </a:ext>
              </a:extLst>
            </p:cNvPr>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0" name="Google Shape;49540;p44">
              <a:extLst>
                <a:ext uri="{FF2B5EF4-FFF2-40B4-BE49-F238E27FC236}">
                  <a16:creationId xmlns:a16="http://schemas.microsoft.com/office/drawing/2014/main" id="{8C1A090D-3381-5702-DE98-B983BA174AD1}"/>
                </a:ext>
              </a:extLst>
            </p:cNvPr>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1" name="Google Shape;49541;p44">
              <a:extLst>
                <a:ext uri="{FF2B5EF4-FFF2-40B4-BE49-F238E27FC236}">
                  <a16:creationId xmlns:a16="http://schemas.microsoft.com/office/drawing/2014/main" id="{85E54E6E-8EC0-2050-7765-F933F56BDBF1}"/>
                </a:ext>
              </a:extLst>
            </p:cNvPr>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2" name="Google Shape;49542;p44">
              <a:extLst>
                <a:ext uri="{FF2B5EF4-FFF2-40B4-BE49-F238E27FC236}">
                  <a16:creationId xmlns:a16="http://schemas.microsoft.com/office/drawing/2014/main" id="{E8447BAC-390B-C6C2-882B-5AF2A0CFA0D8}"/>
                </a:ext>
              </a:extLst>
            </p:cNvPr>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3" name="Google Shape;49543;p44">
              <a:extLst>
                <a:ext uri="{FF2B5EF4-FFF2-40B4-BE49-F238E27FC236}">
                  <a16:creationId xmlns:a16="http://schemas.microsoft.com/office/drawing/2014/main" id="{3319AD14-2DB4-B423-DF43-6AE19D0BB1E8}"/>
                </a:ext>
              </a:extLst>
            </p:cNvPr>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4" name="Google Shape;49544;p44">
              <a:extLst>
                <a:ext uri="{FF2B5EF4-FFF2-40B4-BE49-F238E27FC236}">
                  <a16:creationId xmlns:a16="http://schemas.microsoft.com/office/drawing/2014/main" id="{20A7D609-01C8-76E9-EEC4-F98308A07CDC}"/>
                </a:ext>
              </a:extLst>
            </p:cNvPr>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5" name="Google Shape;49545;p44">
              <a:extLst>
                <a:ext uri="{FF2B5EF4-FFF2-40B4-BE49-F238E27FC236}">
                  <a16:creationId xmlns:a16="http://schemas.microsoft.com/office/drawing/2014/main" id="{CD55E715-ACF3-ED2E-E136-5981595A1BFD}"/>
                </a:ext>
              </a:extLst>
            </p:cNvPr>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6" name="Google Shape;49546;p44">
              <a:extLst>
                <a:ext uri="{FF2B5EF4-FFF2-40B4-BE49-F238E27FC236}">
                  <a16:creationId xmlns:a16="http://schemas.microsoft.com/office/drawing/2014/main" id="{8B12AD46-B29E-1FD1-B2D2-D94310CDBA1C}"/>
                </a:ext>
              </a:extLst>
            </p:cNvPr>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7" name="Google Shape;49547;p44">
              <a:extLst>
                <a:ext uri="{FF2B5EF4-FFF2-40B4-BE49-F238E27FC236}">
                  <a16:creationId xmlns:a16="http://schemas.microsoft.com/office/drawing/2014/main" id="{8A0AE254-CF29-0FB4-496D-1C803D2947E5}"/>
                </a:ext>
              </a:extLst>
            </p:cNvPr>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8" name="Google Shape;49548;p44">
              <a:extLst>
                <a:ext uri="{FF2B5EF4-FFF2-40B4-BE49-F238E27FC236}">
                  <a16:creationId xmlns:a16="http://schemas.microsoft.com/office/drawing/2014/main" id="{FD32D49E-0FD5-6666-F6A4-759706E68BCB}"/>
                </a:ext>
              </a:extLst>
            </p:cNvPr>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9" name="Google Shape;49549;p44">
              <a:extLst>
                <a:ext uri="{FF2B5EF4-FFF2-40B4-BE49-F238E27FC236}">
                  <a16:creationId xmlns:a16="http://schemas.microsoft.com/office/drawing/2014/main" id="{9C5D9180-AF26-1E0D-6C71-AE54D69C362F}"/>
                </a:ext>
              </a:extLst>
            </p:cNvPr>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0" name="Google Shape;49550;p44">
              <a:extLst>
                <a:ext uri="{FF2B5EF4-FFF2-40B4-BE49-F238E27FC236}">
                  <a16:creationId xmlns:a16="http://schemas.microsoft.com/office/drawing/2014/main" id="{F1FD5AEE-63D7-BEA5-95EF-B83B4A1B2AFC}"/>
                </a:ext>
              </a:extLst>
            </p:cNvPr>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1" name="Google Shape;49551;p44">
              <a:extLst>
                <a:ext uri="{FF2B5EF4-FFF2-40B4-BE49-F238E27FC236}">
                  <a16:creationId xmlns:a16="http://schemas.microsoft.com/office/drawing/2014/main" id="{68AA72A3-EB9B-08E6-F648-3C8A051C4AC3}"/>
                </a:ext>
              </a:extLst>
            </p:cNvPr>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2" name="Google Shape;49552;p44">
              <a:extLst>
                <a:ext uri="{FF2B5EF4-FFF2-40B4-BE49-F238E27FC236}">
                  <a16:creationId xmlns:a16="http://schemas.microsoft.com/office/drawing/2014/main" id="{D66E0BD8-1B15-6994-98A0-B8440F303357}"/>
                </a:ext>
              </a:extLst>
            </p:cNvPr>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3" name="Google Shape;49553;p44">
              <a:extLst>
                <a:ext uri="{FF2B5EF4-FFF2-40B4-BE49-F238E27FC236}">
                  <a16:creationId xmlns:a16="http://schemas.microsoft.com/office/drawing/2014/main" id="{AE1505D6-3EA1-F0FF-3D5C-FEFB94E88863}"/>
                </a:ext>
              </a:extLst>
            </p:cNvPr>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4" name="Google Shape;49554;p44">
              <a:extLst>
                <a:ext uri="{FF2B5EF4-FFF2-40B4-BE49-F238E27FC236}">
                  <a16:creationId xmlns:a16="http://schemas.microsoft.com/office/drawing/2014/main" id="{83201F09-ECFE-75DC-2569-B2F31A24E0FD}"/>
                </a:ext>
              </a:extLst>
            </p:cNvPr>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5" name="Google Shape;49555;p44">
              <a:extLst>
                <a:ext uri="{FF2B5EF4-FFF2-40B4-BE49-F238E27FC236}">
                  <a16:creationId xmlns:a16="http://schemas.microsoft.com/office/drawing/2014/main" id="{98B0FE1C-616B-03F9-7691-C1BC193E519F}"/>
                </a:ext>
              </a:extLst>
            </p:cNvPr>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6" name="Google Shape;49556;p44">
              <a:extLst>
                <a:ext uri="{FF2B5EF4-FFF2-40B4-BE49-F238E27FC236}">
                  <a16:creationId xmlns:a16="http://schemas.microsoft.com/office/drawing/2014/main" id="{B4C972AE-DAC0-C7B9-7289-DE4B5F47905F}"/>
                </a:ext>
              </a:extLst>
            </p:cNvPr>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7" name="Google Shape;49557;p44">
              <a:extLst>
                <a:ext uri="{FF2B5EF4-FFF2-40B4-BE49-F238E27FC236}">
                  <a16:creationId xmlns:a16="http://schemas.microsoft.com/office/drawing/2014/main" id="{DEAEC1A1-C58C-3FB7-5A04-F738BDC02EB3}"/>
                </a:ext>
              </a:extLst>
            </p:cNvPr>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8" name="Google Shape;49558;p44">
              <a:extLst>
                <a:ext uri="{FF2B5EF4-FFF2-40B4-BE49-F238E27FC236}">
                  <a16:creationId xmlns:a16="http://schemas.microsoft.com/office/drawing/2014/main" id="{70837898-743B-38DD-A136-2A807DEBD2F2}"/>
                </a:ext>
              </a:extLst>
            </p:cNvPr>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9" name="Google Shape;49559;p44">
              <a:extLst>
                <a:ext uri="{FF2B5EF4-FFF2-40B4-BE49-F238E27FC236}">
                  <a16:creationId xmlns:a16="http://schemas.microsoft.com/office/drawing/2014/main" id="{6529B6AE-2793-56E4-D98F-73569C1647CD}"/>
                </a:ext>
              </a:extLst>
            </p:cNvPr>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0" name="Google Shape;49560;p44">
              <a:extLst>
                <a:ext uri="{FF2B5EF4-FFF2-40B4-BE49-F238E27FC236}">
                  <a16:creationId xmlns:a16="http://schemas.microsoft.com/office/drawing/2014/main" id="{BF10B5FE-7E4E-6A77-1CB7-09595F960D36}"/>
                </a:ext>
              </a:extLst>
            </p:cNvPr>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1" name="Google Shape;49561;p44">
              <a:extLst>
                <a:ext uri="{FF2B5EF4-FFF2-40B4-BE49-F238E27FC236}">
                  <a16:creationId xmlns:a16="http://schemas.microsoft.com/office/drawing/2014/main" id="{0D603696-C1E9-1394-9453-1319D3EBD545}"/>
                </a:ext>
              </a:extLst>
            </p:cNvPr>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2" name="Google Shape;49562;p44">
              <a:extLst>
                <a:ext uri="{FF2B5EF4-FFF2-40B4-BE49-F238E27FC236}">
                  <a16:creationId xmlns:a16="http://schemas.microsoft.com/office/drawing/2014/main" id="{AE2B78FE-DC40-CED4-537E-1EC7A8029004}"/>
                </a:ext>
              </a:extLst>
            </p:cNvPr>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3" name="Google Shape;49563;p44">
              <a:extLst>
                <a:ext uri="{FF2B5EF4-FFF2-40B4-BE49-F238E27FC236}">
                  <a16:creationId xmlns:a16="http://schemas.microsoft.com/office/drawing/2014/main" id="{9643BE9A-67A4-DCE2-7D3D-26EF7E0285D7}"/>
                </a:ext>
              </a:extLst>
            </p:cNvPr>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64" name="Google Shape;49564;p44">
            <a:extLst>
              <a:ext uri="{FF2B5EF4-FFF2-40B4-BE49-F238E27FC236}">
                <a16:creationId xmlns:a16="http://schemas.microsoft.com/office/drawing/2014/main" id="{30824EB6-021C-0E16-CB76-A2805A2ED94C}"/>
              </a:ext>
            </a:extLst>
          </p:cNvPr>
          <p:cNvGrpSpPr/>
          <p:nvPr/>
        </p:nvGrpSpPr>
        <p:grpSpPr>
          <a:xfrm flipH="1">
            <a:off x="8002774" y="-1960779"/>
            <a:ext cx="5681843" cy="3181016"/>
            <a:chOff x="-2793134" y="-1946851"/>
            <a:chExt cx="5681843" cy="3181016"/>
          </a:xfrm>
        </p:grpSpPr>
        <p:grpSp>
          <p:nvGrpSpPr>
            <p:cNvPr id="49565" name="Google Shape;49565;p44">
              <a:extLst>
                <a:ext uri="{FF2B5EF4-FFF2-40B4-BE49-F238E27FC236}">
                  <a16:creationId xmlns:a16="http://schemas.microsoft.com/office/drawing/2014/main" id="{415DC950-6928-D112-F00B-B77D14A0C363}"/>
                </a:ext>
              </a:extLst>
            </p:cNvPr>
            <p:cNvGrpSpPr/>
            <p:nvPr/>
          </p:nvGrpSpPr>
          <p:grpSpPr>
            <a:xfrm rot="10800000">
              <a:off x="-2793134" y="-1946851"/>
              <a:ext cx="5681843" cy="3181016"/>
              <a:chOff x="3406125" y="2174000"/>
              <a:chExt cx="2581600" cy="1445325"/>
            </a:xfrm>
          </p:grpSpPr>
          <p:sp>
            <p:nvSpPr>
              <p:cNvPr id="49566" name="Google Shape;49566;p44">
                <a:extLst>
                  <a:ext uri="{FF2B5EF4-FFF2-40B4-BE49-F238E27FC236}">
                    <a16:creationId xmlns:a16="http://schemas.microsoft.com/office/drawing/2014/main" id="{5C1C0ECC-EEB7-59F4-4560-9FA8F41D2242}"/>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7" name="Google Shape;49567;p44">
                <a:extLst>
                  <a:ext uri="{FF2B5EF4-FFF2-40B4-BE49-F238E27FC236}">
                    <a16:creationId xmlns:a16="http://schemas.microsoft.com/office/drawing/2014/main" id="{782DCC79-C5C8-17B1-25A4-EE0136750FB7}"/>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8" name="Google Shape;49568;p44">
                <a:extLst>
                  <a:ext uri="{FF2B5EF4-FFF2-40B4-BE49-F238E27FC236}">
                    <a16:creationId xmlns:a16="http://schemas.microsoft.com/office/drawing/2014/main" id="{B9C22012-A4DC-D519-F547-4DD4CC1B6684}"/>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9" name="Google Shape;49569;p44">
                <a:extLst>
                  <a:ext uri="{FF2B5EF4-FFF2-40B4-BE49-F238E27FC236}">
                    <a16:creationId xmlns:a16="http://schemas.microsoft.com/office/drawing/2014/main" id="{7E78841B-02FA-1476-FA8C-83E436FC7D49}"/>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0" name="Google Shape;49570;p44">
                <a:extLst>
                  <a:ext uri="{FF2B5EF4-FFF2-40B4-BE49-F238E27FC236}">
                    <a16:creationId xmlns:a16="http://schemas.microsoft.com/office/drawing/2014/main" id="{50BA6AA2-380C-8414-187F-EC72CC77CB75}"/>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1" name="Google Shape;49571;p44">
                <a:extLst>
                  <a:ext uri="{FF2B5EF4-FFF2-40B4-BE49-F238E27FC236}">
                    <a16:creationId xmlns:a16="http://schemas.microsoft.com/office/drawing/2014/main" id="{3959771D-CD3B-5CB5-D56C-FCCEFEB8F903}"/>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2" name="Google Shape;49572;p44">
                <a:extLst>
                  <a:ext uri="{FF2B5EF4-FFF2-40B4-BE49-F238E27FC236}">
                    <a16:creationId xmlns:a16="http://schemas.microsoft.com/office/drawing/2014/main" id="{29025DAD-5E58-7B97-71D8-5CD5796A0985}"/>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3" name="Google Shape;49573;p44">
                <a:extLst>
                  <a:ext uri="{FF2B5EF4-FFF2-40B4-BE49-F238E27FC236}">
                    <a16:creationId xmlns:a16="http://schemas.microsoft.com/office/drawing/2014/main" id="{F98EFE65-1C95-AE1F-C12E-50C784E13AD5}"/>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4" name="Google Shape;49574;p44">
                <a:extLst>
                  <a:ext uri="{FF2B5EF4-FFF2-40B4-BE49-F238E27FC236}">
                    <a16:creationId xmlns:a16="http://schemas.microsoft.com/office/drawing/2014/main" id="{796CA874-735C-FEBD-95F7-41D1F11FCDEA}"/>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5" name="Google Shape;49575;p44">
                <a:extLst>
                  <a:ext uri="{FF2B5EF4-FFF2-40B4-BE49-F238E27FC236}">
                    <a16:creationId xmlns:a16="http://schemas.microsoft.com/office/drawing/2014/main" id="{34AC4CDD-7E01-B41B-A3DD-F588CE57AC81}"/>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6" name="Google Shape;49576;p44">
                <a:extLst>
                  <a:ext uri="{FF2B5EF4-FFF2-40B4-BE49-F238E27FC236}">
                    <a16:creationId xmlns:a16="http://schemas.microsoft.com/office/drawing/2014/main" id="{D016EC59-B0C8-9515-80C5-8F81E4E51ADD}"/>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7" name="Google Shape;49577;p44">
                <a:extLst>
                  <a:ext uri="{FF2B5EF4-FFF2-40B4-BE49-F238E27FC236}">
                    <a16:creationId xmlns:a16="http://schemas.microsoft.com/office/drawing/2014/main" id="{8738919F-07FF-F2B4-17AA-173CB09093CF}"/>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8" name="Google Shape;49578;p44">
                <a:extLst>
                  <a:ext uri="{FF2B5EF4-FFF2-40B4-BE49-F238E27FC236}">
                    <a16:creationId xmlns:a16="http://schemas.microsoft.com/office/drawing/2014/main" id="{223E8F41-7AF2-3412-FE8F-120DA611F9AB}"/>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9" name="Google Shape;49579;p44">
                <a:extLst>
                  <a:ext uri="{FF2B5EF4-FFF2-40B4-BE49-F238E27FC236}">
                    <a16:creationId xmlns:a16="http://schemas.microsoft.com/office/drawing/2014/main" id="{9CDEE409-ED5C-E3F6-45ED-50083955D322}"/>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0" name="Google Shape;49580;p44">
                <a:extLst>
                  <a:ext uri="{FF2B5EF4-FFF2-40B4-BE49-F238E27FC236}">
                    <a16:creationId xmlns:a16="http://schemas.microsoft.com/office/drawing/2014/main" id="{92E421B4-507F-A5AE-223C-F44072937176}"/>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1" name="Google Shape;49581;p44">
                <a:extLst>
                  <a:ext uri="{FF2B5EF4-FFF2-40B4-BE49-F238E27FC236}">
                    <a16:creationId xmlns:a16="http://schemas.microsoft.com/office/drawing/2014/main" id="{C6994FB7-03B7-A259-42DD-D7694AD6F8D6}"/>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2" name="Google Shape;49582;p44">
                <a:extLst>
                  <a:ext uri="{FF2B5EF4-FFF2-40B4-BE49-F238E27FC236}">
                    <a16:creationId xmlns:a16="http://schemas.microsoft.com/office/drawing/2014/main" id="{F9A2012D-8414-3094-5464-ABD23486357C}"/>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3" name="Google Shape;49583;p44">
                <a:extLst>
                  <a:ext uri="{FF2B5EF4-FFF2-40B4-BE49-F238E27FC236}">
                    <a16:creationId xmlns:a16="http://schemas.microsoft.com/office/drawing/2014/main" id="{46932959-D9EF-4F7E-1EC3-75BF42496B45}"/>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4" name="Google Shape;49584;p44">
                <a:extLst>
                  <a:ext uri="{FF2B5EF4-FFF2-40B4-BE49-F238E27FC236}">
                    <a16:creationId xmlns:a16="http://schemas.microsoft.com/office/drawing/2014/main" id="{0C3313F7-6DCB-BDBD-3B23-2C698C317E95}"/>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5" name="Google Shape;49585;p44">
                <a:extLst>
                  <a:ext uri="{FF2B5EF4-FFF2-40B4-BE49-F238E27FC236}">
                    <a16:creationId xmlns:a16="http://schemas.microsoft.com/office/drawing/2014/main" id="{F91D7142-9228-B2BF-D0C3-72EE97B32191}"/>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6" name="Google Shape;49586;p44">
                <a:extLst>
                  <a:ext uri="{FF2B5EF4-FFF2-40B4-BE49-F238E27FC236}">
                    <a16:creationId xmlns:a16="http://schemas.microsoft.com/office/drawing/2014/main" id="{2513CC75-6E85-3630-3EB8-C851A10FF20B}"/>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7" name="Google Shape;49587;p44">
                <a:extLst>
                  <a:ext uri="{FF2B5EF4-FFF2-40B4-BE49-F238E27FC236}">
                    <a16:creationId xmlns:a16="http://schemas.microsoft.com/office/drawing/2014/main" id="{C59FB86E-9879-E301-6374-19144990EFB2}"/>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88" name="Google Shape;49588;p44">
              <a:extLst>
                <a:ext uri="{FF2B5EF4-FFF2-40B4-BE49-F238E27FC236}">
                  <a16:creationId xmlns:a16="http://schemas.microsoft.com/office/drawing/2014/main" id="{67915EDD-B3D1-F0F9-AD4E-B3DC38288E50}"/>
                </a:ext>
              </a:extLst>
            </p:cNvPr>
            <p:cNvGrpSpPr/>
            <p:nvPr/>
          </p:nvGrpSpPr>
          <p:grpSpPr>
            <a:xfrm rot="10800000">
              <a:off x="-2793134" y="-1946851"/>
              <a:ext cx="5681843" cy="3181016"/>
              <a:chOff x="3406125" y="2174000"/>
              <a:chExt cx="2581600" cy="1445325"/>
            </a:xfrm>
          </p:grpSpPr>
          <p:sp>
            <p:nvSpPr>
              <p:cNvPr id="49589" name="Google Shape;49589;p44">
                <a:extLst>
                  <a:ext uri="{FF2B5EF4-FFF2-40B4-BE49-F238E27FC236}">
                    <a16:creationId xmlns:a16="http://schemas.microsoft.com/office/drawing/2014/main" id="{D20A5674-F3D5-B482-FF03-6121E851F764}"/>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0" name="Google Shape;49590;p44">
                <a:extLst>
                  <a:ext uri="{FF2B5EF4-FFF2-40B4-BE49-F238E27FC236}">
                    <a16:creationId xmlns:a16="http://schemas.microsoft.com/office/drawing/2014/main" id="{08A618AD-3DA0-D3A8-DDBD-0D94287DB2CC}"/>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1" name="Google Shape;49591;p44">
                <a:extLst>
                  <a:ext uri="{FF2B5EF4-FFF2-40B4-BE49-F238E27FC236}">
                    <a16:creationId xmlns:a16="http://schemas.microsoft.com/office/drawing/2014/main" id="{AA26200B-95CE-9175-22E8-39D5AFDDFD27}"/>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2" name="Google Shape;49592;p44">
                <a:extLst>
                  <a:ext uri="{FF2B5EF4-FFF2-40B4-BE49-F238E27FC236}">
                    <a16:creationId xmlns:a16="http://schemas.microsoft.com/office/drawing/2014/main" id="{3E486A56-25C4-DF9D-3CE1-BBD1FFD33656}"/>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3" name="Google Shape;49593;p44">
                <a:extLst>
                  <a:ext uri="{FF2B5EF4-FFF2-40B4-BE49-F238E27FC236}">
                    <a16:creationId xmlns:a16="http://schemas.microsoft.com/office/drawing/2014/main" id="{E06028CE-2F95-2196-0727-4F5FB720A72F}"/>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4" name="Google Shape;49594;p44">
                <a:extLst>
                  <a:ext uri="{FF2B5EF4-FFF2-40B4-BE49-F238E27FC236}">
                    <a16:creationId xmlns:a16="http://schemas.microsoft.com/office/drawing/2014/main" id="{4E01291A-D6BA-3C86-F533-8869893C9106}"/>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5" name="Google Shape;49595;p44">
                <a:extLst>
                  <a:ext uri="{FF2B5EF4-FFF2-40B4-BE49-F238E27FC236}">
                    <a16:creationId xmlns:a16="http://schemas.microsoft.com/office/drawing/2014/main" id="{FD4FE982-8F36-9339-B897-BC51813EABC6}"/>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6" name="Google Shape;49596;p44">
                <a:extLst>
                  <a:ext uri="{FF2B5EF4-FFF2-40B4-BE49-F238E27FC236}">
                    <a16:creationId xmlns:a16="http://schemas.microsoft.com/office/drawing/2014/main" id="{974FC000-8C29-C98E-ADC2-368432528933}"/>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7" name="Google Shape;49597;p44">
                <a:extLst>
                  <a:ext uri="{FF2B5EF4-FFF2-40B4-BE49-F238E27FC236}">
                    <a16:creationId xmlns:a16="http://schemas.microsoft.com/office/drawing/2014/main" id="{6A3B91C2-4CCB-7B5B-F6D2-4C6F18C2C979}"/>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8" name="Google Shape;49598;p44">
                <a:extLst>
                  <a:ext uri="{FF2B5EF4-FFF2-40B4-BE49-F238E27FC236}">
                    <a16:creationId xmlns:a16="http://schemas.microsoft.com/office/drawing/2014/main" id="{6F747D9E-E9C9-9D51-42BE-719854198136}"/>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9" name="Google Shape;49599;p44">
                <a:extLst>
                  <a:ext uri="{FF2B5EF4-FFF2-40B4-BE49-F238E27FC236}">
                    <a16:creationId xmlns:a16="http://schemas.microsoft.com/office/drawing/2014/main" id="{538F85D7-9B25-0975-6418-FBC96B23AF68}"/>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0" name="Google Shape;49600;p44">
                <a:extLst>
                  <a:ext uri="{FF2B5EF4-FFF2-40B4-BE49-F238E27FC236}">
                    <a16:creationId xmlns:a16="http://schemas.microsoft.com/office/drawing/2014/main" id="{B2D005A2-530A-7734-6B1B-63074F488507}"/>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1" name="Google Shape;49601;p44">
                <a:extLst>
                  <a:ext uri="{FF2B5EF4-FFF2-40B4-BE49-F238E27FC236}">
                    <a16:creationId xmlns:a16="http://schemas.microsoft.com/office/drawing/2014/main" id="{19B03DC6-44AA-74F3-95D0-17B6386525D5}"/>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2" name="Google Shape;49602;p44">
                <a:extLst>
                  <a:ext uri="{FF2B5EF4-FFF2-40B4-BE49-F238E27FC236}">
                    <a16:creationId xmlns:a16="http://schemas.microsoft.com/office/drawing/2014/main" id="{D2CCA96C-C4E3-AF4B-5525-3A500222892C}"/>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3" name="Google Shape;49603;p44">
                <a:extLst>
                  <a:ext uri="{FF2B5EF4-FFF2-40B4-BE49-F238E27FC236}">
                    <a16:creationId xmlns:a16="http://schemas.microsoft.com/office/drawing/2014/main" id="{486C404B-A652-4941-024C-7FA142F9F78B}"/>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4" name="Google Shape;49604;p44">
                <a:extLst>
                  <a:ext uri="{FF2B5EF4-FFF2-40B4-BE49-F238E27FC236}">
                    <a16:creationId xmlns:a16="http://schemas.microsoft.com/office/drawing/2014/main" id="{8E5C78D1-93F6-4DB0-9DC1-E565CD600788}"/>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5" name="Google Shape;49605;p44">
                <a:extLst>
                  <a:ext uri="{FF2B5EF4-FFF2-40B4-BE49-F238E27FC236}">
                    <a16:creationId xmlns:a16="http://schemas.microsoft.com/office/drawing/2014/main" id="{1D1872E7-824C-DA62-E710-89263ED6EA6B}"/>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6" name="Google Shape;49606;p44">
                <a:extLst>
                  <a:ext uri="{FF2B5EF4-FFF2-40B4-BE49-F238E27FC236}">
                    <a16:creationId xmlns:a16="http://schemas.microsoft.com/office/drawing/2014/main" id="{614ED621-E6A0-58A7-2038-6313D85E8FB4}"/>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7" name="Google Shape;49607;p44">
                <a:extLst>
                  <a:ext uri="{FF2B5EF4-FFF2-40B4-BE49-F238E27FC236}">
                    <a16:creationId xmlns:a16="http://schemas.microsoft.com/office/drawing/2014/main" id="{0DA6769A-129C-3E7E-1512-72530C636CC7}"/>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8" name="Google Shape;49608;p44">
                <a:extLst>
                  <a:ext uri="{FF2B5EF4-FFF2-40B4-BE49-F238E27FC236}">
                    <a16:creationId xmlns:a16="http://schemas.microsoft.com/office/drawing/2014/main" id="{00C82ED7-0266-8C48-2DCD-FA63689CDD99}"/>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9" name="Google Shape;49609;p44">
                <a:extLst>
                  <a:ext uri="{FF2B5EF4-FFF2-40B4-BE49-F238E27FC236}">
                    <a16:creationId xmlns:a16="http://schemas.microsoft.com/office/drawing/2014/main" id="{B72DE8FC-E741-4663-63F4-7B2F10747CBB}"/>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0" name="Google Shape;49610;p44">
                <a:extLst>
                  <a:ext uri="{FF2B5EF4-FFF2-40B4-BE49-F238E27FC236}">
                    <a16:creationId xmlns:a16="http://schemas.microsoft.com/office/drawing/2014/main" id="{1EF0C3B5-B77C-A72B-3798-DD9B8B2996A8}"/>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49187;p41">
            <a:extLst>
              <a:ext uri="{FF2B5EF4-FFF2-40B4-BE49-F238E27FC236}">
                <a16:creationId xmlns:a16="http://schemas.microsoft.com/office/drawing/2014/main" id="{C2030FE2-5567-2593-9FE7-C73DBC8383CA}"/>
              </a:ext>
            </a:extLst>
          </p:cNvPr>
          <p:cNvSpPr txBox="1">
            <a:spLocks/>
          </p:cNvSpPr>
          <p:nvPr/>
        </p:nvSpPr>
        <p:spPr>
          <a:xfrm>
            <a:off x="1141226" y="-45060"/>
            <a:ext cx="6804839" cy="40312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CÁC YÊU CẦU CỐT LÕI ĐỐI VỚI THIẾT BỊ DI ĐỘNG</a:t>
            </a:r>
          </a:p>
        </p:txBody>
      </p:sp>
      <p:sp>
        <p:nvSpPr>
          <p:cNvPr id="4" name="Rectangle 2">
            <a:extLst>
              <a:ext uri="{FF2B5EF4-FFF2-40B4-BE49-F238E27FC236}">
                <a16:creationId xmlns:a16="http://schemas.microsoft.com/office/drawing/2014/main" id="{D2A078F3-BBE6-80B6-D243-3BB387EAB8F3}"/>
              </a:ext>
            </a:extLst>
          </p:cNvPr>
          <p:cNvSpPr>
            <a:spLocks noChangeArrowheads="1"/>
          </p:cNvSpPr>
          <p:nvPr/>
        </p:nvSpPr>
        <p:spPr bwMode="auto">
          <a:xfrm>
            <a:off x="763180" y="1629911"/>
            <a:ext cx="7850103" cy="31839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Kiến</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trúc</a:t>
            </a:r>
            <a:r>
              <a:rPr kumimoji="0" lang="en-US" altLang="en-US" sz="1200" b="1" i="0" u="none" strike="noStrike" cap="none" normalizeH="0" baseline="0" dirty="0">
                <a:ln>
                  <a:noFill/>
                </a:ln>
                <a:solidFill>
                  <a:schemeClr val="bg1"/>
                </a:solidFill>
                <a:effectLst/>
                <a:latin typeface="Barlow" panose="00000500000000000000" pitchFamily="2" charset="0"/>
              </a:rPr>
              <a:t> an </a:t>
            </a:r>
            <a:r>
              <a:rPr kumimoji="0" lang="en-US" altLang="en-US" sz="1200" b="1" i="0" u="none" strike="noStrike" cap="none" normalizeH="0" baseline="0" dirty="0" err="1">
                <a:ln>
                  <a:noFill/>
                </a:ln>
                <a:solidFill>
                  <a:schemeClr val="bg1"/>
                </a:solidFill>
                <a:effectLst/>
                <a:latin typeface="Barlow" panose="00000500000000000000" pitchFamily="2" charset="0"/>
              </a:rPr>
              <a:t>toàn</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thiết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kế</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chuẩn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có</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mở</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rộng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đáp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ứng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trưởng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giao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dịch</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Đăng</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ký</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thiết</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bị</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chỉ</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phép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thiết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bị</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ký</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truy</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cập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thông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báo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có</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thiết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bị</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mới</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Xác</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thực</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mạnh</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áp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dụng</a:t>
            </a:r>
            <a:r>
              <a:rPr kumimoji="0" lang="en-US" altLang="en-US" sz="1200" b="0" i="0" u="none" strike="noStrike" cap="none" normalizeH="0" baseline="0" dirty="0">
                <a:ln>
                  <a:noFill/>
                </a:ln>
                <a:solidFill>
                  <a:schemeClr val="bg1"/>
                </a:solidFill>
                <a:effectLst/>
                <a:latin typeface="Barlow" panose="00000500000000000000" pitchFamily="2" charset="0"/>
              </a:rPr>
              <a:t> MFA, PIN/</a:t>
            </a:r>
            <a:r>
              <a:rPr kumimoji="0" lang="en-US" altLang="en-US" sz="1200" b="0" i="0" u="none" strike="noStrike" cap="none" normalizeH="0" baseline="0" dirty="0" err="1">
                <a:ln>
                  <a:noFill/>
                </a:ln>
                <a:solidFill>
                  <a:schemeClr val="bg1"/>
                </a:solidFill>
                <a:effectLst/>
                <a:latin typeface="Barlow" panose="00000500000000000000" pitchFamily="2" charset="0"/>
              </a:rPr>
              <a:t>mật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khẩu</a:t>
            </a:r>
            <a:r>
              <a:rPr kumimoji="0" lang="en-US" altLang="en-US" sz="1200" b="0"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err="1">
                <a:ln>
                  <a:noFill/>
                </a:ln>
                <a:solidFill>
                  <a:schemeClr val="bg1"/>
                </a:solidFill>
                <a:effectLst/>
                <a:latin typeface="Barlow" panose="00000500000000000000" pitchFamily="2" charset="0"/>
              </a:rPr>
              <a:t>sinh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trắc</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học</a:t>
            </a:r>
            <a:r>
              <a:rPr kumimoji="0" lang="en-US" altLang="en-US" sz="1200" b="0" i="0" u="none" strike="noStrike" cap="none" normalizeH="0" baseline="0" dirty="0">
                <a:ln>
                  <a:noFill/>
                </a:ln>
                <a:solidFill>
                  <a:schemeClr val="bg1"/>
                </a:solidFill>
                <a:effectLst/>
                <a:latin typeface="Barlow" panose="00000500000000000000" pitchFamily="2" charset="0"/>
              </a:rPr>
              <a:t>, OTP/TOTP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giới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hạn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nhập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sai</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a:ln>
                  <a:noFill/>
                </a:ln>
                <a:solidFill>
                  <a:schemeClr val="bg1"/>
                </a:solidFill>
                <a:effectLst/>
                <a:latin typeface="Barlow" panose="00000500000000000000" pitchFamily="2" charset="0"/>
              </a:rPr>
              <a:t>Bảo </a:t>
            </a:r>
            <a:r>
              <a:rPr kumimoji="0" lang="en-US" altLang="en-US" sz="1200" b="1" i="0" u="none" strike="noStrike" cap="none" normalizeH="0" baseline="0" dirty="0" err="1">
                <a:ln>
                  <a:noFill/>
                </a:ln>
                <a:solidFill>
                  <a:schemeClr val="bg1"/>
                </a:solidFill>
                <a:effectLst/>
                <a:latin typeface="Barlow" panose="00000500000000000000" pitchFamily="2" charset="0"/>
              </a:rPr>
              <a:t>vệ</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dữ</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liệu</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hóa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dữ</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liệu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nhạy</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cảm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truyền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lưu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trữ</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xóa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dữ</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liệu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sau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xuất</a:t>
            </a:r>
            <a:r>
              <a:rPr kumimoji="0" lang="en-US" altLang="en-US" sz="1200" b="0"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err="1">
                <a:ln>
                  <a:noFill/>
                </a:ln>
                <a:solidFill>
                  <a:schemeClr val="bg1"/>
                </a:solidFill>
                <a:effectLst/>
                <a:latin typeface="Barlow" panose="00000500000000000000" pitchFamily="2" charset="0"/>
              </a:rPr>
              <a:t>kết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thúc</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phiên</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a:ln>
                  <a:noFill/>
                </a:ln>
                <a:solidFill>
                  <a:schemeClr val="bg1"/>
                </a:solidFill>
                <a:effectLst/>
                <a:latin typeface="Barlow" panose="00000500000000000000" pitchFamily="2" charset="0"/>
              </a:rPr>
              <a:t>Bảo </a:t>
            </a:r>
            <a:r>
              <a:rPr kumimoji="0" lang="en-US" altLang="en-US" sz="1200" b="1" i="0" u="none" strike="noStrike" cap="none" normalizeH="0" baseline="0" dirty="0" err="1">
                <a:ln>
                  <a:noFill/>
                </a:ln>
                <a:solidFill>
                  <a:schemeClr val="bg1"/>
                </a:solidFill>
                <a:effectLst/>
                <a:latin typeface="Barlow" panose="00000500000000000000" pitchFamily="2" charset="0"/>
              </a:rPr>
              <a:t>mật</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mạng</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dùng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truyền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tải</a:t>
            </a:r>
            <a:r>
              <a:rPr kumimoji="0" lang="en-US" altLang="en-US" sz="1200" b="0" i="0" u="none" strike="noStrike" cap="none" normalizeH="0" baseline="0" dirty="0">
                <a:ln>
                  <a:noFill/>
                </a:ln>
                <a:solidFill>
                  <a:schemeClr val="bg1"/>
                </a:solidFill>
                <a:effectLst/>
                <a:latin typeface="Barlow" panose="00000500000000000000" pitchFamily="2" charset="0"/>
              </a:rPr>
              <a:t> an </a:t>
            </a:r>
            <a:r>
              <a:rPr kumimoji="0" lang="en-US" altLang="en-US" sz="1200" b="0" i="0" u="none" strike="noStrike" cap="none" normalizeH="0" baseline="0" dirty="0" err="1">
                <a:ln>
                  <a:noFill/>
                </a:ln>
                <a:solidFill>
                  <a:schemeClr val="bg1"/>
                </a:solidFill>
                <a:effectLst/>
                <a:latin typeface="Barlow" panose="00000500000000000000" pitchFamily="2" charset="0"/>
              </a:rPr>
              <a:t>toàn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chứng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chỉ</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hợp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lệ</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chống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bỏ</a:t>
            </a:r>
            <a:r>
              <a:rPr kumimoji="0" lang="en-US" altLang="en-US" sz="1200" b="0" i="0" u="none" strike="noStrike" cap="none" normalizeH="0" baseline="0" dirty="0">
                <a:ln>
                  <a:noFill/>
                </a:ln>
                <a:solidFill>
                  <a:schemeClr val="bg1"/>
                </a:solidFill>
                <a:effectLst/>
                <a:latin typeface="Barlow" panose="00000500000000000000" pitchFamily="2" charset="0"/>
              </a:rPr>
              <a:t> qua certificate pinning.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a:ln>
                  <a:noFill/>
                </a:ln>
                <a:solidFill>
                  <a:schemeClr val="bg1"/>
                </a:solidFill>
                <a:effectLst/>
                <a:latin typeface="Barlow" panose="00000500000000000000" pitchFamily="2" charset="0"/>
              </a:rPr>
              <a:t>Quản </a:t>
            </a:r>
            <a:r>
              <a:rPr kumimoji="0" lang="en-US" altLang="en-US" sz="1200" b="1" i="0" u="none" strike="noStrike" cap="none" normalizeH="0" baseline="0" dirty="0" err="1">
                <a:ln>
                  <a:noFill/>
                </a:ln>
                <a:solidFill>
                  <a:schemeClr val="bg1"/>
                </a:solidFill>
                <a:effectLst/>
                <a:latin typeface="Barlow" panose="00000500000000000000" pitchFamily="2" charset="0"/>
              </a:rPr>
              <a:t>lý</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phiên</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tự</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động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xuất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không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hoạt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động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xử</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lý</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thiết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bị</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mất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cắp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hiện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đăng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nhập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bất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thường</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Chống</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giả</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mạo</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kiểm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toàn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vẹn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ứng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dụng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chặn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thiết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bị</a:t>
            </a:r>
            <a:r>
              <a:rPr kumimoji="0" lang="en-US" altLang="en-US" sz="1200" b="0" i="0" u="none" strike="noStrike" cap="none" normalizeH="0" baseline="0" dirty="0">
                <a:ln>
                  <a:noFill/>
                </a:ln>
                <a:solidFill>
                  <a:schemeClr val="bg1"/>
                </a:solidFill>
                <a:effectLst/>
                <a:latin typeface="Barlow" panose="00000500000000000000" pitchFamily="2" charset="0"/>
              </a:rPr>
              <a:t> root/jailbreak, </a:t>
            </a:r>
            <a:r>
              <a:rPr kumimoji="0" lang="en-US" altLang="en-US" sz="1200" b="0" i="0" u="none" strike="noStrike" cap="none" normalizeH="0" baseline="0" dirty="0" err="1">
                <a:ln>
                  <a:noFill/>
                </a:ln>
                <a:solidFill>
                  <a:schemeClr val="bg1"/>
                </a:solidFill>
                <a:effectLst/>
                <a:latin typeface="Barlow" panose="00000500000000000000" pitchFamily="2" charset="0"/>
              </a:rPr>
              <a:t>trình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giả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lập</a:t>
            </a:r>
            <a:r>
              <a:rPr kumimoji="0" lang="en-US" altLang="en-US" sz="1200" b="0"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err="1">
                <a:ln>
                  <a:noFill/>
                </a:ln>
                <a:solidFill>
                  <a:schemeClr val="bg1"/>
                </a:solidFill>
                <a:effectLst/>
                <a:latin typeface="Barlow" panose="00000500000000000000" pitchFamily="2" charset="0"/>
              </a:rPr>
              <a:t>gỡ</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lỗi</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Mã</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hóa</a:t>
            </a:r>
            <a:r>
              <a:rPr kumimoji="0" lang="en-US" altLang="en-US" sz="1200" b="1" i="0" u="none" strike="noStrike" cap="none" normalizeH="0" baseline="0" dirty="0">
                <a:ln>
                  <a:noFill/>
                </a:ln>
                <a:solidFill>
                  <a:schemeClr val="bg1"/>
                </a:solidFill>
                <a:effectLst/>
                <a:latin typeface="Barlow" panose="00000500000000000000" pitchFamily="2" charset="0"/>
              </a:rPr>
              <a:t> &amp; </a:t>
            </a:r>
            <a:r>
              <a:rPr kumimoji="0" lang="en-US" altLang="en-US" sz="1200" b="1" i="0" u="none" strike="noStrike" cap="none" normalizeH="0" baseline="0" dirty="0" err="1">
                <a:ln>
                  <a:noFill/>
                </a:ln>
                <a:solidFill>
                  <a:schemeClr val="bg1"/>
                </a:solidFill>
                <a:effectLst/>
                <a:latin typeface="Barlow" panose="00000500000000000000" pitchFamily="2" charset="0"/>
              </a:rPr>
              <a:t>lập</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trình</a:t>
            </a:r>
            <a:r>
              <a:rPr kumimoji="0" lang="en-US" altLang="en-US" sz="1200" b="1" i="0" u="none" strike="noStrike" cap="none" normalizeH="0" baseline="0" dirty="0">
                <a:ln>
                  <a:noFill/>
                </a:ln>
                <a:solidFill>
                  <a:schemeClr val="bg1"/>
                </a:solidFill>
                <a:effectLst/>
                <a:latin typeface="Barlow" panose="00000500000000000000" pitchFamily="2" charset="0"/>
              </a:rPr>
              <a:t> an </a:t>
            </a:r>
            <a:r>
              <a:rPr kumimoji="0" lang="en-US" altLang="en-US" sz="1200" b="1" i="0" u="none" strike="noStrike" cap="none" normalizeH="0" baseline="0" dirty="0" err="1">
                <a:ln>
                  <a:noFill/>
                </a:ln>
                <a:solidFill>
                  <a:schemeClr val="bg1"/>
                </a:solidFill>
                <a:effectLst/>
                <a:latin typeface="Barlow" panose="00000500000000000000" pitchFamily="2" charset="0"/>
              </a:rPr>
              <a:t>toàn</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ký</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quản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lý</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khóa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soát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nguồn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kiểm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thử</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hổng</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err="1">
                <a:ln>
                  <a:noFill/>
                </a:ln>
                <a:solidFill>
                  <a:schemeClr val="bg1"/>
                </a:solidFill>
                <a:effectLst/>
                <a:latin typeface="Barlow" panose="00000500000000000000" pitchFamily="2" charset="0"/>
              </a:rPr>
              <a:t>Giám</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sát</a:t>
            </a:r>
            <a:r>
              <a:rPr kumimoji="0" lang="en-US" altLang="en-US" sz="1200" b="1" i="0" u="none" strike="noStrike" cap="none" normalizeH="0" baseline="0" dirty="0">
                <a:ln>
                  <a:noFill/>
                </a:ln>
                <a:solidFill>
                  <a:schemeClr val="bg1"/>
                </a:solidFill>
                <a:effectLst/>
                <a:latin typeface="Barlow" panose="00000500000000000000" pitchFamily="2" charset="0"/>
              </a:rPr>
              <a:t> &amp; </a:t>
            </a:r>
            <a:r>
              <a:rPr kumimoji="0" lang="en-US" altLang="en-US" sz="1200" b="1" i="0" u="none" strike="noStrike" cap="none" normalizeH="0" baseline="0" dirty="0" err="1">
                <a:ln>
                  <a:noFill/>
                </a:ln>
                <a:solidFill>
                  <a:schemeClr val="bg1"/>
                </a:solidFill>
                <a:effectLst/>
                <a:latin typeface="Barlow" panose="00000500000000000000" pitchFamily="2" charset="0"/>
              </a:rPr>
              <a:t>cập</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nhật</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ghi</a:t>
            </a:r>
            <a:r>
              <a:rPr kumimoji="0" lang="en-US" altLang="en-US" sz="1200" b="0" i="0" u="none" strike="noStrike" cap="none" normalizeH="0" baseline="0" dirty="0">
                <a:ln>
                  <a:noFill/>
                </a:ln>
                <a:solidFill>
                  <a:schemeClr val="bg1"/>
                </a:solidFill>
                <a:effectLst/>
                <a:latin typeface="Barlow" panose="00000500000000000000" pitchFamily="2" charset="0"/>
              </a:rPr>
              <a:t> log an </a:t>
            </a:r>
            <a:r>
              <a:rPr kumimoji="0" lang="en-US" altLang="en-US" sz="1200" b="0" i="0" u="none" strike="noStrike" cap="none" normalizeH="0" baseline="0" dirty="0" err="1">
                <a:ln>
                  <a:noFill/>
                </a:ln>
                <a:solidFill>
                  <a:schemeClr val="bg1"/>
                </a:solidFill>
                <a:effectLst/>
                <a:latin typeface="Barlow" panose="00000500000000000000" pitchFamily="2" charset="0"/>
              </a:rPr>
              <a:t>toàn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hiện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bất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thường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vá</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cập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nhật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ứng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dụng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kịp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thời</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170000"/>
              </a:lnSpc>
              <a:spcBef>
                <a:spcPct val="0"/>
              </a:spcBef>
              <a:spcAft>
                <a:spcPct val="0"/>
              </a:spcAft>
              <a:buClrTx/>
              <a:buSzTx/>
              <a:buFont typeface="+mj-lt"/>
              <a:buAutoNum type="arabicPeriod"/>
              <a:tabLst/>
            </a:pPr>
            <a:r>
              <a:rPr kumimoji="0" lang="en-US" altLang="en-US" sz="1200" b="1" i="0" u="none" strike="noStrike" cap="none" normalizeH="0" baseline="0" dirty="0">
                <a:ln>
                  <a:noFill/>
                </a:ln>
                <a:solidFill>
                  <a:schemeClr val="bg1"/>
                </a:solidFill>
                <a:effectLst/>
                <a:latin typeface="Barlow" panose="00000500000000000000" pitchFamily="2" charset="0"/>
              </a:rPr>
              <a:t>API &amp; </a:t>
            </a:r>
            <a:r>
              <a:rPr kumimoji="0" lang="en-US" altLang="en-US" sz="1200" b="1" i="0" u="none" strike="noStrike" cap="none" normalizeH="0" baseline="0" dirty="0" err="1">
                <a:ln>
                  <a:noFill/>
                </a:ln>
                <a:solidFill>
                  <a:schemeClr val="bg1"/>
                </a:solidFill>
                <a:effectLst/>
                <a:latin typeface="Barlow" panose="00000500000000000000" pitchFamily="2" charset="0"/>
              </a:rPr>
              <a:t>nhận</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thức</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khách</a:t>
            </a:r>
            <a:r>
              <a:rPr kumimoji="0" lang="en-US" altLang="en-US" sz="1200" b="1" i="0" u="none" strike="noStrike" cap="none" normalizeH="0" baseline="0" dirty="0">
                <a:ln>
                  <a:noFill/>
                </a:ln>
                <a:solidFill>
                  <a:schemeClr val="bg1"/>
                </a:solidFill>
                <a:effectLst/>
                <a:latin typeface="Barlow" panose="00000500000000000000" pitchFamily="2" charset="0"/>
              </a:rPr>
              <a:t> </a:t>
            </a:r>
            <a:r>
              <a:rPr kumimoji="0" lang="en-US" altLang="en-US" sz="1200" b="1" i="0" u="none" strike="noStrike" cap="none" normalizeH="0" baseline="0" dirty="0" err="1">
                <a:ln>
                  <a:noFill/>
                </a:ln>
                <a:solidFill>
                  <a:schemeClr val="bg1"/>
                </a:solidFill>
                <a:effectLst/>
                <a:latin typeface="Barlow" panose="00000500000000000000" pitchFamily="2" charset="0"/>
              </a:rPr>
              <a:t>hàng</a:t>
            </a:r>
            <a:r>
              <a:rPr kumimoji="0" lang="en-US" altLang="en-US" sz="1200" b="1"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bảo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mật</a:t>
            </a:r>
            <a:r>
              <a:rPr kumimoji="0" lang="en-US" altLang="en-US" sz="1200" b="0" i="0" u="none" strike="noStrike" cap="none" normalizeH="0" baseline="0" dirty="0">
                <a:ln>
                  <a:noFill/>
                </a:ln>
                <a:solidFill>
                  <a:schemeClr val="bg1"/>
                </a:solidFill>
                <a:effectLst/>
                <a:latin typeface="Barlow" panose="00000500000000000000" pitchFamily="2" charset="0"/>
              </a:rPr>
              <a:t> API, </a:t>
            </a:r>
            <a:r>
              <a:rPr kumimoji="0" lang="en-US" altLang="en-US" sz="1200" b="0" i="0" u="none" strike="noStrike" cap="none" normalizeH="0" baseline="0" dirty="0" err="1">
                <a:ln>
                  <a:noFill/>
                </a:ln>
                <a:solidFill>
                  <a:schemeClr val="bg1"/>
                </a:solidFill>
                <a:effectLst/>
                <a:latin typeface="Barlow" panose="00000500000000000000" pitchFamily="2" charset="0"/>
              </a:rPr>
              <a:t>kiểm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soát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bên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thứ</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hướng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dẫn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người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dùng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tải</a:t>
            </a:r>
            <a:r>
              <a:rPr kumimoji="0" lang="en-US" altLang="en-US" sz="1200" b="0" i="0" u="none" strike="noStrike" cap="none" normalizeH="0" baseline="0" dirty="0">
                <a:ln>
                  <a:noFill/>
                </a:ln>
                <a:solidFill>
                  <a:schemeClr val="bg1"/>
                </a:solidFill>
                <a:effectLst/>
                <a:latin typeface="Barlow" panose="00000500000000000000" pitchFamily="2" charset="0"/>
              </a:rPr>
              <a:t>/</a:t>
            </a:r>
            <a:r>
              <a:rPr kumimoji="0" lang="en-US" altLang="en-US" sz="1200" b="0" i="0" u="none" strike="noStrike" cap="none" normalizeH="0" baseline="0" dirty="0" err="1">
                <a:ln>
                  <a:noFill/>
                </a:ln>
                <a:solidFill>
                  <a:schemeClr val="bg1"/>
                </a:solidFill>
                <a:effectLst/>
                <a:latin typeface="Barlow" panose="00000500000000000000" pitchFamily="2" charset="0"/>
              </a:rPr>
              <a:t>cài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đặt</a:t>
            </a:r>
            <a:r>
              <a:rPr kumimoji="0" lang="en-US" altLang="en-US" sz="1200" b="0" i="0" u="none" strike="noStrike" cap="none" normalizeH="0" baseline="0" dirty="0">
                <a:ln>
                  <a:noFill/>
                </a:ln>
                <a:solidFill>
                  <a:schemeClr val="bg1"/>
                </a:solidFill>
                <a:effectLst/>
                <a:latin typeface="Barlow" panose="00000500000000000000" pitchFamily="2" charset="0"/>
              </a:rPr>
              <a:t> an </a:t>
            </a:r>
            <a:r>
              <a:rPr kumimoji="0" lang="en-US" altLang="en-US" sz="1200" b="0" i="0" u="none" strike="noStrike" cap="none" normalizeH="0" baseline="0" dirty="0" err="1">
                <a:ln>
                  <a:noFill/>
                </a:ln>
                <a:solidFill>
                  <a:schemeClr val="bg1"/>
                </a:solidFill>
                <a:effectLst/>
                <a:latin typeface="Barlow" panose="00000500000000000000" pitchFamily="2" charset="0"/>
              </a:rPr>
              <a:t>toàn</a:t>
            </a:r>
            <a:r>
              <a:rPr kumimoji="0" lang="en-US" altLang="en-US" sz="1200" b="0" i="0" u="none" strike="noStrike" cap="none" normalizeH="0" baseline="0" dirty="0">
                <a:ln>
                  <a:noFill/>
                </a:ln>
                <a:solidFill>
                  <a:schemeClr val="bg1"/>
                </a:solidFill>
                <a:effectLst/>
                <a:latin typeface="Barlow" panose="00000500000000000000" pitchFamily="2" charset="0"/>
              </a:rPr>
              <a:t>. </a:t>
            </a:r>
          </a:p>
        </p:txBody>
      </p:sp>
    </p:spTree>
    <p:extLst>
      <p:ext uri="{BB962C8B-B14F-4D97-AF65-F5344CB8AC3E}">
        <p14:creationId xmlns:p14="http://schemas.microsoft.com/office/powerpoint/2010/main" val="259395361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1114"/>
        <p:cNvGrpSpPr/>
        <p:nvPr/>
      </p:nvGrpSpPr>
      <p:grpSpPr>
        <a:xfrm>
          <a:off x="0" y="0"/>
          <a:ext cx="0" cy="0"/>
          <a:chOff x="0" y="0"/>
          <a:chExt cx="0" cy="0"/>
        </a:xfrm>
      </p:grpSpPr>
      <p:grpSp>
        <p:nvGrpSpPr>
          <p:cNvPr id="51116" name="Google Shape;51116;p67"/>
          <p:cNvGrpSpPr/>
          <p:nvPr/>
        </p:nvGrpSpPr>
        <p:grpSpPr>
          <a:xfrm>
            <a:off x="968192" y="2248746"/>
            <a:ext cx="7339462" cy="204279"/>
            <a:chOff x="1875300" y="3007925"/>
            <a:chExt cx="5393400" cy="0"/>
          </a:xfrm>
        </p:grpSpPr>
        <p:cxnSp>
          <p:nvCxnSpPr>
            <p:cNvPr id="51117" name="Google Shape;51117;p67"/>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18" name="Google Shape;51118;p67"/>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8" name="Google Shape;51116;p67">
            <a:extLst>
              <a:ext uri="{FF2B5EF4-FFF2-40B4-BE49-F238E27FC236}">
                <a16:creationId xmlns:a16="http://schemas.microsoft.com/office/drawing/2014/main" id="{C0D05B15-FEC5-6C2B-ACD1-21B670D36759}"/>
              </a:ext>
            </a:extLst>
          </p:cNvPr>
          <p:cNvGrpSpPr/>
          <p:nvPr/>
        </p:nvGrpSpPr>
        <p:grpSpPr>
          <a:xfrm rot="5400000">
            <a:off x="1840774" y="3052953"/>
            <a:ext cx="1781353" cy="204279"/>
            <a:chOff x="1875300" y="3007925"/>
            <a:chExt cx="5393400" cy="0"/>
          </a:xfrm>
        </p:grpSpPr>
        <p:cxnSp>
          <p:nvCxnSpPr>
            <p:cNvPr id="9" name="Google Shape;51117;p67">
              <a:extLst>
                <a:ext uri="{FF2B5EF4-FFF2-40B4-BE49-F238E27FC236}">
                  <a16:creationId xmlns:a16="http://schemas.microsoft.com/office/drawing/2014/main" id="{511E14D6-322B-6191-55EA-48B84B9ED242}"/>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10" name="Google Shape;51118;p67">
              <a:extLst>
                <a:ext uri="{FF2B5EF4-FFF2-40B4-BE49-F238E27FC236}">
                  <a16:creationId xmlns:a16="http://schemas.microsoft.com/office/drawing/2014/main" id="{2913A58C-9940-3681-CA8F-793420B60DDB}"/>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23" name="Google Shape;51116;p67">
            <a:extLst>
              <a:ext uri="{FF2B5EF4-FFF2-40B4-BE49-F238E27FC236}">
                <a16:creationId xmlns:a16="http://schemas.microsoft.com/office/drawing/2014/main" id="{77FCEC11-9C78-3532-5578-55A370B6E889}"/>
              </a:ext>
            </a:extLst>
          </p:cNvPr>
          <p:cNvGrpSpPr/>
          <p:nvPr/>
        </p:nvGrpSpPr>
        <p:grpSpPr>
          <a:xfrm rot="5400000">
            <a:off x="-21043" y="3049370"/>
            <a:ext cx="1774189" cy="204279"/>
            <a:chOff x="1875300" y="3007925"/>
            <a:chExt cx="5393400" cy="0"/>
          </a:xfrm>
        </p:grpSpPr>
        <p:cxnSp>
          <p:nvCxnSpPr>
            <p:cNvPr id="24" name="Google Shape;51117;p67">
              <a:extLst>
                <a:ext uri="{FF2B5EF4-FFF2-40B4-BE49-F238E27FC236}">
                  <a16:creationId xmlns:a16="http://schemas.microsoft.com/office/drawing/2014/main" id="{36C72AAC-A429-9F2E-8634-B186B54DDFA0}"/>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25" name="Google Shape;51118;p67">
              <a:extLst>
                <a:ext uri="{FF2B5EF4-FFF2-40B4-BE49-F238E27FC236}">
                  <a16:creationId xmlns:a16="http://schemas.microsoft.com/office/drawing/2014/main" id="{07CFB4F0-614A-AFAE-3CEF-0C47EF92A1E3}"/>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26" name="Google Shape;51116;p67">
            <a:extLst>
              <a:ext uri="{FF2B5EF4-FFF2-40B4-BE49-F238E27FC236}">
                <a16:creationId xmlns:a16="http://schemas.microsoft.com/office/drawing/2014/main" id="{F32E2851-3DB8-1ED4-29FF-FF5E0A39BA48}"/>
              </a:ext>
            </a:extLst>
          </p:cNvPr>
          <p:cNvGrpSpPr/>
          <p:nvPr/>
        </p:nvGrpSpPr>
        <p:grpSpPr>
          <a:xfrm rot="10800000">
            <a:off x="1511351" y="2461055"/>
            <a:ext cx="608120" cy="204279"/>
            <a:chOff x="1875300" y="3007925"/>
            <a:chExt cx="5393400" cy="0"/>
          </a:xfrm>
        </p:grpSpPr>
        <p:cxnSp>
          <p:nvCxnSpPr>
            <p:cNvPr id="27" name="Google Shape;51117;p67">
              <a:extLst>
                <a:ext uri="{FF2B5EF4-FFF2-40B4-BE49-F238E27FC236}">
                  <a16:creationId xmlns:a16="http://schemas.microsoft.com/office/drawing/2014/main" id="{492B0532-ADF8-76AD-A670-0A40E1A3B86D}"/>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28" name="Google Shape;51118;p67">
              <a:extLst>
                <a:ext uri="{FF2B5EF4-FFF2-40B4-BE49-F238E27FC236}">
                  <a16:creationId xmlns:a16="http://schemas.microsoft.com/office/drawing/2014/main" id="{892CEAED-B91D-A335-44AC-2E275F84E49E}"/>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29" name="Google Shape;51116;p67">
            <a:extLst>
              <a:ext uri="{FF2B5EF4-FFF2-40B4-BE49-F238E27FC236}">
                <a16:creationId xmlns:a16="http://schemas.microsoft.com/office/drawing/2014/main" id="{098BA5BC-9A0D-E4B6-A520-DC4557DCEF67}"/>
              </a:ext>
            </a:extLst>
          </p:cNvPr>
          <p:cNvGrpSpPr/>
          <p:nvPr/>
        </p:nvGrpSpPr>
        <p:grpSpPr>
          <a:xfrm rot="5400000">
            <a:off x="3257471" y="2752429"/>
            <a:ext cx="2368067" cy="204279"/>
            <a:chOff x="1875300" y="3007925"/>
            <a:chExt cx="5393400" cy="0"/>
          </a:xfrm>
        </p:grpSpPr>
        <p:cxnSp>
          <p:nvCxnSpPr>
            <p:cNvPr id="30" name="Google Shape;51117;p67">
              <a:extLst>
                <a:ext uri="{FF2B5EF4-FFF2-40B4-BE49-F238E27FC236}">
                  <a16:creationId xmlns:a16="http://schemas.microsoft.com/office/drawing/2014/main" id="{6F4D618F-C63D-D758-245B-BA0C4C6541CA}"/>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31" name="Google Shape;51118;p67">
              <a:extLst>
                <a:ext uri="{FF2B5EF4-FFF2-40B4-BE49-F238E27FC236}">
                  <a16:creationId xmlns:a16="http://schemas.microsoft.com/office/drawing/2014/main" id="{80AC8E71-685F-0786-AF79-6CEC1EE83C9F}"/>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51104" name="Google Shape;51116;p67">
            <a:extLst>
              <a:ext uri="{FF2B5EF4-FFF2-40B4-BE49-F238E27FC236}">
                <a16:creationId xmlns:a16="http://schemas.microsoft.com/office/drawing/2014/main" id="{F98FB976-15F6-A5DC-A142-3AEE7465027E}"/>
              </a:ext>
            </a:extLst>
          </p:cNvPr>
          <p:cNvGrpSpPr/>
          <p:nvPr/>
        </p:nvGrpSpPr>
        <p:grpSpPr>
          <a:xfrm rot="5400000">
            <a:off x="7323878" y="3054723"/>
            <a:ext cx="1763483" cy="204279"/>
            <a:chOff x="1875300" y="3007925"/>
            <a:chExt cx="5393400" cy="0"/>
          </a:xfrm>
        </p:grpSpPr>
        <p:cxnSp>
          <p:nvCxnSpPr>
            <p:cNvPr id="51105" name="Google Shape;51117;p67">
              <a:extLst>
                <a:ext uri="{FF2B5EF4-FFF2-40B4-BE49-F238E27FC236}">
                  <a16:creationId xmlns:a16="http://schemas.microsoft.com/office/drawing/2014/main" id="{6120F2BF-50E5-9F09-E7F7-9DEACA0B7798}"/>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06" name="Google Shape;51118;p67">
              <a:extLst>
                <a:ext uri="{FF2B5EF4-FFF2-40B4-BE49-F238E27FC236}">
                  <a16:creationId xmlns:a16="http://schemas.microsoft.com/office/drawing/2014/main" id="{1145E660-6626-BB4C-43BF-DA52B387054A}"/>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51136" name="Google Shape;51116;p67">
            <a:extLst>
              <a:ext uri="{FF2B5EF4-FFF2-40B4-BE49-F238E27FC236}">
                <a16:creationId xmlns:a16="http://schemas.microsoft.com/office/drawing/2014/main" id="{1E8DE900-88E6-EDCB-BA3C-36D48B467C2D}"/>
              </a:ext>
            </a:extLst>
          </p:cNvPr>
          <p:cNvGrpSpPr/>
          <p:nvPr/>
        </p:nvGrpSpPr>
        <p:grpSpPr>
          <a:xfrm rot="5400000">
            <a:off x="5449545" y="3045789"/>
            <a:ext cx="1781351" cy="204279"/>
            <a:chOff x="1875300" y="3007925"/>
            <a:chExt cx="5393400" cy="0"/>
          </a:xfrm>
        </p:grpSpPr>
        <p:cxnSp>
          <p:nvCxnSpPr>
            <p:cNvPr id="51137" name="Google Shape;51117;p67">
              <a:extLst>
                <a:ext uri="{FF2B5EF4-FFF2-40B4-BE49-F238E27FC236}">
                  <a16:creationId xmlns:a16="http://schemas.microsoft.com/office/drawing/2014/main" id="{5B23F6A4-101C-186E-9D4C-B9B5D0101BF6}"/>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38" name="Google Shape;51118;p67">
              <a:extLst>
                <a:ext uri="{FF2B5EF4-FFF2-40B4-BE49-F238E27FC236}">
                  <a16:creationId xmlns:a16="http://schemas.microsoft.com/office/drawing/2014/main" id="{89EC613D-A553-BDA5-F464-80764981F222}"/>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51141" name="Google Shape;49187;p41">
            <a:extLst>
              <a:ext uri="{FF2B5EF4-FFF2-40B4-BE49-F238E27FC236}">
                <a16:creationId xmlns:a16="http://schemas.microsoft.com/office/drawing/2014/main" id="{899C52D1-F33C-37C2-B7AF-F55B1D91CE8B}"/>
              </a:ext>
            </a:extLst>
          </p:cNvPr>
          <p:cNvSpPr txBox="1">
            <a:spLocks/>
          </p:cNvSpPr>
          <p:nvPr/>
        </p:nvSpPr>
        <p:spPr>
          <a:xfrm>
            <a:off x="1141226" y="-45060"/>
            <a:ext cx="6804839" cy="40312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PHÂN LOẠI TIÊU CHUẨN BẢO MẬT QUỐC TẾ</a:t>
            </a:r>
          </a:p>
        </p:txBody>
      </p:sp>
      <p:sp>
        <p:nvSpPr>
          <p:cNvPr id="51142" name="TextBox 51141">
            <a:extLst>
              <a:ext uri="{FF2B5EF4-FFF2-40B4-BE49-F238E27FC236}">
                <a16:creationId xmlns:a16="http://schemas.microsoft.com/office/drawing/2014/main" id="{14A21A28-B0C4-D050-6A75-B0EA0F859364}"/>
              </a:ext>
            </a:extLst>
          </p:cNvPr>
          <p:cNvSpPr txBox="1"/>
          <p:nvPr/>
        </p:nvSpPr>
        <p:spPr>
          <a:xfrm>
            <a:off x="1724891" y="968249"/>
            <a:ext cx="6582763" cy="693780"/>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a:lnSpc>
                <a:spcPct val="150000"/>
              </a:lnSpc>
            </a:pPr>
            <a:r>
              <a:rPr lang="en-US" dirty="0" err="1">
                <a:solidFill>
                  <a:schemeClr val="bg1"/>
                </a:solidFill>
                <a:latin typeface="Barlow" panose="00000500000000000000" pitchFamily="2" charset="0"/>
              </a:rPr>
              <a:t>Không</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có</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một</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tiêu</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chuẩn</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đơn</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lẻ</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nào</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giải</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quyết</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mọi</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rủi</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ro</a:t>
            </a:r>
            <a:r>
              <a:rPr lang="en-US" dirty="0">
                <a:solidFill>
                  <a:schemeClr val="bg1"/>
                </a:solidFill>
                <a:latin typeface="Barlow" panose="00000500000000000000" pitchFamily="2" charset="0"/>
              </a:rPr>
              <a:t> mobile. Các </a:t>
            </a:r>
            <a:r>
              <a:rPr lang="en-US" dirty="0" err="1">
                <a:solidFill>
                  <a:schemeClr val="bg1"/>
                </a:solidFill>
                <a:latin typeface="Barlow" panose="00000500000000000000" pitchFamily="2" charset="0"/>
              </a:rPr>
              <a:t>tiêu</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chuẩn</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được</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phân</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loại</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theo</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mô</a:t>
            </a:r>
            <a:r>
              <a:rPr lang="en-US" dirty="0">
                <a:solidFill>
                  <a:schemeClr val="bg1"/>
                </a:solidFill>
                <a:latin typeface="Barlow" panose="00000500000000000000" pitchFamily="2" charset="0"/>
              </a:rPr>
              <a:t> hình Defense-in-Depth </a:t>
            </a:r>
            <a:r>
              <a:rPr lang="en-US" dirty="0" err="1">
                <a:solidFill>
                  <a:schemeClr val="bg1"/>
                </a:solidFill>
                <a:latin typeface="Barlow" panose="00000500000000000000" pitchFamily="2" charset="0"/>
              </a:rPr>
              <a:t>với</a:t>
            </a:r>
            <a:r>
              <a:rPr lang="en-US" dirty="0">
                <a:solidFill>
                  <a:schemeClr val="bg1"/>
                </a:solidFill>
                <a:latin typeface="Barlow" panose="00000500000000000000" pitchFamily="2" charset="0"/>
              </a:rPr>
              <a:t> 4 </a:t>
            </a:r>
            <a:r>
              <a:rPr lang="en-US" dirty="0" err="1">
                <a:solidFill>
                  <a:schemeClr val="bg1"/>
                </a:solidFill>
                <a:latin typeface="Barlow" panose="00000500000000000000" pitchFamily="2" charset="0"/>
              </a:rPr>
              <a:t>lớp</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cốt</a:t>
            </a:r>
            <a:r>
              <a:rPr lang="en-US" dirty="0">
                <a:solidFill>
                  <a:schemeClr val="bg1"/>
                </a:solidFill>
                <a:latin typeface="Barlow" panose="00000500000000000000" pitchFamily="2" charset="0"/>
              </a:rPr>
              <a:t> </a:t>
            </a:r>
            <a:r>
              <a:rPr lang="en-US" dirty="0" err="1">
                <a:solidFill>
                  <a:schemeClr val="bg1"/>
                </a:solidFill>
                <a:latin typeface="Barlow" panose="00000500000000000000" pitchFamily="2" charset="0"/>
              </a:rPr>
              <a:t>lõi</a:t>
            </a:r>
            <a:r>
              <a:rPr lang="en-US" dirty="0">
                <a:solidFill>
                  <a:schemeClr val="bg1"/>
                </a:solidFill>
                <a:latin typeface="Barlow" panose="00000500000000000000" pitchFamily="2" charset="0"/>
              </a:rPr>
              <a:t>.</a:t>
            </a:r>
          </a:p>
        </p:txBody>
      </p:sp>
      <p:grpSp>
        <p:nvGrpSpPr>
          <p:cNvPr id="51143" name="Google Shape;49419;p44">
            <a:extLst>
              <a:ext uri="{FF2B5EF4-FFF2-40B4-BE49-F238E27FC236}">
                <a16:creationId xmlns:a16="http://schemas.microsoft.com/office/drawing/2014/main" id="{3433F6A2-2789-78B5-F385-A54F53730440}"/>
              </a:ext>
            </a:extLst>
          </p:cNvPr>
          <p:cNvGrpSpPr/>
          <p:nvPr/>
        </p:nvGrpSpPr>
        <p:grpSpPr>
          <a:xfrm>
            <a:off x="968192" y="994647"/>
            <a:ext cx="7339568" cy="685273"/>
            <a:chOff x="1329897" y="1212750"/>
            <a:chExt cx="6484250" cy="2718000"/>
          </a:xfrm>
        </p:grpSpPr>
        <p:sp>
          <p:nvSpPr>
            <p:cNvPr id="51144" name="Google Shape;49420;p44">
              <a:extLst>
                <a:ext uri="{FF2B5EF4-FFF2-40B4-BE49-F238E27FC236}">
                  <a16:creationId xmlns:a16="http://schemas.microsoft.com/office/drawing/2014/main" id="{E8B5C1C1-8F80-74C3-CF16-13DFA474A902}"/>
                </a:ext>
              </a:extLst>
            </p:cNvPr>
            <p:cNvSpPr/>
            <p:nvPr/>
          </p:nvSpPr>
          <p:spPr>
            <a:xfrm>
              <a:off x="1329947" y="1212750"/>
              <a:ext cx="6484200" cy="27180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5" name="Google Shape;49421;p44">
              <a:extLst>
                <a:ext uri="{FF2B5EF4-FFF2-40B4-BE49-F238E27FC236}">
                  <a16:creationId xmlns:a16="http://schemas.microsoft.com/office/drawing/2014/main" id="{4F8893E9-318D-D417-95A1-861B54F64840}"/>
                </a:ext>
              </a:extLst>
            </p:cNvPr>
            <p:cNvSpPr/>
            <p:nvPr/>
          </p:nvSpPr>
          <p:spPr>
            <a:xfrm>
              <a:off x="1329897" y="1212750"/>
              <a:ext cx="6484200" cy="27180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1147" name="Picture 51146">
            <a:extLst>
              <a:ext uri="{FF2B5EF4-FFF2-40B4-BE49-F238E27FC236}">
                <a16:creationId xmlns:a16="http://schemas.microsoft.com/office/drawing/2014/main" id="{1971344D-D925-BE44-B6D7-24852751E1A8}"/>
              </a:ext>
            </a:extLst>
          </p:cNvPr>
          <p:cNvPicPr>
            <a:picLocks noChangeAspect="1"/>
          </p:cNvPicPr>
          <p:nvPr/>
        </p:nvPicPr>
        <p:blipFill>
          <a:blip r:embed="rId3">
            <a:lum bright="70000" contrast="-70000"/>
          </a:blip>
          <a:stretch>
            <a:fillRect/>
          </a:stretch>
        </p:blipFill>
        <p:spPr>
          <a:xfrm>
            <a:off x="1099098" y="1044848"/>
            <a:ext cx="625687" cy="625687"/>
          </a:xfrm>
          <a:prstGeom prst="rect">
            <a:avLst/>
          </a:prstGeom>
        </p:spPr>
      </p:pic>
      <p:sp>
        <p:nvSpPr>
          <p:cNvPr id="51151" name="TextBox 51150">
            <a:extLst>
              <a:ext uri="{FF2B5EF4-FFF2-40B4-BE49-F238E27FC236}">
                <a16:creationId xmlns:a16="http://schemas.microsoft.com/office/drawing/2014/main" id="{6630ED38-2796-0ECC-2AC7-0F87C5C95B45}"/>
              </a:ext>
            </a:extLst>
          </p:cNvPr>
          <p:cNvSpPr txBox="1"/>
          <p:nvPr/>
        </p:nvSpPr>
        <p:spPr>
          <a:xfrm>
            <a:off x="1004710" y="2316550"/>
            <a:ext cx="1789272" cy="338554"/>
          </a:xfrm>
          <a:prstGeom prst="rect">
            <a:avLst/>
          </a:prstGeom>
          <a:noFill/>
        </p:spPr>
        <p:txBody>
          <a:bodyPr wrap="none" rtlCol="0">
            <a:spAutoFit/>
          </a:bodyPr>
          <a:lstStyle/>
          <a:p>
            <a:r>
              <a:rPr lang="en-US" sz="1600" b="1" dirty="0" err="1">
                <a:solidFill>
                  <a:schemeClr val="bg1"/>
                </a:solidFill>
                <a:latin typeface="Source Code Pro" panose="020B0509030403020204" pitchFamily="49" charset="0"/>
                <a:ea typeface="Source Code Pro" panose="020B0509030403020204" pitchFamily="49" charset="0"/>
              </a:rPr>
              <a:t>Lớp</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kiến</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trúc</a:t>
            </a:r>
            <a:endParaRPr lang="en-US" sz="1600" b="1" dirty="0">
              <a:solidFill>
                <a:schemeClr val="bg1"/>
              </a:solidFill>
              <a:latin typeface="Source Code Pro" panose="020B0509030403020204" pitchFamily="49" charset="0"/>
              <a:ea typeface="Source Code Pro" panose="020B0509030403020204" pitchFamily="49" charset="0"/>
            </a:endParaRPr>
          </a:p>
        </p:txBody>
      </p:sp>
      <p:sp>
        <p:nvSpPr>
          <p:cNvPr id="51155" name="TextBox 51154">
            <a:extLst>
              <a:ext uri="{FF2B5EF4-FFF2-40B4-BE49-F238E27FC236}">
                <a16:creationId xmlns:a16="http://schemas.microsoft.com/office/drawing/2014/main" id="{1A0C6E7F-7F43-DDD3-795D-B6D30FF693FC}"/>
              </a:ext>
            </a:extLst>
          </p:cNvPr>
          <p:cNvSpPr txBox="1"/>
          <p:nvPr/>
        </p:nvSpPr>
        <p:spPr>
          <a:xfrm>
            <a:off x="2892651" y="2323599"/>
            <a:ext cx="1665841" cy="338554"/>
          </a:xfrm>
          <a:prstGeom prst="rect">
            <a:avLst/>
          </a:prstGeom>
          <a:noFill/>
        </p:spPr>
        <p:txBody>
          <a:bodyPr wrap="none" rtlCol="0">
            <a:spAutoFit/>
          </a:bodyPr>
          <a:lstStyle/>
          <a:p>
            <a:r>
              <a:rPr lang="en-US" sz="1600" b="1" dirty="0" err="1">
                <a:solidFill>
                  <a:schemeClr val="bg1"/>
                </a:solidFill>
                <a:latin typeface="Source Code Pro" panose="020B0509030403020204" pitchFamily="49" charset="0"/>
                <a:ea typeface="Source Code Pro" panose="020B0509030403020204" pitchFamily="49" charset="0"/>
              </a:rPr>
              <a:t>Lớp</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cấu</a:t>
            </a:r>
            <a:r>
              <a:rPr lang="en-US" sz="1600" b="1" dirty="0">
                <a:solidFill>
                  <a:schemeClr val="bg1"/>
                </a:solidFill>
                <a:latin typeface="Source Code Pro" panose="020B0509030403020204" pitchFamily="49" charset="0"/>
                <a:ea typeface="Source Code Pro" panose="020B0509030403020204" pitchFamily="49" charset="0"/>
              </a:rPr>
              <a:t> hình</a:t>
            </a:r>
          </a:p>
        </p:txBody>
      </p:sp>
      <p:sp>
        <p:nvSpPr>
          <p:cNvPr id="51156" name="TextBox 51155">
            <a:extLst>
              <a:ext uri="{FF2B5EF4-FFF2-40B4-BE49-F238E27FC236}">
                <a16:creationId xmlns:a16="http://schemas.microsoft.com/office/drawing/2014/main" id="{3528253D-52C4-CC7C-9FAB-9ED3863D3DE8}"/>
              </a:ext>
            </a:extLst>
          </p:cNvPr>
          <p:cNvSpPr txBox="1"/>
          <p:nvPr/>
        </p:nvSpPr>
        <p:spPr>
          <a:xfrm>
            <a:off x="4750421" y="2316498"/>
            <a:ext cx="1665841" cy="338554"/>
          </a:xfrm>
          <a:prstGeom prst="rect">
            <a:avLst/>
          </a:prstGeom>
          <a:noFill/>
        </p:spPr>
        <p:txBody>
          <a:bodyPr wrap="none" rtlCol="0">
            <a:spAutoFit/>
          </a:bodyPr>
          <a:lstStyle/>
          <a:p>
            <a:r>
              <a:rPr lang="en-US" sz="1600" b="1" dirty="0" err="1">
                <a:solidFill>
                  <a:schemeClr val="bg1"/>
                </a:solidFill>
                <a:latin typeface="Source Code Pro" panose="020B0509030403020204" pitchFamily="49" charset="0"/>
                <a:ea typeface="Source Code Pro" panose="020B0509030403020204" pitchFamily="49" charset="0"/>
              </a:rPr>
              <a:t>Lớp</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ứng</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dụng</a:t>
            </a:r>
            <a:endParaRPr lang="en-US" sz="1600" b="1" dirty="0">
              <a:solidFill>
                <a:schemeClr val="bg1"/>
              </a:solidFill>
              <a:latin typeface="Source Code Pro" panose="020B0509030403020204" pitchFamily="49" charset="0"/>
              <a:ea typeface="Source Code Pro" panose="020B0509030403020204" pitchFamily="49" charset="0"/>
            </a:endParaRPr>
          </a:p>
        </p:txBody>
      </p:sp>
      <p:sp>
        <p:nvSpPr>
          <p:cNvPr id="51157" name="TextBox 51156">
            <a:extLst>
              <a:ext uri="{FF2B5EF4-FFF2-40B4-BE49-F238E27FC236}">
                <a16:creationId xmlns:a16="http://schemas.microsoft.com/office/drawing/2014/main" id="{76E6666D-6478-91DF-B3FD-61F125634E4B}"/>
              </a:ext>
            </a:extLst>
          </p:cNvPr>
          <p:cNvSpPr txBox="1"/>
          <p:nvPr/>
        </p:nvSpPr>
        <p:spPr>
          <a:xfrm>
            <a:off x="6559696" y="2335335"/>
            <a:ext cx="1665841" cy="338554"/>
          </a:xfrm>
          <a:prstGeom prst="rect">
            <a:avLst/>
          </a:prstGeom>
          <a:noFill/>
        </p:spPr>
        <p:txBody>
          <a:bodyPr wrap="none" rtlCol="0">
            <a:spAutoFit/>
          </a:bodyPr>
          <a:lstStyle/>
          <a:p>
            <a:r>
              <a:rPr lang="en-US" sz="1600" b="1" dirty="0" err="1">
                <a:solidFill>
                  <a:schemeClr val="bg1"/>
                </a:solidFill>
                <a:latin typeface="Source Code Pro" panose="020B0509030403020204" pitchFamily="49" charset="0"/>
                <a:ea typeface="Source Code Pro" panose="020B0509030403020204" pitchFamily="49" charset="0"/>
              </a:rPr>
              <a:t>Lớp</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tình</a:t>
            </a:r>
            <a:r>
              <a:rPr lang="en-US" sz="1600" b="1" dirty="0">
                <a:solidFill>
                  <a:schemeClr val="bg1"/>
                </a:solidFill>
                <a:latin typeface="Source Code Pro" panose="020B0509030403020204" pitchFamily="49" charset="0"/>
                <a:ea typeface="Source Code Pro" panose="020B0509030403020204" pitchFamily="49" charset="0"/>
              </a:rPr>
              <a:t> </a:t>
            </a:r>
            <a:r>
              <a:rPr lang="en-US" sz="1600" b="1" dirty="0" err="1">
                <a:solidFill>
                  <a:schemeClr val="bg1"/>
                </a:solidFill>
                <a:latin typeface="Source Code Pro" panose="020B0509030403020204" pitchFamily="49" charset="0"/>
                <a:ea typeface="Source Code Pro" panose="020B0509030403020204" pitchFamily="49" charset="0"/>
              </a:rPr>
              <a:t>báo</a:t>
            </a:r>
            <a:endParaRPr lang="en-US" sz="1600" b="1" dirty="0">
              <a:solidFill>
                <a:schemeClr val="bg1"/>
              </a:solidFill>
              <a:latin typeface="Source Code Pro" panose="020B0509030403020204" pitchFamily="49" charset="0"/>
              <a:ea typeface="Source Code Pro" panose="020B0509030403020204" pitchFamily="49" charset="0"/>
            </a:endParaRPr>
          </a:p>
        </p:txBody>
      </p:sp>
      <p:grpSp>
        <p:nvGrpSpPr>
          <p:cNvPr id="51158" name="Google Shape;51116;p67">
            <a:extLst>
              <a:ext uri="{FF2B5EF4-FFF2-40B4-BE49-F238E27FC236}">
                <a16:creationId xmlns:a16="http://schemas.microsoft.com/office/drawing/2014/main" id="{AE86502A-0C0A-7E3A-3512-29634CFBDBC0}"/>
              </a:ext>
            </a:extLst>
          </p:cNvPr>
          <p:cNvGrpSpPr/>
          <p:nvPr/>
        </p:nvGrpSpPr>
        <p:grpSpPr>
          <a:xfrm rot="10800000">
            <a:off x="3436228" y="2461055"/>
            <a:ext cx="608120" cy="204279"/>
            <a:chOff x="1875300" y="3007925"/>
            <a:chExt cx="5393400" cy="0"/>
          </a:xfrm>
        </p:grpSpPr>
        <p:cxnSp>
          <p:nvCxnSpPr>
            <p:cNvPr id="51159" name="Google Shape;51117;p67">
              <a:extLst>
                <a:ext uri="{FF2B5EF4-FFF2-40B4-BE49-F238E27FC236}">
                  <a16:creationId xmlns:a16="http://schemas.microsoft.com/office/drawing/2014/main" id="{BD3030DE-4EDC-CC11-E036-449491D9BA13}"/>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60" name="Google Shape;51118;p67">
              <a:extLst>
                <a:ext uri="{FF2B5EF4-FFF2-40B4-BE49-F238E27FC236}">
                  <a16:creationId xmlns:a16="http://schemas.microsoft.com/office/drawing/2014/main" id="{091DBB7D-EB4C-92BA-7F23-455B73C8E80B}"/>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51161" name="Google Shape;51116;p67">
            <a:extLst>
              <a:ext uri="{FF2B5EF4-FFF2-40B4-BE49-F238E27FC236}">
                <a16:creationId xmlns:a16="http://schemas.microsoft.com/office/drawing/2014/main" id="{4E5B4011-824D-A1E6-E01D-D6F857E1546B}"/>
              </a:ext>
            </a:extLst>
          </p:cNvPr>
          <p:cNvGrpSpPr/>
          <p:nvPr/>
        </p:nvGrpSpPr>
        <p:grpSpPr>
          <a:xfrm rot="10800000">
            <a:off x="5183101" y="2469610"/>
            <a:ext cx="608120" cy="204279"/>
            <a:chOff x="1875300" y="3007925"/>
            <a:chExt cx="5393400" cy="0"/>
          </a:xfrm>
        </p:grpSpPr>
        <p:cxnSp>
          <p:nvCxnSpPr>
            <p:cNvPr id="51162" name="Google Shape;51117;p67">
              <a:extLst>
                <a:ext uri="{FF2B5EF4-FFF2-40B4-BE49-F238E27FC236}">
                  <a16:creationId xmlns:a16="http://schemas.microsoft.com/office/drawing/2014/main" id="{4CCE7517-E52C-C3D1-598A-EF91D484B40E}"/>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63" name="Google Shape;51118;p67">
              <a:extLst>
                <a:ext uri="{FF2B5EF4-FFF2-40B4-BE49-F238E27FC236}">
                  <a16:creationId xmlns:a16="http://schemas.microsoft.com/office/drawing/2014/main" id="{7E1ADBAF-F369-3E9F-6FCA-E661E269099E}"/>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51164" name="Google Shape;51116;p67">
            <a:extLst>
              <a:ext uri="{FF2B5EF4-FFF2-40B4-BE49-F238E27FC236}">
                <a16:creationId xmlns:a16="http://schemas.microsoft.com/office/drawing/2014/main" id="{63A68594-518A-9E28-ABA0-8A7FFFC33B75}"/>
              </a:ext>
            </a:extLst>
          </p:cNvPr>
          <p:cNvGrpSpPr/>
          <p:nvPr/>
        </p:nvGrpSpPr>
        <p:grpSpPr>
          <a:xfrm rot="10800000">
            <a:off x="7071001" y="2461055"/>
            <a:ext cx="608120" cy="204279"/>
            <a:chOff x="1875300" y="3007925"/>
            <a:chExt cx="5393400" cy="0"/>
          </a:xfrm>
        </p:grpSpPr>
        <p:cxnSp>
          <p:nvCxnSpPr>
            <p:cNvPr id="51165" name="Google Shape;51117;p67">
              <a:extLst>
                <a:ext uri="{FF2B5EF4-FFF2-40B4-BE49-F238E27FC236}">
                  <a16:creationId xmlns:a16="http://schemas.microsoft.com/office/drawing/2014/main" id="{C003BE48-055D-89B5-EC28-10F8346B374E}"/>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1166" name="Google Shape;51118;p67">
              <a:extLst>
                <a:ext uri="{FF2B5EF4-FFF2-40B4-BE49-F238E27FC236}">
                  <a16:creationId xmlns:a16="http://schemas.microsoft.com/office/drawing/2014/main" id="{3B69D2D4-1365-2650-5234-0A319A96DF06}"/>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51167" name="TextBox 51166">
            <a:extLst>
              <a:ext uri="{FF2B5EF4-FFF2-40B4-BE49-F238E27FC236}">
                <a16:creationId xmlns:a16="http://schemas.microsoft.com/office/drawing/2014/main" id="{EDA70F02-0440-8B05-764D-726C1E9B2B2E}"/>
              </a:ext>
            </a:extLst>
          </p:cNvPr>
          <p:cNvSpPr txBox="1"/>
          <p:nvPr/>
        </p:nvSpPr>
        <p:spPr>
          <a:xfrm>
            <a:off x="1001568" y="3147929"/>
            <a:ext cx="1865340" cy="338554"/>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algn="ctr"/>
            <a:r>
              <a:rPr lang="en-US" sz="1600" dirty="0">
                <a:solidFill>
                  <a:schemeClr val="bg1"/>
                </a:solidFill>
                <a:latin typeface="Barlow" panose="00000500000000000000" pitchFamily="2" charset="0"/>
              </a:rPr>
              <a:t>NIST / ISO</a:t>
            </a:r>
          </a:p>
        </p:txBody>
      </p:sp>
      <p:sp>
        <p:nvSpPr>
          <p:cNvPr id="51168" name="TextBox 51167">
            <a:extLst>
              <a:ext uri="{FF2B5EF4-FFF2-40B4-BE49-F238E27FC236}">
                <a16:creationId xmlns:a16="http://schemas.microsoft.com/office/drawing/2014/main" id="{F37E6FF6-5573-E872-F8BA-1D49EDA5D5DD}"/>
              </a:ext>
            </a:extLst>
          </p:cNvPr>
          <p:cNvSpPr txBox="1"/>
          <p:nvPr/>
        </p:nvSpPr>
        <p:spPr>
          <a:xfrm>
            <a:off x="2843243" y="3168316"/>
            <a:ext cx="1665841" cy="338554"/>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algn="ctr"/>
            <a:r>
              <a:rPr lang="en-US" sz="1600" dirty="0">
                <a:solidFill>
                  <a:schemeClr val="bg1"/>
                </a:solidFill>
                <a:latin typeface="Barlow" panose="00000500000000000000" pitchFamily="2" charset="0"/>
              </a:rPr>
              <a:t>CIS / DISA</a:t>
            </a:r>
          </a:p>
        </p:txBody>
      </p:sp>
      <p:sp>
        <p:nvSpPr>
          <p:cNvPr id="51169" name="TextBox 51168">
            <a:extLst>
              <a:ext uri="{FF2B5EF4-FFF2-40B4-BE49-F238E27FC236}">
                <a16:creationId xmlns:a16="http://schemas.microsoft.com/office/drawing/2014/main" id="{9F039C32-A534-1B4C-84F1-7C8A364EC1EC}"/>
              </a:ext>
            </a:extLst>
          </p:cNvPr>
          <p:cNvSpPr txBox="1"/>
          <p:nvPr/>
        </p:nvSpPr>
        <p:spPr>
          <a:xfrm>
            <a:off x="4749736" y="3174709"/>
            <a:ext cx="1659249" cy="338554"/>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algn="ctr"/>
            <a:r>
              <a:rPr lang="en-US" sz="1600" dirty="0">
                <a:solidFill>
                  <a:schemeClr val="bg1"/>
                </a:solidFill>
                <a:latin typeface="Barlow" panose="00000500000000000000" pitchFamily="2" charset="0"/>
              </a:rPr>
              <a:t>OWASP</a:t>
            </a:r>
          </a:p>
        </p:txBody>
      </p:sp>
      <p:sp>
        <p:nvSpPr>
          <p:cNvPr id="51170" name="TextBox 51169">
            <a:extLst>
              <a:ext uri="{FF2B5EF4-FFF2-40B4-BE49-F238E27FC236}">
                <a16:creationId xmlns:a16="http://schemas.microsoft.com/office/drawing/2014/main" id="{E2A6A585-2248-5764-5A67-4EF9733E35DF}"/>
              </a:ext>
            </a:extLst>
          </p:cNvPr>
          <p:cNvSpPr txBox="1"/>
          <p:nvPr/>
        </p:nvSpPr>
        <p:spPr>
          <a:xfrm>
            <a:off x="6442304" y="3181101"/>
            <a:ext cx="1850550" cy="338554"/>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algn="ctr"/>
            <a:r>
              <a:rPr lang="en-US" sz="1600" dirty="0">
                <a:solidFill>
                  <a:schemeClr val="bg1"/>
                </a:solidFill>
                <a:latin typeface="Barlow" panose="00000500000000000000" pitchFamily="2" charset="0"/>
              </a:rPr>
              <a:t>CISA / ENISA</a:t>
            </a:r>
          </a:p>
        </p:txBody>
      </p:sp>
      <p:grpSp>
        <p:nvGrpSpPr>
          <p:cNvPr id="51171" name="Google Shape;49431;p44">
            <a:extLst>
              <a:ext uri="{FF2B5EF4-FFF2-40B4-BE49-F238E27FC236}">
                <a16:creationId xmlns:a16="http://schemas.microsoft.com/office/drawing/2014/main" id="{3CD87502-608A-8834-FB31-631FD75B8801}"/>
              </a:ext>
            </a:extLst>
          </p:cNvPr>
          <p:cNvGrpSpPr/>
          <p:nvPr/>
        </p:nvGrpSpPr>
        <p:grpSpPr>
          <a:xfrm rot="10800000" flipH="1">
            <a:off x="-2777003" y="3906356"/>
            <a:ext cx="5681843" cy="3181016"/>
            <a:chOff x="-2793134" y="-1946851"/>
            <a:chExt cx="5681843" cy="3181016"/>
          </a:xfrm>
        </p:grpSpPr>
        <p:grpSp>
          <p:nvGrpSpPr>
            <p:cNvPr id="51172" name="Google Shape;49432;p44">
              <a:extLst>
                <a:ext uri="{FF2B5EF4-FFF2-40B4-BE49-F238E27FC236}">
                  <a16:creationId xmlns:a16="http://schemas.microsoft.com/office/drawing/2014/main" id="{22ABCBA2-4F76-2D18-F074-18590D48CA49}"/>
                </a:ext>
              </a:extLst>
            </p:cNvPr>
            <p:cNvGrpSpPr/>
            <p:nvPr/>
          </p:nvGrpSpPr>
          <p:grpSpPr>
            <a:xfrm rot="10800000">
              <a:off x="-2793134" y="-1946851"/>
              <a:ext cx="5681843" cy="3181016"/>
              <a:chOff x="3406125" y="2174000"/>
              <a:chExt cx="2581600" cy="1445325"/>
            </a:xfrm>
          </p:grpSpPr>
          <p:sp>
            <p:nvSpPr>
              <p:cNvPr id="51196" name="Google Shape;49433;p44">
                <a:extLst>
                  <a:ext uri="{FF2B5EF4-FFF2-40B4-BE49-F238E27FC236}">
                    <a16:creationId xmlns:a16="http://schemas.microsoft.com/office/drawing/2014/main" id="{83848624-031C-C308-7CA5-1536048B015A}"/>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7" name="Google Shape;49434;p44">
                <a:extLst>
                  <a:ext uri="{FF2B5EF4-FFF2-40B4-BE49-F238E27FC236}">
                    <a16:creationId xmlns:a16="http://schemas.microsoft.com/office/drawing/2014/main" id="{656BBFEF-A416-3E7C-E79C-458D7810914B}"/>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8" name="Google Shape;49435;p44">
                <a:extLst>
                  <a:ext uri="{FF2B5EF4-FFF2-40B4-BE49-F238E27FC236}">
                    <a16:creationId xmlns:a16="http://schemas.microsoft.com/office/drawing/2014/main" id="{AE84A8EF-8FFA-8383-4CB0-8F48C0CD7677}"/>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9" name="Google Shape;49436;p44">
                <a:extLst>
                  <a:ext uri="{FF2B5EF4-FFF2-40B4-BE49-F238E27FC236}">
                    <a16:creationId xmlns:a16="http://schemas.microsoft.com/office/drawing/2014/main" id="{FBB9A848-D9B4-9438-FEDB-2E912F6E649E}"/>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0" name="Google Shape;49437;p44">
                <a:extLst>
                  <a:ext uri="{FF2B5EF4-FFF2-40B4-BE49-F238E27FC236}">
                    <a16:creationId xmlns:a16="http://schemas.microsoft.com/office/drawing/2014/main" id="{B856E8C1-73F5-B2CE-FE75-D00F6D646485}"/>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1" name="Google Shape;49438;p44">
                <a:extLst>
                  <a:ext uri="{FF2B5EF4-FFF2-40B4-BE49-F238E27FC236}">
                    <a16:creationId xmlns:a16="http://schemas.microsoft.com/office/drawing/2014/main" id="{6BA1ADA9-975E-4C4B-8D47-8678EFF72CAA}"/>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2" name="Google Shape;49439;p44">
                <a:extLst>
                  <a:ext uri="{FF2B5EF4-FFF2-40B4-BE49-F238E27FC236}">
                    <a16:creationId xmlns:a16="http://schemas.microsoft.com/office/drawing/2014/main" id="{88B94146-CC31-B9D2-DF94-A69DE0D40E6B}"/>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3" name="Google Shape;49440;p44">
                <a:extLst>
                  <a:ext uri="{FF2B5EF4-FFF2-40B4-BE49-F238E27FC236}">
                    <a16:creationId xmlns:a16="http://schemas.microsoft.com/office/drawing/2014/main" id="{E47F305C-4A9A-F87F-E1BC-5D1D0DFC9E62}"/>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4" name="Google Shape;49441;p44">
                <a:extLst>
                  <a:ext uri="{FF2B5EF4-FFF2-40B4-BE49-F238E27FC236}">
                    <a16:creationId xmlns:a16="http://schemas.microsoft.com/office/drawing/2014/main" id="{B11DF47A-7B17-BFD4-BE64-72D375E907AC}"/>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5" name="Google Shape;49442;p44">
                <a:extLst>
                  <a:ext uri="{FF2B5EF4-FFF2-40B4-BE49-F238E27FC236}">
                    <a16:creationId xmlns:a16="http://schemas.microsoft.com/office/drawing/2014/main" id="{64F5F4E2-5B20-F27C-B3ED-27D43AD7101E}"/>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6" name="Google Shape;49443;p44">
                <a:extLst>
                  <a:ext uri="{FF2B5EF4-FFF2-40B4-BE49-F238E27FC236}">
                    <a16:creationId xmlns:a16="http://schemas.microsoft.com/office/drawing/2014/main" id="{2659AD13-0535-B356-B41E-A479A2A91541}"/>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7" name="Google Shape;49444;p44">
                <a:extLst>
                  <a:ext uri="{FF2B5EF4-FFF2-40B4-BE49-F238E27FC236}">
                    <a16:creationId xmlns:a16="http://schemas.microsoft.com/office/drawing/2014/main" id="{2F87589F-5664-26CE-DB83-A5F3AA7106E4}"/>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8" name="Google Shape;49445;p44">
                <a:extLst>
                  <a:ext uri="{FF2B5EF4-FFF2-40B4-BE49-F238E27FC236}">
                    <a16:creationId xmlns:a16="http://schemas.microsoft.com/office/drawing/2014/main" id="{39B36F00-74DC-C9D7-5CE2-6202987BE416}"/>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9" name="Google Shape;49446;p44">
                <a:extLst>
                  <a:ext uri="{FF2B5EF4-FFF2-40B4-BE49-F238E27FC236}">
                    <a16:creationId xmlns:a16="http://schemas.microsoft.com/office/drawing/2014/main" id="{56F5F232-0965-6E28-7BC3-DA4EA5450421}"/>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0" name="Google Shape;49447;p44">
                <a:extLst>
                  <a:ext uri="{FF2B5EF4-FFF2-40B4-BE49-F238E27FC236}">
                    <a16:creationId xmlns:a16="http://schemas.microsoft.com/office/drawing/2014/main" id="{A0E39DE6-14A6-F459-1D3E-F2FA6268AA98}"/>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1" name="Google Shape;49448;p44">
                <a:extLst>
                  <a:ext uri="{FF2B5EF4-FFF2-40B4-BE49-F238E27FC236}">
                    <a16:creationId xmlns:a16="http://schemas.microsoft.com/office/drawing/2014/main" id="{F1750719-942F-A8C4-E94B-B4F57838ABDB}"/>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2" name="Google Shape;49449;p44">
                <a:extLst>
                  <a:ext uri="{FF2B5EF4-FFF2-40B4-BE49-F238E27FC236}">
                    <a16:creationId xmlns:a16="http://schemas.microsoft.com/office/drawing/2014/main" id="{980DD38B-CD6B-CBAB-AAFB-E47DFCD9356A}"/>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3" name="Google Shape;49450;p44">
                <a:extLst>
                  <a:ext uri="{FF2B5EF4-FFF2-40B4-BE49-F238E27FC236}">
                    <a16:creationId xmlns:a16="http://schemas.microsoft.com/office/drawing/2014/main" id="{B4B53CAD-3DB0-A3AB-0E33-80EE8113DC39}"/>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4" name="Google Shape;49451;p44">
                <a:extLst>
                  <a:ext uri="{FF2B5EF4-FFF2-40B4-BE49-F238E27FC236}">
                    <a16:creationId xmlns:a16="http://schemas.microsoft.com/office/drawing/2014/main" id="{E040CC44-138C-E9D3-C28F-D0BD27C6B0FD}"/>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5" name="Google Shape;49452;p44">
                <a:extLst>
                  <a:ext uri="{FF2B5EF4-FFF2-40B4-BE49-F238E27FC236}">
                    <a16:creationId xmlns:a16="http://schemas.microsoft.com/office/drawing/2014/main" id="{391889AF-EF26-9CDD-ABA6-B7583ADC97F6}"/>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6" name="Google Shape;49453;p44">
                <a:extLst>
                  <a:ext uri="{FF2B5EF4-FFF2-40B4-BE49-F238E27FC236}">
                    <a16:creationId xmlns:a16="http://schemas.microsoft.com/office/drawing/2014/main" id="{53A08AD8-9F7C-0DEE-ECE2-6493C564C081}"/>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7" name="Google Shape;49454;p44">
                <a:extLst>
                  <a:ext uri="{FF2B5EF4-FFF2-40B4-BE49-F238E27FC236}">
                    <a16:creationId xmlns:a16="http://schemas.microsoft.com/office/drawing/2014/main" id="{FBFE7B34-97FC-459D-8C64-84FF78498EF8}"/>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73" name="Google Shape;49455;p44">
              <a:extLst>
                <a:ext uri="{FF2B5EF4-FFF2-40B4-BE49-F238E27FC236}">
                  <a16:creationId xmlns:a16="http://schemas.microsoft.com/office/drawing/2014/main" id="{F07DCF48-39A8-6105-B639-44FE45C7F236}"/>
                </a:ext>
              </a:extLst>
            </p:cNvPr>
            <p:cNvGrpSpPr/>
            <p:nvPr/>
          </p:nvGrpSpPr>
          <p:grpSpPr>
            <a:xfrm rot="10800000">
              <a:off x="-2793134" y="-1946851"/>
              <a:ext cx="5681843" cy="3181016"/>
              <a:chOff x="3406125" y="2174000"/>
              <a:chExt cx="2581600" cy="1445325"/>
            </a:xfrm>
          </p:grpSpPr>
          <p:sp>
            <p:nvSpPr>
              <p:cNvPr id="51174" name="Google Shape;49456;p44">
                <a:extLst>
                  <a:ext uri="{FF2B5EF4-FFF2-40B4-BE49-F238E27FC236}">
                    <a16:creationId xmlns:a16="http://schemas.microsoft.com/office/drawing/2014/main" id="{A1D43554-A304-744E-461B-6A09ABD1243D}"/>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5" name="Google Shape;49457;p44">
                <a:extLst>
                  <a:ext uri="{FF2B5EF4-FFF2-40B4-BE49-F238E27FC236}">
                    <a16:creationId xmlns:a16="http://schemas.microsoft.com/office/drawing/2014/main" id="{A1922378-E48D-03FF-1C23-A8DCA8682A10}"/>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6" name="Google Shape;49458;p44">
                <a:extLst>
                  <a:ext uri="{FF2B5EF4-FFF2-40B4-BE49-F238E27FC236}">
                    <a16:creationId xmlns:a16="http://schemas.microsoft.com/office/drawing/2014/main" id="{F3EA1F11-9FEF-BD97-84D1-BCC85C5B9478}"/>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7" name="Google Shape;49459;p44">
                <a:extLst>
                  <a:ext uri="{FF2B5EF4-FFF2-40B4-BE49-F238E27FC236}">
                    <a16:creationId xmlns:a16="http://schemas.microsoft.com/office/drawing/2014/main" id="{6B1439CF-5B31-5BB4-EDAE-648FA15DD82C}"/>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8" name="Google Shape;49460;p44">
                <a:extLst>
                  <a:ext uri="{FF2B5EF4-FFF2-40B4-BE49-F238E27FC236}">
                    <a16:creationId xmlns:a16="http://schemas.microsoft.com/office/drawing/2014/main" id="{E6F8797A-7289-4E55-2A50-79A88B87481C}"/>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9" name="Google Shape;49461;p44">
                <a:extLst>
                  <a:ext uri="{FF2B5EF4-FFF2-40B4-BE49-F238E27FC236}">
                    <a16:creationId xmlns:a16="http://schemas.microsoft.com/office/drawing/2014/main" id="{D2EF1014-3438-61BB-1F8E-D1DCEBA94A40}"/>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0" name="Google Shape;49462;p44">
                <a:extLst>
                  <a:ext uri="{FF2B5EF4-FFF2-40B4-BE49-F238E27FC236}">
                    <a16:creationId xmlns:a16="http://schemas.microsoft.com/office/drawing/2014/main" id="{8A464570-28D5-A027-9668-D0496B91A9B8}"/>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1" name="Google Shape;49463;p44">
                <a:extLst>
                  <a:ext uri="{FF2B5EF4-FFF2-40B4-BE49-F238E27FC236}">
                    <a16:creationId xmlns:a16="http://schemas.microsoft.com/office/drawing/2014/main" id="{A68BB96B-F335-AB3B-3C5F-A5C634293E0E}"/>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2" name="Google Shape;49464;p44">
                <a:extLst>
                  <a:ext uri="{FF2B5EF4-FFF2-40B4-BE49-F238E27FC236}">
                    <a16:creationId xmlns:a16="http://schemas.microsoft.com/office/drawing/2014/main" id="{E4BCED76-D6E7-BC35-BA2E-EF44CE04143F}"/>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3" name="Google Shape;49465;p44">
                <a:extLst>
                  <a:ext uri="{FF2B5EF4-FFF2-40B4-BE49-F238E27FC236}">
                    <a16:creationId xmlns:a16="http://schemas.microsoft.com/office/drawing/2014/main" id="{2C1DB007-D04E-17D3-045E-3242C8CD4961}"/>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4" name="Google Shape;49466;p44">
                <a:extLst>
                  <a:ext uri="{FF2B5EF4-FFF2-40B4-BE49-F238E27FC236}">
                    <a16:creationId xmlns:a16="http://schemas.microsoft.com/office/drawing/2014/main" id="{1F222EBF-A106-1EE0-0B02-88A19B757B63}"/>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5" name="Google Shape;49467;p44">
                <a:extLst>
                  <a:ext uri="{FF2B5EF4-FFF2-40B4-BE49-F238E27FC236}">
                    <a16:creationId xmlns:a16="http://schemas.microsoft.com/office/drawing/2014/main" id="{3776D3E0-DD9D-FFA0-9C7A-22404FC88841}"/>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6" name="Google Shape;49468;p44">
                <a:extLst>
                  <a:ext uri="{FF2B5EF4-FFF2-40B4-BE49-F238E27FC236}">
                    <a16:creationId xmlns:a16="http://schemas.microsoft.com/office/drawing/2014/main" id="{DE73392E-8BEE-5D92-7048-315C4D49F804}"/>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7" name="Google Shape;49469;p44">
                <a:extLst>
                  <a:ext uri="{FF2B5EF4-FFF2-40B4-BE49-F238E27FC236}">
                    <a16:creationId xmlns:a16="http://schemas.microsoft.com/office/drawing/2014/main" id="{4FA9F823-8826-E934-431D-2BE3FAE149EF}"/>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8" name="Google Shape;49470;p44">
                <a:extLst>
                  <a:ext uri="{FF2B5EF4-FFF2-40B4-BE49-F238E27FC236}">
                    <a16:creationId xmlns:a16="http://schemas.microsoft.com/office/drawing/2014/main" id="{CD65EAA2-452A-52E8-6AA1-E6246E7D95C7}"/>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9" name="Google Shape;49471;p44">
                <a:extLst>
                  <a:ext uri="{FF2B5EF4-FFF2-40B4-BE49-F238E27FC236}">
                    <a16:creationId xmlns:a16="http://schemas.microsoft.com/office/drawing/2014/main" id="{7E4F7FF0-5C11-BEB9-4533-6453EB29CB84}"/>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0" name="Google Shape;49472;p44">
                <a:extLst>
                  <a:ext uri="{FF2B5EF4-FFF2-40B4-BE49-F238E27FC236}">
                    <a16:creationId xmlns:a16="http://schemas.microsoft.com/office/drawing/2014/main" id="{E0745CE2-40DB-2910-21EB-2DE9C5940E58}"/>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1" name="Google Shape;49473;p44">
                <a:extLst>
                  <a:ext uri="{FF2B5EF4-FFF2-40B4-BE49-F238E27FC236}">
                    <a16:creationId xmlns:a16="http://schemas.microsoft.com/office/drawing/2014/main" id="{6F64ECC4-4321-5F82-C6CC-D2475CB166A7}"/>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2" name="Google Shape;49474;p44">
                <a:extLst>
                  <a:ext uri="{FF2B5EF4-FFF2-40B4-BE49-F238E27FC236}">
                    <a16:creationId xmlns:a16="http://schemas.microsoft.com/office/drawing/2014/main" id="{FB7A33B3-175E-3CFA-2187-05CC91D7002A}"/>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3" name="Google Shape;49475;p44">
                <a:extLst>
                  <a:ext uri="{FF2B5EF4-FFF2-40B4-BE49-F238E27FC236}">
                    <a16:creationId xmlns:a16="http://schemas.microsoft.com/office/drawing/2014/main" id="{0C8C4A90-61E2-8D85-C901-2FCB2FA4D03C}"/>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4" name="Google Shape;49476;p44">
                <a:extLst>
                  <a:ext uri="{FF2B5EF4-FFF2-40B4-BE49-F238E27FC236}">
                    <a16:creationId xmlns:a16="http://schemas.microsoft.com/office/drawing/2014/main" id="{247C4445-A392-5277-2790-4718DC8AD33C}"/>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5" name="Google Shape;49477;p44">
                <a:extLst>
                  <a:ext uri="{FF2B5EF4-FFF2-40B4-BE49-F238E27FC236}">
                    <a16:creationId xmlns:a16="http://schemas.microsoft.com/office/drawing/2014/main" id="{3DF41F7C-5A52-BEAB-344F-8D9D82912DD4}"/>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9614">
          <a:extLst>
            <a:ext uri="{FF2B5EF4-FFF2-40B4-BE49-F238E27FC236}">
              <a16:creationId xmlns:a16="http://schemas.microsoft.com/office/drawing/2014/main" id="{757CAB7C-1DD0-94CA-D438-A480FA421593}"/>
            </a:ext>
          </a:extLst>
        </p:cNvPr>
        <p:cNvGrpSpPr/>
        <p:nvPr/>
      </p:nvGrpSpPr>
      <p:grpSpPr>
        <a:xfrm>
          <a:off x="0" y="0"/>
          <a:ext cx="0" cy="0"/>
          <a:chOff x="0" y="0"/>
          <a:chExt cx="0" cy="0"/>
        </a:xfrm>
      </p:grpSpPr>
      <p:sp>
        <p:nvSpPr>
          <p:cNvPr id="49615" name="Google Shape;49615;p45">
            <a:extLst>
              <a:ext uri="{FF2B5EF4-FFF2-40B4-BE49-F238E27FC236}">
                <a16:creationId xmlns:a16="http://schemas.microsoft.com/office/drawing/2014/main" id="{4E22F7A9-E60D-8AB9-F33F-56508697195B}"/>
              </a:ext>
            </a:extLst>
          </p:cNvPr>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lvl="0"/>
            <a:r>
              <a:rPr lang="en-US" sz="2400" b="1" dirty="0">
                <a:solidFill>
                  <a:schemeClr val="bg2"/>
                </a:solidFill>
              </a:rPr>
              <a:t>LỚP KIẾN TRÚC VÀ QUẢN TRỊ RỦI RO TỔNG THỂ (NIST &amp; ISO/IEC)</a:t>
            </a:r>
          </a:p>
        </p:txBody>
      </p:sp>
      <p:sp>
        <p:nvSpPr>
          <p:cNvPr id="2" name="TextBox 1">
            <a:extLst>
              <a:ext uri="{FF2B5EF4-FFF2-40B4-BE49-F238E27FC236}">
                <a16:creationId xmlns:a16="http://schemas.microsoft.com/office/drawing/2014/main" id="{D4E9D15D-0DB9-F05F-B9F1-854BA40EEBA5}"/>
              </a:ext>
            </a:extLst>
          </p:cNvPr>
          <p:cNvSpPr txBox="1"/>
          <p:nvPr/>
        </p:nvSpPr>
        <p:spPr>
          <a:xfrm>
            <a:off x="1156734" y="1098699"/>
            <a:ext cx="7455638"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vi-VN" sz="1200" dirty="0">
                <a:solidFill>
                  <a:schemeClr val="bg1"/>
                </a:solidFill>
                <a:latin typeface="Barlow" panose="00000500000000000000" pitchFamily="2" charset="0"/>
              </a:rPr>
              <a:t>Lớp nền tảng cung cấp cơ sở để tổ chức xây dựng chính sách quản lý, kiến trúc bảo mật và mạng lưới kết nối an toàn cho thiết bị di động.</a:t>
            </a:r>
            <a:endParaRPr lang="en-US" sz="1200" dirty="0">
              <a:solidFill>
                <a:schemeClr val="bg1"/>
              </a:solidFill>
              <a:latin typeface="Barlow" panose="00000500000000000000" pitchFamily="2" charset="0"/>
            </a:endParaRPr>
          </a:p>
        </p:txBody>
      </p:sp>
      <p:sp>
        <p:nvSpPr>
          <p:cNvPr id="49604" name="TextBox 49603">
            <a:extLst>
              <a:ext uri="{FF2B5EF4-FFF2-40B4-BE49-F238E27FC236}">
                <a16:creationId xmlns:a16="http://schemas.microsoft.com/office/drawing/2014/main" id="{C3579959-6D5F-0774-4EB3-2EBE1D10A9AF}"/>
              </a:ext>
            </a:extLst>
          </p:cNvPr>
          <p:cNvSpPr txBox="1"/>
          <p:nvPr/>
        </p:nvSpPr>
        <p:spPr>
          <a:xfrm>
            <a:off x="1441971" y="1694784"/>
            <a:ext cx="2018501" cy="307777"/>
          </a:xfrm>
          <a:prstGeom prst="rect">
            <a:avLst/>
          </a:prstGeom>
          <a:noFill/>
        </p:spPr>
        <p:txBody>
          <a:bodyPr wrap="none" rtlCol="0">
            <a:spAutoFit/>
          </a:bodyPr>
          <a:lstStyle/>
          <a:p>
            <a:r>
              <a:rPr lang="en-US" b="1" dirty="0">
                <a:solidFill>
                  <a:schemeClr val="bg2"/>
                </a:solidFill>
                <a:latin typeface="Barlow" panose="00000500000000000000" pitchFamily="2" charset="0"/>
              </a:rPr>
              <a:t>NIST SP 800-124 Rev. 2</a:t>
            </a:r>
          </a:p>
        </p:txBody>
      </p:sp>
      <p:sp>
        <p:nvSpPr>
          <p:cNvPr id="49610" name="TextBox 49609">
            <a:extLst>
              <a:ext uri="{FF2B5EF4-FFF2-40B4-BE49-F238E27FC236}">
                <a16:creationId xmlns:a16="http://schemas.microsoft.com/office/drawing/2014/main" id="{ADB70B4D-7E0E-04C0-CB47-4FB1AB08E95E}"/>
              </a:ext>
            </a:extLst>
          </p:cNvPr>
          <p:cNvSpPr txBox="1"/>
          <p:nvPr/>
        </p:nvSpPr>
        <p:spPr>
          <a:xfrm>
            <a:off x="5136632" y="1656964"/>
            <a:ext cx="3180679" cy="307777"/>
          </a:xfrm>
          <a:prstGeom prst="rect">
            <a:avLst/>
          </a:prstGeom>
          <a:noFill/>
        </p:spPr>
        <p:txBody>
          <a:bodyPr wrap="none" rtlCol="0">
            <a:spAutoFit/>
          </a:bodyPr>
          <a:lstStyle/>
          <a:p>
            <a:r>
              <a:rPr lang="en-US" b="1" dirty="0">
                <a:solidFill>
                  <a:schemeClr val="bg2"/>
                </a:solidFill>
                <a:latin typeface="Barlow" panose="00000500000000000000" pitchFamily="2" charset="0"/>
              </a:rPr>
              <a:t>ISO/IEC 27001 &amp; 27002 – </a:t>
            </a:r>
            <a:r>
              <a:rPr lang="en-US" b="1" dirty="0" err="1">
                <a:solidFill>
                  <a:schemeClr val="bg2"/>
                </a:solidFill>
                <a:latin typeface="Barlow" panose="00000500000000000000" pitchFamily="2" charset="0"/>
              </a:rPr>
              <a:t>Kiểm</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soát</a:t>
            </a:r>
            <a:r>
              <a:rPr lang="en-US" b="1" dirty="0">
                <a:solidFill>
                  <a:schemeClr val="bg2"/>
                </a:solidFill>
                <a:latin typeface="Barlow" panose="00000500000000000000" pitchFamily="2" charset="0"/>
              </a:rPr>
              <a:t> 8.1</a:t>
            </a:r>
          </a:p>
        </p:txBody>
      </p:sp>
      <p:pic>
        <p:nvPicPr>
          <p:cNvPr id="3" name="Graphic 2" descr="Shield Tick outline">
            <a:extLst>
              <a:ext uri="{FF2B5EF4-FFF2-40B4-BE49-F238E27FC236}">
                <a16:creationId xmlns:a16="http://schemas.microsoft.com/office/drawing/2014/main" id="{8906FB7D-D496-DD80-1EDA-BF1895747A2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9811" y="991303"/>
            <a:ext cx="569061" cy="569061"/>
          </a:xfrm>
          <a:prstGeom prst="rect">
            <a:avLst/>
          </a:prstGeom>
        </p:spPr>
      </p:pic>
      <p:grpSp>
        <p:nvGrpSpPr>
          <p:cNvPr id="4" name="Google Shape;51116;p67">
            <a:extLst>
              <a:ext uri="{FF2B5EF4-FFF2-40B4-BE49-F238E27FC236}">
                <a16:creationId xmlns:a16="http://schemas.microsoft.com/office/drawing/2014/main" id="{A14E22CE-78F7-4A51-BB97-2A3E5CCB4A81}"/>
              </a:ext>
            </a:extLst>
          </p:cNvPr>
          <p:cNvGrpSpPr/>
          <p:nvPr/>
        </p:nvGrpSpPr>
        <p:grpSpPr>
          <a:xfrm rot="5400000">
            <a:off x="2965168" y="3192022"/>
            <a:ext cx="2782505" cy="204279"/>
            <a:chOff x="1875300" y="3007925"/>
            <a:chExt cx="5393400" cy="0"/>
          </a:xfrm>
        </p:grpSpPr>
        <p:cxnSp>
          <p:nvCxnSpPr>
            <p:cNvPr id="5" name="Google Shape;51117;p67">
              <a:extLst>
                <a:ext uri="{FF2B5EF4-FFF2-40B4-BE49-F238E27FC236}">
                  <a16:creationId xmlns:a16="http://schemas.microsoft.com/office/drawing/2014/main" id="{4C0FFA7D-E367-A56E-BAA5-FD3A379C822C}"/>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6" name="Google Shape;51118;p67">
              <a:extLst>
                <a:ext uri="{FF2B5EF4-FFF2-40B4-BE49-F238E27FC236}">
                  <a16:creationId xmlns:a16="http://schemas.microsoft.com/office/drawing/2014/main" id="{39523FAC-B3E0-F21E-C5A7-6AFC5155378F}"/>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605" name="TextBox 49604">
            <a:extLst>
              <a:ext uri="{FF2B5EF4-FFF2-40B4-BE49-F238E27FC236}">
                <a16:creationId xmlns:a16="http://schemas.microsoft.com/office/drawing/2014/main" id="{7FC37785-56F4-E40E-63B6-B589B8F182A8}"/>
              </a:ext>
            </a:extLst>
          </p:cNvPr>
          <p:cNvSpPr txBox="1"/>
          <p:nvPr/>
        </p:nvSpPr>
        <p:spPr>
          <a:xfrm>
            <a:off x="599810" y="2136981"/>
            <a:ext cx="3702825" cy="2546851"/>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Chuyển từ MDM sang UEM, quản lý thiết bị theo bối cảnh và trạng thái truy cập.</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Áp dụng Data Containerization để tách biệt dữ liệu công việc/cá nhân, hỗ trợ mã hóa và xóa dữ liệu từ xa.</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Tích hợp Zero Trust, liên tục đánh giá độ tin cậy thiết bị và kiểm soát truy cập theo từng ứng dụng.</a:t>
            </a:r>
            <a:endParaRPr lang="en-US" sz="1200" dirty="0">
              <a:solidFill>
                <a:schemeClr val="bg1"/>
              </a:solidFill>
              <a:latin typeface="Barlow" panose="00000500000000000000" pitchFamily="2" charset="0"/>
            </a:endParaRPr>
          </a:p>
        </p:txBody>
      </p:sp>
      <p:sp>
        <p:nvSpPr>
          <p:cNvPr id="49606" name="TextBox 49605">
            <a:extLst>
              <a:ext uri="{FF2B5EF4-FFF2-40B4-BE49-F238E27FC236}">
                <a16:creationId xmlns:a16="http://schemas.microsoft.com/office/drawing/2014/main" id="{BA35165E-BE66-4A88-AC86-EB945D897A27}"/>
              </a:ext>
            </a:extLst>
          </p:cNvPr>
          <p:cNvSpPr txBox="1"/>
          <p:nvPr/>
        </p:nvSpPr>
        <p:spPr>
          <a:xfrm>
            <a:off x="4976064" y="2159236"/>
            <a:ext cx="4019079" cy="1992853"/>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Quản lý rủi ro theo chu trình PDCA.</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Duy trì danh mục tài sản di động.</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Ban hành chính sách sử dụng chấp nhận được.</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Chuẩn hóa quy trình cấp phát và thu hồi quyền truy cập.</a:t>
            </a:r>
            <a:endParaRPr lang="en-US" sz="1200" dirty="0">
              <a:solidFill>
                <a:schemeClr val="bg1"/>
              </a:solidFill>
              <a:latin typeface="Barlow" panose="00000500000000000000" pitchFamily="2" charset="0"/>
            </a:endParaRPr>
          </a:p>
        </p:txBody>
      </p:sp>
    </p:spTree>
    <p:extLst>
      <p:ext uri="{BB962C8B-B14F-4D97-AF65-F5344CB8AC3E}">
        <p14:creationId xmlns:p14="http://schemas.microsoft.com/office/powerpoint/2010/main" val="2439860034"/>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9614">
          <a:extLst>
            <a:ext uri="{FF2B5EF4-FFF2-40B4-BE49-F238E27FC236}">
              <a16:creationId xmlns:a16="http://schemas.microsoft.com/office/drawing/2014/main" id="{06464732-E6DC-F86C-5EEE-3C1DF67F064D}"/>
            </a:ext>
          </a:extLst>
        </p:cNvPr>
        <p:cNvGrpSpPr/>
        <p:nvPr/>
      </p:nvGrpSpPr>
      <p:grpSpPr>
        <a:xfrm>
          <a:off x="0" y="0"/>
          <a:ext cx="0" cy="0"/>
          <a:chOff x="0" y="0"/>
          <a:chExt cx="0" cy="0"/>
        </a:xfrm>
      </p:grpSpPr>
      <p:sp>
        <p:nvSpPr>
          <p:cNvPr id="49615" name="Google Shape;49615;p45">
            <a:extLst>
              <a:ext uri="{FF2B5EF4-FFF2-40B4-BE49-F238E27FC236}">
                <a16:creationId xmlns:a16="http://schemas.microsoft.com/office/drawing/2014/main" id="{DD06BEC0-4508-845A-1E8B-D9F4B31246DB}"/>
              </a:ext>
            </a:extLst>
          </p:cNvPr>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lvl="0"/>
            <a:r>
              <a:rPr lang="en-US" sz="2400" b="1" dirty="0">
                <a:solidFill>
                  <a:schemeClr val="bg2"/>
                </a:solidFill>
              </a:rPr>
              <a:t>LỚP CẤU HÌNH THIẾT BỊ VÀ HỆ ĐIỀU HÀNH (CIS &amp; DISA)</a:t>
            </a:r>
          </a:p>
        </p:txBody>
      </p:sp>
      <p:sp>
        <p:nvSpPr>
          <p:cNvPr id="2" name="TextBox 1">
            <a:extLst>
              <a:ext uri="{FF2B5EF4-FFF2-40B4-BE49-F238E27FC236}">
                <a16:creationId xmlns:a16="http://schemas.microsoft.com/office/drawing/2014/main" id="{AC5ECD8F-4F4A-1865-FA80-93CF5BC44862}"/>
              </a:ext>
            </a:extLst>
          </p:cNvPr>
          <p:cNvSpPr txBox="1"/>
          <p:nvPr/>
        </p:nvSpPr>
        <p:spPr>
          <a:xfrm>
            <a:off x="1156734" y="1098699"/>
            <a:ext cx="7455638"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vi-VN" sz="1200" dirty="0">
                <a:solidFill>
                  <a:schemeClr val="bg1"/>
                </a:solidFill>
                <a:latin typeface="Barlow" panose="00000500000000000000" pitchFamily="2" charset="0"/>
              </a:rPr>
              <a:t>Lớp này đưa ra các tham số kỹ thuật để củng cố hệ điều hành, giảm rủi ro từ cấu hình mặc định và lỗ hổng trên thiết bị di động thương mại.</a:t>
            </a:r>
            <a:endParaRPr lang="en-US" sz="1200" dirty="0">
              <a:solidFill>
                <a:schemeClr val="bg1"/>
              </a:solidFill>
              <a:latin typeface="Barlow" panose="00000500000000000000" pitchFamily="2" charset="0"/>
            </a:endParaRPr>
          </a:p>
        </p:txBody>
      </p:sp>
      <p:sp>
        <p:nvSpPr>
          <p:cNvPr id="49604" name="TextBox 49603">
            <a:extLst>
              <a:ext uri="{FF2B5EF4-FFF2-40B4-BE49-F238E27FC236}">
                <a16:creationId xmlns:a16="http://schemas.microsoft.com/office/drawing/2014/main" id="{67CC5183-5935-556E-7720-1FCA296E2132}"/>
              </a:ext>
            </a:extLst>
          </p:cNvPr>
          <p:cNvSpPr txBox="1"/>
          <p:nvPr/>
        </p:nvSpPr>
        <p:spPr>
          <a:xfrm>
            <a:off x="1034808" y="1749020"/>
            <a:ext cx="2832827" cy="307777"/>
          </a:xfrm>
          <a:prstGeom prst="rect">
            <a:avLst/>
          </a:prstGeom>
          <a:noFill/>
        </p:spPr>
        <p:txBody>
          <a:bodyPr wrap="none" rtlCol="0">
            <a:spAutoFit/>
          </a:bodyPr>
          <a:lstStyle/>
          <a:p>
            <a:r>
              <a:rPr lang="en-US" b="1" dirty="0">
                <a:solidFill>
                  <a:schemeClr val="bg2"/>
                </a:solidFill>
                <a:latin typeface="Barlow" panose="00000500000000000000" pitchFamily="2" charset="0"/>
              </a:rPr>
              <a:t>CIS Benchmarks </a:t>
            </a:r>
            <a:r>
              <a:rPr lang="en-US" b="1" dirty="0" err="1">
                <a:solidFill>
                  <a:schemeClr val="bg2"/>
                </a:solidFill>
                <a:latin typeface="Barlow" panose="00000500000000000000" pitchFamily="2" charset="0"/>
              </a:rPr>
              <a:t>cho</a:t>
            </a:r>
            <a:r>
              <a:rPr lang="en-US" b="1" dirty="0">
                <a:solidFill>
                  <a:schemeClr val="bg2"/>
                </a:solidFill>
                <a:latin typeface="Barlow" panose="00000500000000000000" pitchFamily="2" charset="0"/>
              </a:rPr>
              <a:t> iOS/Android</a:t>
            </a:r>
          </a:p>
        </p:txBody>
      </p:sp>
      <p:sp>
        <p:nvSpPr>
          <p:cNvPr id="49610" name="TextBox 49609">
            <a:extLst>
              <a:ext uri="{FF2B5EF4-FFF2-40B4-BE49-F238E27FC236}">
                <a16:creationId xmlns:a16="http://schemas.microsoft.com/office/drawing/2014/main" id="{15326810-0CC8-1094-F112-2A0F17E1F0E6}"/>
              </a:ext>
            </a:extLst>
          </p:cNvPr>
          <p:cNvSpPr txBox="1"/>
          <p:nvPr/>
        </p:nvSpPr>
        <p:spPr>
          <a:xfrm>
            <a:off x="6228241" y="1719417"/>
            <a:ext cx="1064715" cy="307777"/>
          </a:xfrm>
          <a:prstGeom prst="rect">
            <a:avLst/>
          </a:prstGeom>
          <a:noFill/>
        </p:spPr>
        <p:txBody>
          <a:bodyPr wrap="none" rtlCol="0">
            <a:spAutoFit/>
          </a:bodyPr>
          <a:lstStyle/>
          <a:p>
            <a:r>
              <a:rPr lang="en-US" b="1" dirty="0">
                <a:solidFill>
                  <a:schemeClr val="bg2"/>
                </a:solidFill>
                <a:latin typeface="Barlow" panose="00000500000000000000" pitchFamily="2" charset="0"/>
              </a:rPr>
              <a:t>DISA STIGs</a:t>
            </a:r>
          </a:p>
        </p:txBody>
      </p:sp>
      <p:pic>
        <p:nvPicPr>
          <p:cNvPr id="3" name="Graphic 2" descr="Shield Tick outline">
            <a:extLst>
              <a:ext uri="{FF2B5EF4-FFF2-40B4-BE49-F238E27FC236}">
                <a16:creationId xmlns:a16="http://schemas.microsoft.com/office/drawing/2014/main" id="{B4DF904A-DE24-ED0A-CA4C-E71622E3014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9811" y="991303"/>
            <a:ext cx="569061" cy="569061"/>
          </a:xfrm>
          <a:prstGeom prst="rect">
            <a:avLst/>
          </a:prstGeom>
        </p:spPr>
      </p:pic>
      <p:grpSp>
        <p:nvGrpSpPr>
          <p:cNvPr id="4" name="Google Shape;51116;p67">
            <a:extLst>
              <a:ext uri="{FF2B5EF4-FFF2-40B4-BE49-F238E27FC236}">
                <a16:creationId xmlns:a16="http://schemas.microsoft.com/office/drawing/2014/main" id="{A37A7FD7-91EA-9FFB-BE6B-24D37259A457}"/>
              </a:ext>
            </a:extLst>
          </p:cNvPr>
          <p:cNvGrpSpPr/>
          <p:nvPr/>
        </p:nvGrpSpPr>
        <p:grpSpPr>
          <a:xfrm rot="5400000">
            <a:off x="2965168" y="3192022"/>
            <a:ext cx="2782505" cy="204279"/>
            <a:chOff x="1875300" y="3007925"/>
            <a:chExt cx="5393400" cy="0"/>
          </a:xfrm>
        </p:grpSpPr>
        <p:cxnSp>
          <p:nvCxnSpPr>
            <p:cNvPr id="5" name="Google Shape;51117;p67">
              <a:extLst>
                <a:ext uri="{FF2B5EF4-FFF2-40B4-BE49-F238E27FC236}">
                  <a16:creationId xmlns:a16="http://schemas.microsoft.com/office/drawing/2014/main" id="{FE1A987D-E49B-CE74-8A90-53A092D116DD}"/>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6" name="Google Shape;51118;p67">
              <a:extLst>
                <a:ext uri="{FF2B5EF4-FFF2-40B4-BE49-F238E27FC236}">
                  <a16:creationId xmlns:a16="http://schemas.microsoft.com/office/drawing/2014/main" id="{0937E067-9B9E-D1BC-3BAF-B53DBBE1BE44}"/>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605" name="TextBox 49604">
            <a:extLst>
              <a:ext uri="{FF2B5EF4-FFF2-40B4-BE49-F238E27FC236}">
                <a16:creationId xmlns:a16="http://schemas.microsoft.com/office/drawing/2014/main" id="{79F73544-ECCB-F867-6A2F-1AECF1D3DC83}"/>
              </a:ext>
            </a:extLst>
          </p:cNvPr>
          <p:cNvSpPr txBox="1"/>
          <p:nvPr/>
        </p:nvSpPr>
        <p:spPr>
          <a:xfrm>
            <a:off x="599810" y="2136981"/>
            <a:ext cx="3702825" cy="607859"/>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Cung cấp mẫu cấu hình bảo mật triển khai qua UEM.</a:t>
            </a:r>
            <a:endParaRPr lang="en-US" sz="1200" dirty="0">
              <a:solidFill>
                <a:schemeClr val="bg1"/>
              </a:solidFill>
              <a:latin typeface="Barlow" panose="00000500000000000000" pitchFamily="2" charset="0"/>
            </a:endParaRPr>
          </a:p>
        </p:txBody>
      </p:sp>
      <p:sp>
        <p:nvSpPr>
          <p:cNvPr id="49606" name="TextBox 49605">
            <a:extLst>
              <a:ext uri="{FF2B5EF4-FFF2-40B4-BE49-F238E27FC236}">
                <a16:creationId xmlns:a16="http://schemas.microsoft.com/office/drawing/2014/main" id="{C11338D9-3EA2-5A08-2ECF-8F8FA6E49F7E}"/>
              </a:ext>
            </a:extLst>
          </p:cNvPr>
          <p:cNvSpPr txBox="1"/>
          <p:nvPr/>
        </p:nvSpPr>
        <p:spPr>
          <a:xfrm>
            <a:off x="4976064" y="2159236"/>
            <a:ext cx="4019079" cy="2546851"/>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Áp dụng cho hệ thống trọng yếu, yêu cầu kiểm soát nghiêm ngặt.</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Có thể vô hiệu hóa camera, microphone, Bluetooth tại vùng hạn chế.</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Cấm sao chép dữ liệu giữa vùng quản lý và cá nhân.</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Cấm sao lưu dữ liệu lên đám mây công cộng.</a:t>
            </a:r>
            <a:endParaRPr lang="en-US" sz="1200" dirty="0">
              <a:solidFill>
                <a:schemeClr val="bg1"/>
              </a:solidFill>
              <a:latin typeface="Barlow" panose="00000500000000000000" pitchFamily="2" charset="0"/>
            </a:endParaRPr>
          </a:p>
        </p:txBody>
      </p:sp>
      <p:sp>
        <p:nvSpPr>
          <p:cNvPr id="8" name="TextBox 7">
            <a:extLst>
              <a:ext uri="{FF2B5EF4-FFF2-40B4-BE49-F238E27FC236}">
                <a16:creationId xmlns:a16="http://schemas.microsoft.com/office/drawing/2014/main" id="{765C9D99-3F6C-2765-DA35-F2A512336A83}"/>
              </a:ext>
            </a:extLst>
          </p:cNvPr>
          <p:cNvSpPr txBox="1"/>
          <p:nvPr/>
        </p:nvSpPr>
        <p:spPr>
          <a:xfrm>
            <a:off x="1034808" y="2825024"/>
            <a:ext cx="3267823" cy="1715854"/>
          </a:xfrm>
          <a:prstGeom prst="rect">
            <a:avLst/>
          </a:prstGeom>
          <a:noFill/>
        </p:spPr>
        <p:txBody>
          <a:bodyPr wrap="square">
            <a:spAutoFit/>
          </a:bodyPr>
          <a:lstStyle/>
          <a:p>
            <a:pPr marL="171450" lvl="8" indent="-171450">
              <a:lnSpc>
                <a:spcPct val="150000"/>
              </a:lnSpc>
              <a:buClr>
                <a:schemeClr val="bg2"/>
              </a:buClr>
              <a:buFont typeface="Courier New" panose="02070309020205020404" pitchFamily="49" charset="0"/>
              <a:buChar char="o"/>
            </a:pPr>
            <a:r>
              <a:rPr lang="vi-VN" sz="1200" dirty="0">
                <a:solidFill>
                  <a:schemeClr val="bg1"/>
                </a:solidFill>
                <a:latin typeface="Barlow" panose="00000500000000000000" pitchFamily="2" charset="0"/>
              </a:rPr>
              <a:t>Level 1: áp dụng cơ bản như mật khẩu mạnh, tự động khóa màn hình, ẩn nội dung nhạy cảm trên màn hình khóa.</a:t>
            </a:r>
            <a:endParaRPr lang="en-US" sz="1200" dirty="0">
              <a:solidFill>
                <a:schemeClr val="bg1"/>
              </a:solidFill>
              <a:latin typeface="Barlow" panose="00000500000000000000" pitchFamily="2" charset="0"/>
            </a:endParaRPr>
          </a:p>
          <a:p>
            <a:pPr marL="171450" indent="-171450">
              <a:lnSpc>
                <a:spcPct val="150000"/>
              </a:lnSpc>
              <a:buClr>
                <a:schemeClr val="bg2"/>
              </a:buClr>
              <a:buFont typeface="Courier New" panose="02070309020205020404" pitchFamily="49" charset="0"/>
              <a:buChar char="o"/>
            </a:pPr>
            <a:r>
              <a:rPr lang="vi-VN" sz="1200" dirty="0">
                <a:solidFill>
                  <a:schemeClr val="bg1"/>
                </a:solidFill>
                <a:latin typeface="Barlow" panose="00000500000000000000" pitchFamily="2" charset="0"/>
              </a:rPr>
              <a:t>Level 2: dùng cho môi trường an ninh cao, chặn Wi-Fi rủi ro, chứng chỉ Root không rõ nguồn gốc và thiết bị Jailbreak/Root.</a:t>
            </a:r>
            <a:endParaRPr lang="en-US" sz="1200" dirty="0">
              <a:solidFill>
                <a:schemeClr val="bg1"/>
              </a:solidFill>
              <a:latin typeface="Barlow" panose="00000500000000000000" pitchFamily="2" charset="0"/>
            </a:endParaRPr>
          </a:p>
        </p:txBody>
      </p:sp>
    </p:spTree>
    <p:extLst>
      <p:ext uri="{BB962C8B-B14F-4D97-AF65-F5344CB8AC3E}">
        <p14:creationId xmlns:p14="http://schemas.microsoft.com/office/powerpoint/2010/main" val="23583001"/>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9614">
          <a:extLst>
            <a:ext uri="{FF2B5EF4-FFF2-40B4-BE49-F238E27FC236}">
              <a16:creationId xmlns:a16="http://schemas.microsoft.com/office/drawing/2014/main" id="{59E17987-0241-4A81-CAEE-1FF473C8AEC3}"/>
            </a:ext>
          </a:extLst>
        </p:cNvPr>
        <p:cNvGrpSpPr/>
        <p:nvPr/>
      </p:nvGrpSpPr>
      <p:grpSpPr>
        <a:xfrm>
          <a:off x="0" y="0"/>
          <a:ext cx="0" cy="0"/>
          <a:chOff x="0" y="0"/>
          <a:chExt cx="0" cy="0"/>
        </a:xfrm>
      </p:grpSpPr>
      <p:sp>
        <p:nvSpPr>
          <p:cNvPr id="49615" name="Google Shape;49615;p45">
            <a:extLst>
              <a:ext uri="{FF2B5EF4-FFF2-40B4-BE49-F238E27FC236}">
                <a16:creationId xmlns:a16="http://schemas.microsoft.com/office/drawing/2014/main" id="{AE6688FD-9E8E-6C96-8DD4-DF5EFD98BB9F}"/>
              </a:ext>
            </a:extLst>
          </p:cNvPr>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lvl="0"/>
            <a:r>
              <a:rPr lang="en-US" sz="2400" b="1" dirty="0">
                <a:solidFill>
                  <a:schemeClr val="bg2"/>
                </a:solidFill>
              </a:rPr>
              <a:t>LỚP BẢO MẬT ỨNG DỤNG DI ĐỘNG </a:t>
            </a:r>
            <a:br>
              <a:rPr lang="en-US" sz="2400" b="1" dirty="0">
                <a:solidFill>
                  <a:schemeClr val="bg2"/>
                </a:solidFill>
              </a:rPr>
            </a:br>
            <a:r>
              <a:rPr lang="en-US" sz="2400" b="1" dirty="0">
                <a:solidFill>
                  <a:schemeClr val="bg2"/>
                </a:solidFill>
              </a:rPr>
              <a:t>(OWASP MOBILE SECURITY PROJECT)</a:t>
            </a:r>
          </a:p>
        </p:txBody>
      </p:sp>
      <p:sp>
        <p:nvSpPr>
          <p:cNvPr id="2" name="TextBox 1">
            <a:extLst>
              <a:ext uri="{FF2B5EF4-FFF2-40B4-BE49-F238E27FC236}">
                <a16:creationId xmlns:a16="http://schemas.microsoft.com/office/drawing/2014/main" id="{617CCFC2-D744-2737-6BD3-E6CC90FD1378}"/>
              </a:ext>
            </a:extLst>
          </p:cNvPr>
          <p:cNvSpPr txBox="1"/>
          <p:nvPr/>
        </p:nvSpPr>
        <p:spPr>
          <a:xfrm>
            <a:off x="1156734" y="1098699"/>
            <a:ext cx="7455638"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vi-VN" sz="1200" dirty="0">
                <a:solidFill>
                  <a:schemeClr val="bg1"/>
                </a:solidFill>
                <a:latin typeface="Barlow" panose="00000500000000000000" pitchFamily="2" charset="0"/>
              </a:rPr>
              <a:t>Lớp này đóng vai trò chốt chặn cuối cùng tại phần mềm, bảo đảm ứng dụng không chứa lỗ hổng dù thiết bị đã được kiểm soát.</a:t>
            </a:r>
            <a:endParaRPr lang="en-US" sz="1200" dirty="0">
              <a:solidFill>
                <a:schemeClr val="bg1"/>
              </a:solidFill>
              <a:latin typeface="Barlow" panose="00000500000000000000" pitchFamily="2" charset="0"/>
            </a:endParaRPr>
          </a:p>
        </p:txBody>
      </p:sp>
      <p:sp>
        <p:nvSpPr>
          <p:cNvPr id="49604" name="TextBox 49603">
            <a:extLst>
              <a:ext uri="{FF2B5EF4-FFF2-40B4-BE49-F238E27FC236}">
                <a16:creationId xmlns:a16="http://schemas.microsoft.com/office/drawing/2014/main" id="{CF4C1829-A44C-07EF-85EB-6C885A343442}"/>
              </a:ext>
            </a:extLst>
          </p:cNvPr>
          <p:cNvSpPr txBox="1"/>
          <p:nvPr/>
        </p:nvSpPr>
        <p:spPr>
          <a:xfrm>
            <a:off x="1333247" y="1826477"/>
            <a:ext cx="1399742" cy="307777"/>
          </a:xfrm>
          <a:prstGeom prst="rect">
            <a:avLst/>
          </a:prstGeom>
          <a:noFill/>
        </p:spPr>
        <p:txBody>
          <a:bodyPr wrap="none" rtlCol="0">
            <a:spAutoFit/>
          </a:bodyPr>
          <a:lstStyle/>
          <a:p>
            <a:r>
              <a:rPr lang="en-US" b="1" dirty="0">
                <a:solidFill>
                  <a:schemeClr val="bg2"/>
                </a:solidFill>
                <a:latin typeface="Barlow" panose="00000500000000000000" pitchFamily="2" charset="0"/>
              </a:rPr>
              <a:t>OWASP MASVS</a:t>
            </a:r>
          </a:p>
        </p:txBody>
      </p:sp>
      <p:sp>
        <p:nvSpPr>
          <p:cNvPr id="49610" name="TextBox 49609">
            <a:extLst>
              <a:ext uri="{FF2B5EF4-FFF2-40B4-BE49-F238E27FC236}">
                <a16:creationId xmlns:a16="http://schemas.microsoft.com/office/drawing/2014/main" id="{0F3CE490-3178-1E66-4E9B-D79CA64926F1}"/>
              </a:ext>
            </a:extLst>
          </p:cNvPr>
          <p:cNvSpPr txBox="1"/>
          <p:nvPr/>
        </p:nvSpPr>
        <p:spPr>
          <a:xfrm>
            <a:off x="3915659" y="1826476"/>
            <a:ext cx="1396536" cy="307777"/>
          </a:xfrm>
          <a:prstGeom prst="rect">
            <a:avLst/>
          </a:prstGeom>
          <a:noFill/>
        </p:spPr>
        <p:txBody>
          <a:bodyPr wrap="none" rtlCol="0">
            <a:spAutoFit/>
          </a:bodyPr>
          <a:lstStyle/>
          <a:p>
            <a:r>
              <a:rPr lang="en-US" b="1" dirty="0">
                <a:solidFill>
                  <a:schemeClr val="bg2"/>
                </a:solidFill>
                <a:latin typeface="Barlow" panose="00000500000000000000" pitchFamily="2" charset="0"/>
              </a:rPr>
              <a:t>OWASP MASTG</a:t>
            </a:r>
          </a:p>
        </p:txBody>
      </p:sp>
      <p:pic>
        <p:nvPicPr>
          <p:cNvPr id="3" name="Graphic 2" descr="Shield Tick outline">
            <a:extLst>
              <a:ext uri="{FF2B5EF4-FFF2-40B4-BE49-F238E27FC236}">
                <a16:creationId xmlns:a16="http://schemas.microsoft.com/office/drawing/2014/main" id="{079F3A83-13AB-7829-F33C-0F52750A3A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9811" y="991303"/>
            <a:ext cx="569061" cy="569061"/>
          </a:xfrm>
          <a:prstGeom prst="rect">
            <a:avLst/>
          </a:prstGeom>
        </p:spPr>
      </p:pic>
      <p:grpSp>
        <p:nvGrpSpPr>
          <p:cNvPr id="4" name="Google Shape;51116;p67">
            <a:extLst>
              <a:ext uri="{FF2B5EF4-FFF2-40B4-BE49-F238E27FC236}">
                <a16:creationId xmlns:a16="http://schemas.microsoft.com/office/drawing/2014/main" id="{41051735-5914-F944-78B3-FE2032741890}"/>
              </a:ext>
            </a:extLst>
          </p:cNvPr>
          <p:cNvGrpSpPr/>
          <p:nvPr/>
        </p:nvGrpSpPr>
        <p:grpSpPr>
          <a:xfrm rot="5400000">
            <a:off x="1803953" y="3448350"/>
            <a:ext cx="2782505" cy="204279"/>
            <a:chOff x="1875300" y="3007925"/>
            <a:chExt cx="5393400" cy="0"/>
          </a:xfrm>
        </p:grpSpPr>
        <p:cxnSp>
          <p:nvCxnSpPr>
            <p:cNvPr id="5" name="Google Shape;51117;p67">
              <a:extLst>
                <a:ext uri="{FF2B5EF4-FFF2-40B4-BE49-F238E27FC236}">
                  <a16:creationId xmlns:a16="http://schemas.microsoft.com/office/drawing/2014/main" id="{B9EC6F04-D63D-52DA-70B2-6C04A4B1AC27}"/>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6" name="Google Shape;51118;p67">
              <a:extLst>
                <a:ext uri="{FF2B5EF4-FFF2-40B4-BE49-F238E27FC236}">
                  <a16:creationId xmlns:a16="http://schemas.microsoft.com/office/drawing/2014/main" id="{AE148600-B837-3E49-39A0-5A99DD3973C2}"/>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606" name="TextBox 49605">
            <a:extLst>
              <a:ext uri="{FF2B5EF4-FFF2-40B4-BE49-F238E27FC236}">
                <a16:creationId xmlns:a16="http://schemas.microsoft.com/office/drawing/2014/main" id="{CF27F765-C662-9C52-A3DD-A06090C7A9C6}"/>
              </a:ext>
            </a:extLst>
          </p:cNvPr>
          <p:cNvSpPr txBox="1"/>
          <p:nvPr/>
        </p:nvSpPr>
        <p:spPr>
          <a:xfrm>
            <a:off x="599811" y="2159237"/>
            <a:ext cx="2718803" cy="1992853"/>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Bộ tiêu chuẩn xác minh bảo mật ứng dụng di động.</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Gồm các cấp độ: L1 bảo mật tiêu chuẩn, L2 cho ứng dụng rủi ro cao như tài chính/y tế, và +R cho khả năng tự bảo vệ.</a:t>
            </a:r>
            <a:endParaRPr lang="en-US" sz="1200" dirty="0">
              <a:solidFill>
                <a:schemeClr val="bg1"/>
              </a:solidFill>
              <a:latin typeface="Barlow" panose="00000500000000000000" pitchFamily="2" charset="0"/>
            </a:endParaRPr>
          </a:p>
        </p:txBody>
      </p:sp>
      <p:grpSp>
        <p:nvGrpSpPr>
          <p:cNvPr id="7" name="Google Shape;51116;p67">
            <a:extLst>
              <a:ext uri="{FF2B5EF4-FFF2-40B4-BE49-F238E27FC236}">
                <a16:creationId xmlns:a16="http://schemas.microsoft.com/office/drawing/2014/main" id="{4D1B13C0-5803-BAE0-6B91-ADFC9604D78D}"/>
              </a:ext>
            </a:extLst>
          </p:cNvPr>
          <p:cNvGrpSpPr/>
          <p:nvPr/>
        </p:nvGrpSpPr>
        <p:grpSpPr>
          <a:xfrm rot="5400000">
            <a:off x="4364229" y="3423367"/>
            <a:ext cx="2782505" cy="204279"/>
            <a:chOff x="1875300" y="3007925"/>
            <a:chExt cx="5393400" cy="0"/>
          </a:xfrm>
        </p:grpSpPr>
        <p:cxnSp>
          <p:nvCxnSpPr>
            <p:cNvPr id="9" name="Google Shape;51117;p67">
              <a:extLst>
                <a:ext uri="{FF2B5EF4-FFF2-40B4-BE49-F238E27FC236}">
                  <a16:creationId xmlns:a16="http://schemas.microsoft.com/office/drawing/2014/main" id="{0C6909F3-D651-7A29-36A9-E4DBFC8FCBD6}"/>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10" name="Google Shape;51118;p67">
              <a:extLst>
                <a:ext uri="{FF2B5EF4-FFF2-40B4-BE49-F238E27FC236}">
                  <a16:creationId xmlns:a16="http://schemas.microsoft.com/office/drawing/2014/main" id="{AD871D46-BA0C-11A9-DED1-E57480D0043C}"/>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11" name="TextBox 10">
            <a:extLst>
              <a:ext uri="{FF2B5EF4-FFF2-40B4-BE49-F238E27FC236}">
                <a16:creationId xmlns:a16="http://schemas.microsoft.com/office/drawing/2014/main" id="{0D850035-8424-7CEF-9A2C-ADABC78CCE2A}"/>
              </a:ext>
            </a:extLst>
          </p:cNvPr>
          <p:cNvSpPr txBox="1"/>
          <p:nvPr/>
        </p:nvSpPr>
        <p:spPr>
          <a:xfrm>
            <a:off x="6230746" y="1826477"/>
            <a:ext cx="2194832" cy="307777"/>
          </a:xfrm>
          <a:prstGeom prst="rect">
            <a:avLst/>
          </a:prstGeom>
          <a:noFill/>
        </p:spPr>
        <p:txBody>
          <a:bodyPr wrap="none" rtlCol="0">
            <a:spAutoFit/>
          </a:bodyPr>
          <a:lstStyle/>
          <a:p>
            <a:r>
              <a:rPr lang="en-US" b="1" dirty="0">
                <a:solidFill>
                  <a:schemeClr val="bg2"/>
                </a:solidFill>
                <a:latin typeface="Barlow" panose="00000500000000000000" pitchFamily="2" charset="0"/>
              </a:rPr>
              <a:t>Các </a:t>
            </a:r>
            <a:r>
              <a:rPr lang="en-US" b="1" dirty="0" err="1">
                <a:solidFill>
                  <a:schemeClr val="bg2"/>
                </a:solidFill>
                <a:latin typeface="Barlow" panose="00000500000000000000" pitchFamily="2" charset="0"/>
              </a:rPr>
              <a:t>miền</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kiểm</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soát</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chính</a:t>
            </a:r>
            <a:endParaRPr lang="en-US" b="1" dirty="0">
              <a:solidFill>
                <a:schemeClr val="bg2"/>
              </a:solidFill>
              <a:latin typeface="Barlow" panose="00000500000000000000" pitchFamily="2" charset="0"/>
            </a:endParaRPr>
          </a:p>
        </p:txBody>
      </p:sp>
      <p:sp>
        <p:nvSpPr>
          <p:cNvPr id="12" name="TextBox 11">
            <a:extLst>
              <a:ext uri="{FF2B5EF4-FFF2-40B4-BE49-F238E27FC236}">
                <a16:creationId xmlns:a16="http://schemas.microsoft.com/office/drawing/2014/main" id="{E0FEF5AE-8025-6D7B-9B3D-BA5F2673AF16}"/>
              </a:ext>
            </a:extLst>
          </p:cNvPr>
          <p:cNvSpPr txBox="1"/>
          <p:nvPr/>
        </p:nvSpPr>
        <p:spPr>
          <a:xfrm>
            <a:off x="5909240" y="2159237"/>
            <a:ext cx="3111173" cy="2546851"/>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Lưu trữ an toàn: không lưu thông tin xác thực dạng plain-text; dùng Keystore/Keychain và mã hóa chuẩn.</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Giao tiếp mạng: bắt buộc TLS/SSL; ứng dụng cấp cao cần SSL Pinning chống Man-in-the-Middle.</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Khả năng phục hồi: làm rối mã nguồn, chống gỡ lỗi, phát hiện giả lập/root/jailbreak.</a:t>
            </a:r>
            <a:endParaRPr lang="en-US" sz="1200" dirty="0">
              <a:solidFill>
                <a:schemeClr val="bg1"/>
              </a:solidFill>
              <a:latin typeface="Barlow" panose="00000500000000000000" pitchFamily="2" charset="0"/>
            </a:endParaRPr>
          </a:p>
        </p:txBody>
      </p:sp>
      <p:sp>
        <p:nvSpPr>
          <p:cNvPr id="13" name="TextBox 12">
            <a:extLst>
              <a:ext uri="{FF2B5EF4-FFF2-40B4-BE49-F238E27FC236}">
                <a16:creationId xmlns:a16="http://schemas.microsoft.com/office/drawing/2014/main" id="{3B3D32A2-44B1-2BE0-3375-4016B23EA257}"/>
              </a:ext>
            </a:extLst>
          </p:cNvPr>
          <p:cNvSpPr txBox="1"/>
          <p:nvPr/>
        </p:nvSpPr>
        <p:spPr>
          <a:xfrm>
            <a:off x="3370232" y="2159237"/>
            <a:ext cx="2487390" cy="1992853"/>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Hướng dẫn kiểm thử bảo mật ứng dụng bằng các công cụ như Frida, Burp Suite, MobSF.</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Dùng để xác minh ứng dụng có đáp ứng tiêu chuẩn MASVS hay không.</a:t>
            </a:r>
            <a:endParaRPr lang="en-US" sz="1200" dirty="0">
              <a:solidFill>
                <a:schemeClr val="bg1"/>
              </a:solidFill>
              <a:latin typeface="Barlow" panose="00000500000000000000" pitchFamily="2" charset="0"/>
            </a:endParaRPr>
          </a:p>
        </p:txBody>
      </p:sp>
    </p:spTree>
    <p:extLst>
      <p:ext uri="{BB962C8B-B14F-4D97-AF65-F5344CB8AC3E}">
        <p14:creationId xmlns:p14="http://schemas.microsoft.com/office/powerpoint/2010/main" val="423521521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9614">
          <a:extLst>
            <a:ext uri="{FF2B5EF4-FFF2-40B4-BE49-F238E27FC236}">
              <a16:creationId xmlns:a16="http://schemas.microsoft.com/office/drawing/2014/main" id="{92A01435-D583-4360-C177-D595CD473E9C}"/>
            </a:ext>
          </a:extLst>
        </p:cNvPr>
        <p:cNvGrpSpPr/>
        <p:nvPr/>
      </p:nvGrpSpPr>
      <p:grpSpPr>
        <a:xfrm>
          <a:off x="0" y="0"/>
          <a:ext cx="0" cy="0"/>
          <a:chOff x="0" y="0"/>
          <a:chExt cx="0" cy="0"/>
        </a:xfrm>
      </p:grpSpPr>
      <p:sp>
        <p:nvSpPr>
          <p:cNvPr id="49615" name="Google Shape;49615;p45">
            <a:extLst>
              <a:ext uri="{FF2B5EF4-FFF2-40B4-BE49-F238E27FC236}">
                <a16:creationId xmlns:a16="http://schemas.microsoft.com/office/drawing/2014/main" id="{31479416-2321-2A9A-29DB-42721439C993}"/>
              </a:ext>
            </a:extLst>
          </p:cNvPr>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lvl="0"/>
            <a:r>
              <a:rPr lang="vi-VN" sz="2400" b="1" dirty="0">
                <a:solidFill>
                  <a:schemeClr val="bg2"/>
                </a:solidFill>
              </a:rPr>
              <a:t>LỚP TÌNH BÁO ĐE DỌA VÀ NHẬN THỨC </a:t>
            </a:r>
            <a:br>
              <a:rPr lang="en-US" sz="2400" b="1" dirty="0">
                <a:solidFill>
                  <a:schemeClr val="bg2"/>
                </a:solidFill>
              </a:rPr>
            </a:br>
            <a:r>
              <a:rPr lang="vi-VN" sz="2400" b="1" dirty="0">
                <a:solidFill>
                  <a:schemeClr val="bg2"/>
                </a:solidFill>
              </a:rPr>
              <a:t>(CISA &amp; ENISA)</a:t>
            </a:r>
            <a:endParaRPr lang="en-US" sz="2400" b="1" dirty="0">
              <a:solidFill>
                <a:schemeClr val="bg2"/>
              </a:solidFill>
            </a:endParaRPr>
          </a:p>
        </p:txBody>
      </p:sp>
      <p:sp>
        <p:nvSpPr>
          <p:cNvPr id="2" name="TextBox 1">
            <a:extLst>
              <a:ext uri="{FF2B5EF4-FFF2-40B4-BE49-F238E27FC236}">
                <a16:creationId xmlns:a16="http://schemas.microsoft.com/office/drawing/2014/main" id="{88801011-E171-4B5D-C8F6-3490C1B8AB03}"/>
              </a:ext>
            </a:extLst>
          </p:cNvPr>
          <p:cNvSpPr txBox="1"/>
          <p:nvPr/>
        </p:nvSpPr>
        <p:spPr>
          <a:xfrm>
            <a:off x="1156734" y="1098699"/>
            <a:ext cx="7455638" cy="276999"/>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vi-VN" sz="1200" dirty="0">
                <a:solidFill>
                  <a:schemeClr val="bg1"/>
                </a:solidFill>
                <a:latin typeface="Barlow" panose="00000500000000000000" pitchFamily="2" charset="0"/>
              </a:rPr>
              <a:t>Lớp này tập trung xử lý các rủi ro từ tấn công phi kỹ thuật, phishing di động và lỗ hổng mạng viễn thông.</a:t>
            </a:r>
            <a:endParaRPr lang="en-US" sz="1200" dirty="0">
              <a:solidFill>
                <a:schemeClr val="bg1"/>
              </a:solidFill>
              <a:latin typeface="Barlow" panose="00000500000000000000" pitchFamily="2" charset="0"/>
            </a:endParaRPr>
          </a:p>
        </p:txBody>
      </p:sp>
      <p:sp>
        <p:nvSpPr>
          <p:cNvPr id="49604" name="TextBox 49603">
            <a:extLst>
              <a:ext uri="{FF2B5EF4-FFF2-40B4-BE49-F238E27FC236}">
                <a16:creationId xmlns:a16="http://schemas.microsoft.com/office/drawing/2014/main" id="{DE7AAB9C-8AC7-9027-DA67-5B7BCCBCA033}"/>
              </a:ext>
            </a:extLst>
          </p:cNvPr>
          <p:cNvSpPr txBox="1"/>
          <p:nvPr/>
        </p:nvSpPr>
        <p:spPr>
          <a:xfrm>
            <a:off x="1126933" y="1487107"/>
            <a:ext cx="3331627" cy="307777"/>
          </a:xfrm>
          <a:prstGeom prst="rect">
            <a:avLst/>
          </a:prstGeom>
          <a:noFill/>
        </p:spPr>
        <p:txBody>
          <a:bodyPr wrap="square" rtlCol="0">
            <a:spAutoFit/>
          </a:bodyPr>
          <a:lstStyle/>
          <a:p>
            <a:pPr algn="ctr"/>
            <a:r>
              <a:rPr lang="en-US" b="1" dirty="0">
                <a:solidFill>
                  <a:schemeClr val="bg2"/>
                </a:solidFill>
                <a:latin typeface="Barlow" panose="00000500000000000000" pitchFamily="2" charset="0"/>
              </a:rPr>
              <a:t>CISA &amp; ENISA</a:t>
            </a:r>
          </a:p>
        </p:txBody>
      </p:sp>
      <p:sp>
        <p:nvSpPr>
          <p:cNvPr id="49610" name="TextBox 49609">
            <a:extLst>
              <a:ext uri="{FF2B5EF4-FFF2-40B4-BE49-F238E27FC236}">
                <a16:creationId xmlns:a16="http://schemas.microsoft.com/office/drawing/2014/main" id="{D641DF2C-82BB-C5EA-5BA4-12FA578A2B96}"/>
              </a:ext>
            </a:extLst>
          </p:cNvPr>
          <p:cNvSpPr txBox="1"/>
          <p:nvPr/>
        </p:nvSpPr>
        <p:spPr>
          <a:xfrm>
            <a:off x="5856588" y="1513919"/>
            <a:ext cx="1797287" cy="307777"/>
          </a:xfrm>
          <a:prstGeom prst="rect">
            <a:avLst/>
          </a:prstGeom>
          <a:noFill/>
        </p:spPr>
        <p:txBody>
          <a:bodyPr wrap="none" rtlCol="0">
            <a:spAutoFit/>
          </a:bodyPr>
          <a:lstStyle/>
          <a:p>
            <a:r>
              <a:rPr lang="en-US" b="1" dirty="0" err="1">
                <a:solidFill>
                  <a:schemeClr val="bg2"/>
                </a:solidFill>
                <a:latin typeface="Barlow" panose="00000500000000000000" pitchFamily="2" charset="0"/>
              </a:rPr>
              <a:t>Kiểm</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soát</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trọng</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tâm</a:t>
            </a:r>
            <a:endParaRPr lang="en-US" b="1" dirty="0">
              <a:solidFill>
                <a:schemeClr val="bg2"/>
              </a:solidFill>
              <a:latin typeface="Barlow" panose="00000500000000000000" pitchFamily="2" charset="0"/>
            </a:endParaRPr>
          </a:p>
        </p:txBody>
      </p:sp>
      <p:pic>
        <p:nvPicPr>
          <p:cNvPr id="3" name="Graphic 2" descr="Shield Tick outline">
            <a:extLst>
              <a:ext uri="{FF2B5EF4-FFF2-40B4-BE49-F238E27FC236}">
                <a16:creationId xmlns:a16="http://schemas.microsoft.com/office/drawing/2014/main" id="{20AFB5BC-799C-8C36-383E-7D4910B6B51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9811" y="991303"/>
            <a:ext cx="569061" cy="569061"/>
          </a:xfrm>
          <a:prstGeom prst="rect">
            <a:avLst/>
          </a:prstGeom>
        </p:spPr>
      </p:pic>
      <p:grpSp>
        <p:nvGrpSpPr>
          <p:cNvPr id="4" name="Google Shape;51116;p67">
            <a:extLst>
              <a:ext uri="{FF2B5EF4-FFF2-40B4-BE49-F238E27FC236}">
                <a16:creationId xmlns:a16="http://schemas.microsoft.com/office/drawing/2014/main" id="{408674A8-7784-2751-BA7E-FBBDFD761CC6}"/>
              </a:ext>
            </a:extLst>
          </p:cNvPr>
          <p:cNvGrpSpPr/>
          <p:nvPr/>
        </p:nvGrpSpPr>
        <p:grpSpPr>
          <a:xfrm rot="5400000">
            <a:off x="2911155" y="3138010"/>
            <a:ext cx="2890530" cy="204279"/>
            <a:chOff x="1875300" y="3007925"/>
            <a:chExt cx="5393400" cy="0"/>
          </a:xfrm>
        </p:grpSpPr>
        <p:cxnSp>
          <p:nvCxnSpPr>
            <p:cNvPr id="5" name="Google Shape;51117;p67">
              <a:extLst>
                <a:ext uri="{FF2B5EF4-FFF2-40B4-BE49-F238E27FC236}">
                  <a16:creationId xmlns:a16="http://schemas.microsoft.com/office/drawing/2014/main" id="{BD602A88-786F-784A-BBA8-164381FB3DAE}"/>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6" name="Google Shape;51118;p67">
              <a:extLst>
                <a:ext uri="{FF2B5EF4-FFF2-40B4-BE49-F238E27FC236}">
                  <a16:creationId xmlns:a16="http://schemas.microsoft.com/office/drawing/2014/main" id="{0278AC86-7AB4-DBFE-2EAD-77B6292056E6}"/>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605" name="TextBox 49604">
            <a:extLst>
              <a:ext uri="{FF2B5EF4-FFF2-40B4-BE49-F238E27FC236}">
                <a16:creationId xmlns:a16="http://schemas.microsoft.com/office/drawing/2014/main" id="{623C2E70-3B82-CC25-63FB-EE6E666630C1}"/>
              </a:ext>
            </a:extLst>
          </p:cNvPr>
          <p:cNvSpPr txBox="1"/>
          <p:nvPr/>
        </p:nvSpPr>
        <p:spPr>
          <a:xfrm>
            <a:off x="599806" y="2521847"/>
            <a:ext cx="3702825" cy="143885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Cung cấp cảnh báo sớm, tình báo mối đe dọa và đánh giá bối cảnh rủi ro.</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Hỗ trợ tuân thủ các yêu cầu bảo mật và quyền riêng tư như GDPR.</a:t>
            </a:r>
            <a:endParaRPr lang="en-US" sz="1200" dirty="0">
              <a:solidFill>
                <a:schemeClr val="bg1"/>
              </a:solidFill>
              <a:latin typeface="Barlow" panose="00000500000000000000" pitchFamily="2" charset="0"/>
            </a:endParaRPr>
          </a:p>
        </p:txBody>
      </p:sp>
      <p:sp>
        <p:nvSpPr>
          <p:cNvPr id="49606" name="TextBox 49605">
            <a:extLst>
              <a:ext uri="{FF2B5EF4-FFF2-40B4-BE49-F238E27FC236}">
                <a16:creationId xmlns:a16="http://schemas.microsoft.com/office/drawing/2014/main" id="{970D81AF-AF7C-56AB-50FC-CD417A85F9B1}"/>
              </a:ext>
            </a:extLst>
          </p:cNvPr>
          <p:cNvSpPr txBox="1"/>
          <p:nvPr/>
        </p:nvSpPr>
        <p:spPr>
          <a:xfrm>
            <a:off x="4685441" y="1891408"/>
            <a:ext cx="4281350" cy="2546851"/>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Phòng chống phishing di động: triển khai MTD để lọc DNS, phát hiện link độc hại qua SMS và ứng dụng nhắn tin.</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vi-VN" sz="1200" dirty="0">
                <a:solidFill>
                  <a:schemeClr val="bg1"/>
                </a:solidFill>
                <a:latin typeface="Barlow" panose="00000500000000000000" pitchFamily="2" charset="0"/>
              </a:rPr>
              <a:t>Bảo vệ xác thực: giảm phụ thuộc vào SMS OTP; ưu tiên FIDO2 hoặc Authenticator Apps để chống đánh chặn OTP, IMSI Catcher, SS7.</a:t>
            </a: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endParaRPr lang="en-US" sz="1200" dirty="0">
              <a:solidFill>
                <a:schemeClr val="bg1"/>
              </a:solidFill>
              <a:latin typeface="Barlow" panose="00000500000000000000" pitchFamily="2" charset="0"/>
            </a:endParaRPr>
          </a:p>
          <a:p>
            <a:pPr marL="171450" indent="-171450">
              <a:lnSpc>
                <a:spcPct val="150000"/>
              </a:lnSpc>
              <a:buClr>
                <a:schemeClr val="bg2"/>
              </a:buClr>
              <a:buFont typeface="Arial" panose="020B0604020202020204" pitchFamily="34" charset="0"/>
              <a:buChar char="•"/>
            </a:pPr>
            <a:r>
              <a:rPr lang="en-US" sz="1200" dirty="0">
                <a:solidFill>
                  <a:schemeClr val="bg1"/>
                </a:solidFill>
                <a:latin typeface="Barlow" panose="00000500000000000000" pitchFamily="2" charset="0"/>
              </a:rPr>
              <a:t>Privacy by Design: </a:t>
            </a:r>
            <a:r>
              <a:rPr lang="en-US" sz="1200" dirty="0" err="1">
                <a:solidFill>
                  <a:schemeClr val="bg1"/>
                </a:solidFill>
                <a:latin typeface="Barlow" panose="00000500000000000000" pitchFamily="2" charset="0"/>
              </a:rPr>
              <a:t>giới</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hạn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quyền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ứng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dụng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kiểm</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toán</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định</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kỳ</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việc</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thu</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thập</a:t>
            </a:r>
            <a:r>
              <a:rPr lang="en-US" sz="1200" dirty="0">
                <a:solidFill>
                  <a:schemeClr val="bg1"/>
                </a:solidFill>
                <a:latin typeface="Barlow" panose="00000500000000000000" pitchFamily="2" charset="0"/>
              </a:rPr>
              <a:t> metadata, </a:t>
            </a:r>
            <a:r>
              <a:rPr lang="en-US" sz="1200" dirty="0" err="1">
                <a:solidFill>
                  <a:schemeClr val="bg1"/>
                </a:solidFill>
                <a:latin typeface="Barlow" panose="00000500000000000000" pitchFamily="2" charset="0"/>
              </a:rPr>
              <a:t>danh</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bạ</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và</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vị</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trí</a:t>
            </a:r>
            <a:r>
              <a:rPr lang="en-US" sz="1200" dirty="0">
                <a:solidFill>
                  <a:schemeClr val="bg1"/>
                </a:solidFill>
                <a:latin typeface="Barlow" panose="00000500000000000000" pitchFamily="2" charset="0"/>
              </a:rPr>
              <a:t> GPS.</a:t>
            </a:r>
          </a:p>
        </p:txBody>
      </p:sp>
    </p:spTree>
    <p:extLst>
      <p:ext uri="{BB962C8B-B14F-4D97-AF65-F5344CB8AC3E}">
        <p14:creationId xmlns:p14="http://schemas.microsoft.com/office/powerpoint/2010/main" val="198170227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9418">
          <a:extLst>
            <a:ext uri="{FF2B5EF4-FFF2-40B4-BE49-F238E27FC236}">
              <a16:creationId xmlns:a16="http://schemas.microsoft.com/office/drawing/2014/main" id="{1C02E3D8-D498-701E-ED3B-B82C33A3E5BC}"/>
            </a:ext>
          </a:extLst>
        </p:cNvPr>
        <p:cNvGrpSpPr/>
        <p:nvPr/>
      </p:nvGrpSpPr>
      <p:grpSpPr>
        <a:xfrm>
          <a:off x="0" y="0"/>
          <a:ext cx="0" cy="0"/>
          <a:chOff x="0" y="0"/>
          <a:chExt cx="0" cy="0"/>
        </a:xfrm>
      </p:grpSpPr>
      <p:grpSp>
        <p:nvGrpSpPr>
          <p:cNvPr id="49419" name="Google Shape;49419;p44">
            <a:extLst>
              <a:ext uri="{FF2B5EF4-FFF2-40B4-BE49-F238E27FC236}">
                <a16:creationId xmlns:a16="http://schemas.microsoft.com/office/drawing/2014/main" id="{0717A5D5-8B70-EEB7-76C3-FF0BD575D4D5}"/>
              </a:ext>
            </a:extLst>
          </p:cNvPr>
          <p:cNvGrpSpPr/>
          <p:nvPr/>
        </p:nvGrpSpPr>
        <p:grpSpPr>
          <a:xfrm>
            <a:off x="1622314" y="1245825"/>
            <a:ext cx="5899371" cy="3119720"/>
            <a:chOff x="1329897" y="1212750"/>
            <a:chExt cx="6484250" cy="2718000"/>
          </a:xfrm>
        </p:grpSpPr>
        <p:sp>
          <p:nvSpPr>
            <p:cNvPr id="49420" name="Google Shape;49420;p44">
              <a:extLst>
                <a:ext uri="{FF2B5EF4-FFF2-40B4-BE49-F238E27FC236}">
                  <a16:creationId xmlns:a16="http://schemas.microsoft.com/office/drawing/2014/main" id="{32AE6B29-68CE-5FE1-9FE9-537E796EA528}"/>
                </a:ext>
              </a:extLst>
            </p:cNvPr>
            <p:cNvSpPr/>
            <p:nvPr/>
          </p:nvSpPr>
          <p:spPr>
            <a:xfrm>
              <a:off x="1329947" y="1212750"/>
              <a:ext cx="6484200" cy="27180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1" name="Google Shape;49421;p44">
              <a:extLst>
                <a:ext uri="{FF2B5EF4-FFF2-40B4-BE49-F238E27FC236}">
                  <a16:creationId xmlns:a16="http://schemas.microsoft.com/office/drawing/2014/main" id="{EF22FF87-B48C-7176-D1E2-35536709F13E}"/>
                </a:ext>
              </a:extLst>
            </p:cNvPr>
            <p:cNvSpPr/>
            <p:nvPr/>
          </p:nvSpPr>
          <p:spPr>
            <a:xfrm>
              <a:off x="1329897" y="1212750"/>
              <a:ext cx="6484200" cy="27180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422" name="Google Shape;49422;p44">
            <a:extLst>
              <a:ext uri="{FF2B5EF4-FFF2-40B4-BE49-F238E27FC236}">
                <a16:creationId xmlns:a16="http://schemas.microsoft.com/office/drawing/2014/main" id="{0990DE1F-7CD1-7F67-271A-7B13D533A680}"/>
              </a:ext>
            </a:extLst>
          </p:cNvPr>
          <p:cNvSpPr/>
          <p:nvPr/>
        </p:nvSpPr>
        <p:spPr>
          <a:xfrm>
            <a:off x="1622327" y="1249066"/>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3" name="Google Shape;49423;p44">
            <a:extLst>
              <a:ext uri="{FF2B5EF4-FFF2-40B4-BE49-F238E27FC236}">
                <a16:creationId xmlns:a16="http://schemas.microsoft.com/office/drawing/2014/main" id="{DF3C48C8-51D1-DC5D-10D2-D83013AAA927}"/>
              </a:ext>
            </a:extLst>
          </p:cNvPr>
          <p:cNvSpPr/>
          <p:nvPr/>
        </p:nvSpPr>
        <p:spPr>
          <a:xfrm flipH="1">
            <a:off x="7099877" y="1249066"/>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4" name="Google Shape;49424;p44">
            <a:extLst>
              <a:ext uri="{FF2B5EF4-FFF2-40B4-BE49-F238E27FC236}">
                <a16:creationId xmlns:a16="http://schemas.microsoft.com/office/drawing/2014/main" id="{C611C16B-613E-DED1-18D9-2D75DAB695E4}"/>
              </a:ext>
            </a:extLst>
          </p:cNvPr>
          <p:cNvSpPr/>
          <p:nvPr/>
        </p:nvSpPr>
        <p:spPr>
          <a:xfrm rot="10800000" flipH="1">
            <a:off x="1622327" y="4070916"/>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5" name="Google Shape;49425;p44">
            <a:extLst>
              <a:ext uri="{FF2B5EF4-FFF2-40B4-BE49-F238E27FC236}">
                <a16:creationId xmlns:a16="http://schemas.microsoft.com/office/drawing/2014/main" id="{4C2588DC-C3BC-7D63-3D32-FA7D88E0DEFB}"/>
              </a:ext>
            </a:extLst>
          </p:cNvPr>
          <p:cNvSpPr/>
          <p:nvPr/>
        </p:nvSpPr>
        <p:spPr>
          <a:xfrm rot="10800000">
            <a:off x="7099877" y="4070916"/>
            <a:ext cx="421794" cy="290158"/>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426" name="Google Shape;49426;p44">
            <a:extLst>
              <a:ext uri="{FF2B5EF4-FFF2-40B4-BE49-F238E27FC236}">
                <a16:creationId xmlns:a16="http://schemas.microsoft.com/office/drawing/2014/main" id="{E9660DB8-8A06-B8DA-088E-A350B0345895}"/>
              </a:ext>
            </a:extLst>
          </p:cNvPr>
          <p:cNvSpPr txBox="1">
            <a:spLocks noGrp="1"/>
          </p:cNvSpPr>
          <p:nvPr>
            <p:ph type="title"/>
          </p:nvPr>
        </p:nvSpPr>
        <p:spPr>
          <a:xfrm>
            <a:off x="2312545" y="1249066"/>
            <a:ext cx="4462200" cy="800400"/>
          </a:xfrm>
          <a:prstGeom prst="rect">
            <a:avLst/>
          </a:prstGeom>
        </p:spPr>
        <p:txBody>
          <a:bodyPr spcFirstLastPara="1" wrap="square" lIns="91425" tIns="91425" rIns="91425" bIns="91425" anchor="t" anchorCtr="0">
            <a:noAutofit/>
          </a:bodyPr>
          <a:lstStyle/>
          <a:p>
            <a:pPr lvl="0"/>
            <a:r>
              <a:rPr lang="en-US" sz="2400" b="1" dirty="0"/>
              <a:t>KHÓ KHĂN VÀ THÁCH THỨC</a:t>
            </a:r>
            <a:endParaRPr sz="2400" b="1" dirty="0"/>
          </a:p>
        </p:txBody>
      </p:sp>
      <p:grpSp>
        <p:nvGrpSpPr>
          <p:cNvPr id="49428" name="Google Shape;49428;p44">
            <a:extLst>
              <a:ext uri="{FF2B5EF4-FFF2-40B4-BE49-F238E27FC236}">
                <a16:creationId xmlns:a16="http://schemas.microsoft.com/office/drawing/2014/main" id="{477FCE06-2D6D-23CC-6B1F-E65BF9A8FB86}"/>
              </a:ext>
            </a:extLst>
          </p:cNvPr>
          <p:cNvGrpSpPr/>
          <p:nvPr/>
        </p:nvGrpSpPr>
        <p:grpSpPr>
          <a:xfrm>
            <a:off x="2605257" y="1737341"/>
            <a:ext cx="3876776" cy="0"/>
            <a:chOff x="1875300" y="3007925"/>
            <a:chExt cx="5393400" cy="0"/>
          </a:xfrm>
        </p:grpSpPr>
        <p:cxnSp>
          <p:nvCxnSpPr>
            <p:cNvPr id="49429" name="Google Shape;49429;p44">
              <a:extLst>
                <a:ext uri="{FF2B5EF4-FFF2-40B4-BE49-F238E27FC236}">
                  <a16:creationId xmlns:a16="http://schemas.microsoft.com/office/drawing/2014/main" id="{6FA402F9-9C66-07B8-DC8D-BABB186C69E9}"/>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49430" name="Google Shape;49430;p44">
              <a:extLst>
                <a:ext uri="{FF2B5EF4-FFF2-40B4-BE49-F238E27FC236}">
                  <a16:creationId xmlns:a16="http://schemas.microsoft.com/office/drawing/2014/main" id="{5D1F03DA-C0A3-9583-BC3A-7F45406B55D9}"/>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49431" name="Google Shape;49431;p44">
            <a:extLst>
              <a:ext uri="{FF2B5EF4-FFF2-40B4-BE49-F238E27FC236}">
                <a16:creationId xmlns:a16="http://schemas.microsoft.com/office/drawing/2014/main" id="{AC317A89-2C1B-0C09-6197-CE0A7E78361A}"/>
              </a:ext>
            </a:extLst>
          </p:cNvPr>
          <p:cNvGrpSpPr/>
          <p:nvPr/>
        </p:nvGrpSpPr>
        <p:grpSpPr>
          <a:xfrm rot="10800000" flipH="1">
            <a:off x="-2777003" y="3906356"/>
            <a:ext cx="5681843" cy="3181016"/>
            <a:chOff x="-2793134" y="-1946851"/>
            <a:chExt cx="5681843" cy="3181016"/>
          </a:xfrm>
        </p:grpSpPr>
        <p:grpSp>
          <p:nvGrpSpPr>
            <p:cNvPr id="49432" name="Google Shape;49432;p44">
              <a:extLst>
                <a:ext uri="{FF2B5EF4-FFF2-40B4-BE49-F238E27FC236}">
                  <a16:creationId xmlns:a16="http://schemas.microsoft.com/office/drawing/2014/main" id="{9FD891C2-CAD4-FC6D-4034-63DF7D930207}"/>
                </a:ext>
              </a:extLst>
            </p:cNvPr>
            <p:cNvGrpSpPr/>
            <p:nvPr/>
          </p:nvGrpSpPr>
          <p:grpSpPr>
            <a:xfrm rot="10800000">
              <a:off x="-2793134" y="-1946851"/>
              <a:ext cx="5681843" cy="3181016"/>
              <a:chOff x="3406125" y="2174000"/>
              <a:chExt cx="2581600" cy="1445325"/>
            </a:xfrm>
          </p:grpSpPr>
          <p:sp>
            <p:nvSpPr>
              <p:cNvPr id="49433" name="Google Shape;49433;p44">
                <a:extLst>
                  <a:ext uri="{FF2B5EF4-FFF2-40B4-BE49-F238E27FC236}">
                    <a16:creationId xmlns:a16="http://schemas.microsoft.com/office/drawing/2014/main" id="{B8E9805E-51FB-724B-FEFB-5C84FF5AAC70}"/>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4" name="Google Shape;49434;p44">
                <a:extLst>
                  <a:ext uri="{FF2B5EF4-FFF2-40B4-BE49-F238E27FC236}">
                    <a16:creationId xmlns:a16="http://schemas.microsoft.com/office/drawing/2014/main" id="{0E42EA23-C931-B603-B071-5FBEBE17022E}"/>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5" name="Google Shape;49435;p44">
                <a:extLst>
                  <a:ext uri="{FF2B5EF4-FFF2-40B4-BE49-F238E27FC236}">
                    <a16:creationId xmlns:a16="http://schemas.microsoft.com/office/drawing/2014/main" id="{E6CAFD9F-D5A8-C000-37CF-86DE58EBB489}"/>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6" name="Google Shape;49436;p44">
                <a:extLst>
                  <a:ext uri="{FF2B5EF4-FFF2-40B4-BE49-F238E27FC236}">
                    <a16:creationId xmlns:a16="http://schemas.microsoft.com/office/drawing/2014/main" id="{8269C085-770C-4A0B-AF0E-D703320EDB58}"/>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7" name="Google Shape;49437;p44">
                <a:extLst>
                  <a:ext uri="{FF2B5EF4-FFF2-40B4-BE49-F238E27FC236}">
                    <a16:creationId xmlns:a16="http://schemas.microsoft.com/office/drawing/2014/main" id="{CF5D107F-7556-8EB2-D019-3441409D305F}"/>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8" name="Google Shape;49438;p44">
                <a:extLst>
                  <a:ext uri="{FF2B5EF4-FFF2-40B4-BE49-F238E27FC236}">
                    <a16:creationId xmlns:a16="http://schemas.microsoft.com/office/drawing/2014/main" id="{BBB4113E-C409-627F-DBBB-537CF6E7811E}"/>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9" name="Google Shape;49439;p44">
                <a:extLst>
                  <a:ext uri="{FF2B5EF4-FFF2-40B4-BE49-F238E27FC236}">
                    <a16:creationId xmlns:a16="http://schemas.microsoft.com/office/drawing/2014/main" id="{6FE3A7D4-3232-2B3F-8649-1CAC4420D935}"/>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0" name="Google Shape;49440;p44">
                <a:extLst>
                  <a:ext uri="{FF2B5EF4-FFF2-40B4-BE49-F238E27FC236}">
                    <a16:creationId xmlns:a16="http://schemas.microsoft.com/office/drawing/2014/main" id="{35C56C24-1103-0817-4F60-5C1B13FAD9F0}"/>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1" name="Google Shape;49441;p44">
                <a:extLst>
                  <a:ext uri="{FF2B5EF4-FFF2-40B4-BE49-F238E27FC236}">
                    <a16:creationId xmlns:a16="http://schemas.microsoft.com/office/drawing/2014/main" id="{55E7CCA8-F184-E889-D531-C1F16F079D53}"/>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2" name="Google Shape;49442;p44">
                <a:extLst>
                  <a:ext uri="{FF2B5EF4-FFF2-40B4-BE49-F238E27FC236}">
                    <a16:creationId xmlns:a16="http://schemas.microsoft.com/office/drawing/2014/main" id="{45F938BD-B44B-969F-0A53-564A423F3BCD}"/>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3" name="Google Shape;49443;p44">
                <a:extLst>
                  <a:ext uri="{FF2B5EF4-FFF2-40B4-BE49-F238E27FC236}">
                    <a16:creationId xmlns:a16="http://schemas.microsoft.com/office/drawing/2014/main" id="{64E243BA-A68C-5BC7-4899-CEACA9133092}"/>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4" name="Google Shape;49444;p44">
                <a:extLst>
                  <a:ext uri="{FF2B5EF4-FFF2-40B4-BE49-F238E27FC236}">
                    <a16:creationId xmlns:a16="http://schemas.microsoft.com/office/drawing/2014/main" id="{87EE32BC-97E0-183C-E2FF-4B10C8872696}"/>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5" name="Google Shape;49445;p44">
                <a:extLst>
                  <a:ext uri="{FF2B5EF4-FFF2-40B4-BE49-F238E27FC236}">
                    <a16:creationId xmlns:a16="http://schemas.microsoft.com/office/drawing/2014/main" id="{DAE63E01-4191-1CC5-49BD-B8CC489E4FF6}"/>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6" name="Google Shape;49446;p44">
                <a:extLst>
                  <a:ext uri="{FF2B5EF4-FFF2-40B4-BE49-F238E27FC236}">
                    <a16:creationId xmlns:a16="http://schemas.microsoft.com/office/drawing/2014/main" id="{E6845CCF-7935-60B9-A628-030CAD8DC7A0}"/>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7" name="Google Shape;49447;p44">
                <a:extLst>
                  <a:ext uri="{FF2B5EF4-FFF2-40B4-BE49-F238E27FC236}">
                    <a16:creationId xmlns:a16="http://schemas.microsoft.com/office/drawing/2014/main" id="{63F2EE6D-D87C-D3E1-8C5C-3882E888E9A0}"/>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8" name="Google Shape;49448;p44">
                <a:extLst>
                  <a:ext uri="{FF2B5EF4-FFF2-40B4-BE49-F238E27FC236}">
                    <a16:creationId xmlns:a16="http://schemas.microsoft.com/office/drawing/2014/main" id="{611BA795-7C28-622B-BDE3-5C40ADC0EF1E}"/>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9" name="Google Shape;49449;p44">
                <a:extLst>
                  <a:ext uri="{FF2B5EF4-FFF2-40B4-BE49-F238E27FC236}">
                    <a16:creationId xmlns:a16="http://schemas.microsoft.com/office/drawing/2014/main" id="{49013B2B-FA36-4E14-B3E6-FDCB6E3A0C81}"/>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0" name="Google Shape;49450;p44">
                <a:extLst>
                  <a:ext uri="{FF2B5EF4-FFF2-40B4-BE49-F238E27FC236}">
                    <a16:creationId xmlns:a16="http://schemas.microsoft.com/office/drawing/2014/main" id="{99D34C6A-5956-7485-5012-D392EE542444}"/>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1" name="Google Shape;49451;p44">
                <a:extLst>
                  <a:ext uri="{FF2B5EF4-FFF2-40B4-BE49-F238E27FC236}">
                    <a16:creationId xmlns:a16="http://schemas.microsoft.com/office/drawing/2014/main" id="{6F5BA8E9-5B6E-6689-930B-928ED2C21C95}"/>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2" name="Google Shape;49452;p44">
                <a:extLst>
                  <a:ext uri="{FF2B5EF4-FFF2-40B4-BE49-F238E27FC236}">
                    <a16:creationId xmlns:a16="http://schemas.microsoft.com/office/drawing/2014/main" id="{F85D4249-8125-786A-E2BA-5934638FDF8E}"/>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3" name="Google Shape;49453;p44">
                <a:extLst>
                  <a:ext uri="{FF2B5EF4-FFF2-40B4-BE49-F238E27FC236}">
                    <a16:creationId xmlns:a16="http://schemas.microsoft.com/office/drawing/2014/main" id="{7BCFC4E6-E6B9-3853-09B0-91B82FEDB953}"/>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4" name="Google Shape;49454;p44">
                <a:extLst>
                  <a:ext uri="{FF2B5EF4-FFF2-40B4-BE49-F238E27FC236}">
                    <a16:creationId xmlns:a16="http://schemas.microsoft.com/office/drawing/2014/main" id="{182BF66B-915C-9B80-82CA-F7DD42F8F88E}"/>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55" name="Google Shape;49455;p44">
              <a:extLst>
                <a:ext uri="{FF2B5EF4-FFF2-40B4-BE49-F238E27FC236}">
                  <a16:creationId xmlns:a16="http://schemas.microsoft.com/office/drawing/2014/main" id="{C5885BC5-0FBD-CF93-8457-34B8EB9EC031}"/>
                </a:ext>
              </a:extLst>
            </p:cNvPr>
            <p:cNvGrpSpPr/>
            <p:nvPr/>
          </p:nvGrpSpPr>
          <p:grpSpPr>
            <a:xfrm rot="10800000">
              <a:off x="-2793134" y="-1946851"/>
              <a:ext cx="5681843" cy="3181016"/>
              <a:chOff x="3406125" y="2174000"/>
              <a:chExt cx="2581600" cy="1445325"/>
            </a:xfrm>
          </p:grpSpPr>
          <p:sp>
            <p:nvSpPr>
              <p:cNvPr id="49456" name="Google Shape;49456;p44">
                <a:extLst>
                  <a:ext uri="{FF2B5EF4-FFF2-40B4-BE49-F238E27FC236}">
                    <a16:creationId xmlns:a16="http://schemas.microsoft.com/office/drawing/2014/main" id="{4C3DF5CC-75E5-6255-084A-CB922B9ABCF2}"/>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7" name="Google Shape;49457;p44">
                <a:extLst>
                  <a:ext uri="{FF2B5EF4-FFF2-40B4-BE49-F238E27FC236}">
                    <a16:creationId xmlns:a16="http://schemas.microsoft.com/office/drawing/2014/main" id="{7BF1D5F0-2A12-9781-842D-3FDDC149032D}"/>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8" name="Google Shape;49458;p44">
                <a:extLst>
                  <a:ext uri="{FF2B5EF4-FFF2-40B4-BE49-F238E27FC236}">
                    <a16:creationId xmlns:a16="http://schemas.microsoft.com/office/drawing/2014/main" id="{7001FFC3-8C2F-2FA5-EC86-819D947AA9B2}"/>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9" name="Google Shape;49459;p44">
                <a:extLst>
                  <a:ext uri="{FF2B5EF4-FFF2-40B4-BE49-F238E27FC236}">
                    <a16:creationId xmlns:a16="http://schemas.microsoft.com/office/drawing/2014/main" id="{C7F9FB2B-60A2-71D9-8FDF-FEAB4441E3BC}"/>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0" name="Google Shape;49460;p44">
                <a:extLst>
                  <a:ext uri="{FF2B5EF4-FFF2-40B4-BE49-F238E27FC236}">
                    <a16:creationId xmlns:a16="http://schemas.microsoft.com/office/drawing/2014/main" id="{908B36CD-1B01-6653-2772-5922B5C76604}"/>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1" name="Google Shape;49461;p44">
                <a:extLst>
                  <a:ext uri="{FF2B5EF4-FFF2-40B4-BE49-F238E27FC236}">
                    <a16:creationId xmlns:a16="http://schemas.microsoft.com/office/drawing/2014/main" id="{72CE8345-9595-8CDF-B096-66CBC58E1F0F}"/>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2" name="Google Shape;49462;p44">
                <a:extLst>
                  <a:ext uri="{FF2B5EF4-FFF2-40B4-BE49-F238E27FC236}">
                    <a16:creationId xmlns:a16="http://schemas.microsoft.com/office/drawing/2014/main" id="{D5DE91D9-122A-4F1C-7484-773E26564252}"/>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3" name="Google Shape;49463;p44">
                <a:extLst>
                  <a:ext uri="{FF2B5EF4-FFF2-40B4-BE49-F238E27FC236}">
                    <a16:creationId xmlns:a16="http://schemas.microsoft.com/office/drawing/2014/main" id="{0437B262-F22D-BF77-618F-9A5BD29DE70E}"/>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4" name="Google Shape;49464;p44">
                <a:extLst>
                  <a:ext uri="{FF2B5EF4-FFF2-40B4-BE49-F238E27FC236}">
                    <a16:creationId xmlns:a16="http://schemas.microsoft.com/office/drawing/2014/main" id="{AF473B0A-8856-2FA7-E6A0-8EC5222AB818}"/>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5" name="Google Shape;49465;p44">
                <a:extLst>
                  <a:ext uri="{FF2B5EF4-FFF2-40B4-BE49-F238E27FC236}">
                    <a16:creationId xmlns:a16="http://schemas.microsoft.com/office/drawing/2014/main" id="{87A35899-EA3A-532A-14C2-3A3A88C8F97D}"/>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6" name="Google Shape;49466;p44">
                <a:extLst>
                  <a:ext uri="{FF2B5EF4-FFF2-40B4-BE49-F238E27FC236}">
                    <a16:creationId xmlns:a16="http://schemas.microsoft.com/office/drawing/2014/main" id="{AC60F089-3C08-8241-D71D-89FF1914DE59}"/>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7" name="Google Shape;49467;p44">
                <a:extLst>
                  <a:ext uri="{FF2B5EF4-FFF2-40B4-BE49-F238E27FC236}">
                    <a16:creationId xmlns:a16="http://schemas.microsoft.com/office/drawing/2014/main" id="{B5F46A06-335D-08C5-334E-46FDD557DE14}"/>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8" name="Google Shape;49468;p44">
                <a:extLst>
                  <a:ext uri="{FF2B5EF4-FFF2-40B4-BE49-F238E27FC236}">
                    <a16:creationId xmlns:a16="http://schemas.microsoft.com/office/drawing/2014/main" id="{861F27C0-A374-5D70-D697-0DE9D580DE92}"/>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9" name="Google Shape;49469;p44">
                <a:extLst>
                  <a:ext uri="{FF2B5EF4-FFF2-40B4-BE49-F238E27FC236}">
                    <a16:creationId xmlns:a16="http://schemas.microsoft.com/office/drawing/2014/main" id="{79884455-44CC-C3CB-9965-3D95DCF58CBF}"/>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0" name="Google Shape;49470;p44">
                <a:extLst>
                  <a:ext uri="{FF2B5EF4-FFF2-40B4-BE49-F238E27FC236}">
                    <a16:creationId xmlns:a16="http://schemas.microsoft.com/office/drawing/2014/main" id="{3857355C-0471-C939-7120-197071110B83}"/>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1" name="Google Shape;49471;p44">
                <a:extLst>
                  <a:ext uri="{FF2B5EF4-FFF2-40B4-BE49-F238E27FC236}">
                    <a16:creationId xmlns:a16="http://schemas.microsoft.com/office/drawing/2014/main" id="{0CE31278-20A9-1D23-4C5B-5CDFC309C476}"/>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2" name="Google Shape;49472;p44">
                <a:extLst>
                  <a:ext uri="{FF2B5EF4-FFF2-40B4-BE49-F238E27FC236}">
                    <a16:creationId xmlns:a16="http://schemas.microsoft.com/office/drawing/2014/main" id="{81A54DD7-97FE-C93B-64E3-59FD56495A5E}"/>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3" name="Google Shape;49473;p44">
                <a:extLst>
                  <a:ext uri="{FF2B5EF4-FFF2-40B4-BE49-F238E27FC236}">
                    <a16:creationId xmlns:a16="http://schemas.microsoft.com/office/drawing/2014/main" id="{2A28ED1C-46E7-119A-4393-3594A56FAEDD}"/>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4" name="Google Shape;49474;p44">
                <a:extLst>
                  <a:ext uri="{FF2B5EF4-FFF2-40B4-BE49-F238E27FC236}">
                    <a16:creationId xmlns:a16="http://schemas.microsoft.com/office/drawing/2014/main" id="{FAD2672E-6688-5846-90F8-18393536A497}"/>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5" name="Google Shape;49475;p44">
                <a:extLst>
                  <a:ext uri="{FF2B5EF4-FFF2-40B4-BE49-F238E27FC236}">
                    <a16:creationId xmlns:a16="http://schemas.microsoft.com/office/drawing/2014/main" id="{BC8F7748-8BD4-5A5F-5A57-90D31380936D}"/>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6" name="Google Shape;49476;p44">
                <a:extLst>
                  <a:ext uri="{FF2B5EF4-FFF2-40B4-BE49-F238E27FC236}">
                    <a16:creationId xmlns:a16="http://schemas.microsoft.com/office/drawing/2014/main" id="{D45DB34E-EE50-44B9-1E64-5507796915FF}"/>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7" name="Google Shape;49477;p44">
                <a:extLst>
                  <a:ext uri="{FF2B5EF4-FFF2-40B4-BE49-F238E27FC236}">
                    <a16:creationId xmlns:a16="http://schemas.microsoft.com/office/drawing/2014/main" id="{7112DF8C-451A-CB22-D20B-DF571F9B415D}"/>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478" name="Google Shape;49478;p44">
            <a:extLst>
              <a:ext uri="{FF2B5EF4-FFF2-40B4-BE49-F238E27FC236}">
                <a16:creationId xmlns:a16="http://schemas.microsoft.com/office/drawing/2014/main" id="{DCF46CFB-60C6-D11A-7152-B085849342E2}"/>
              </a:ext>
            </a:extLst>
          </p:cNvPr>
          <p:cNvGrpSpPr/>
          <p:nvPr/>
        </p:nvGrpSpPr>
        <p:grpSpPr>
          <a:xfrm flipH="1">
            <a:off x="-1038357" y="-726172"/>
            <a:ext cx="1914693" cy="3661095"/>
            <a:chOff x="-969933" y="2588077"/>
            <a:chExt cx="1914693" cy="3661095"/>
          </a:xfrm>
        </p:grpSpPr>
        <p:sp>
          <p:nvSpPr>
            <p:cNvPr id="49479" name="Google Shape;49479;p44">
              <a:extLst>
                <a:ext uri="{FF2B5EF4-FFF2-40B4-BE49-F238E27FC236}">
                  <a16:creationId xmlns:a16="http://schemas.microsoft.com/office/drawing/2014/main" id="{EBF07195-8964-4322-C614-D63F74F319AD}"/>
                </a:ext>
              </a:extLst>
            </p:cNvPr>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0" name="Google Shape;49480;p44">
              <a:extLst>
                <a:ext uri="{FF2B5EF4-FFF2-40B4-BE49-F238E27FC236}">
                  <a16:creationId xmlns:a16="http://schemas.microsoft.com/office/drawing/2014/main" id="{0D38A9AF-7BAC-02BC-0097-D0C37AE7A122}"/>
                </a:ext>
              </a:extLst>
            </p:cNvPr>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1" name="Google Shape;49481;p44">
              <a:extLst>
                <a:ext uri="{FF2B5EF4-FFF2-40B4-BE49-F238E27FC236}">
                  <a16:creationId xmlns:a16="http://schemas.microsoft.com/office/drawing/2014/main" id="{566D752C-CE7A-2ECF-F1B1-FF41FDCE6D60}"/>
                </a:ext>
              </a:extLst>
            </p:cNvPr>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2" name="Google Shape;49482;p44">
              <a:extLst>
                <a:ext uri="{FF2B5EF4-FFF2-40B4-BE49-F238E27FC236}">
                  <a16:creationId xmlns:a16="http://schemas.microsoft.com/office/drawing/2014/main" id="{E82E1ADF-9ADB-2D20-E043-CA7C20AB1EF4}"/>
                </a:ext>
              </a:extLst>
            </p:cNvPr>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3" name="Google Shape;49483;p44">
              <a:extLst>
                <a:ext uri="{FF2B5EF4-FFF2-40B4-BE49-F238E27FC236}">
                  <a16:creationId xmlns:a16="http://schemas.microsoft.com/office/drawing/2014/main" id="{FBB0C05B-FDEF-52D3-5C9D-1A3A3043D626}"/>
                </a:ext>
              </a:extLst>
            </p:cNvPr>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4" name="Google Shape;49484;p44">
              <a:extLst>
                <a:ext uri="{FF2B5EF4-FFF2-40B4-BE49-F238E27FC236}">
                  <a16:creationId xmlns:a16="http://schemas.microsoft.com/office/drawing/2014/main" id="{442DF666-70D6-8C1B-EC28-E14721B728D7}"/>
                </a:ext>
              </a:extLst>
            </p:cNvPr>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5" name="Google Shape;49485;p44">
              <a:extLst>
                <a:ext uri="{FF2B5EF4-FFF2-40B4-BE49-F238E27FC236}">
                  <a16:creationId xmlns:a16="http://schemas.microsoft.com/office/drawing/2014/main" id="{3C6A8133-CFA7-88A5-6803-6E1C7FA68A6E}"/>
                </a:ext>
              </a:extLst>
            </p:cNvPr>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6" name="Google Shape;49486;p44">
              <a:extLst>
                <a:ext uri="{FF2B5EF4-FFF2-40B4-BE49-F238E27FC236}">
                  <a16:creationId xmlns:a16="http://schemas.microsoft.com/office/drawing/2014/main" id="{B5852DC4-DA51-4E4F-944D-64B385A31E1F}"/>
                </a:ext>
              </a:extLst>
            </p:cNvPr>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7" name="Google Shape;49487;p44">
              <a:extLst>
                <a:ext uri="{FF2B5EF4-FFF2-40B4-BE49-F238E27FC236}">
                  <a16:creationId xmlns:a16="http://schemas.microsoft.com/office/drawing/2014/main" id="{DAFA6995-DB95-404E-3F8E-35BB1F5E4044}"/>
                </a:ext>
              </a:extLst>
            </p:cNvPr>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8" name="Google Shape;49488;p44">
              <a:extLst>
                <a:ext uri="{FF2B5EF4-FFF2-40B4-BE49-F238E27FC236}">
                  <a16:creationId xmlns:a16="http://schemas.microsoft.com/office/drawing/2014/main" id="{573EAB11-4F6F-6822-DE59-45068D32DDD2}"/>
                </a:ext>
              </a:extLst>
            </p:cNvPr>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9" name="Google Shape;49489;p44">
              <a:extLst>
                <a:ext uri="{FF2B5EF4-FFF2-40B4-BE49-F238E27FC236}">
                  <a16:creationId xmlns:a16="http://schemas.microsoft.com/office/drawing/2014/main" id="{CCE25CA1-FA2E-E663-4EA5-A68014B63A1D}"/>
                </a:ext>
              </a:extLst>
            </p:cNvPr>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0" name="Google Shape;49490;p44">
              <a:extLst>
                <a:ext uri="{FF2B5EF4-FFF2-40B4-BE49-F238E27FC236}">
                  <a16:creationId xmlns:a16="http://schemas.microsoft.com/office/drawing/2014/main" id="{95CC7612-7B9A-0E15-2719-07C583388796}"/>
                </a:ext>
              </a:extLst>
            </p:cNvPr>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1" name="Google Shape;49491;p44">
              <a:extLst>
                <a:ext uri="{FF2B5EF4-FFF2-40B4-BE49-F238E27FC236}">
                  <a16:creationId xmlns:a16="http://schemas.microsoft.com/office/drawing/2014/main" id="{8017A5F3-1C99-D6BD-4E89-E148FFC0B774}"/>
                </a:ext>
              </a:extLst>
            </p:cNvPr>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2" name="Google Shape;49492;p44">
              <a:extLst>
                <a:ext uri="{FF2B5EF4-FFF2-40B4-BE49-F238E27FC236}">
                  <a16:creationId xmlns:a16="http://schemas.microsoft.com/office/drawing/2014/main" id="{BC7974F1-BADA-542C-1746-A5D7CB207961}"/>
                </a:ext>
              </a:extLst>
            </p:cNvPr>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3" name="Google Shape;49493;p44">
              <a:extLst>
                <a:ext uri="{FF2B5EF4-FFF2-40B4-BE49-F238E27FC236}">
                  <a16:creationId xmlns:a16="http://schemas.microsoft.com/office/drawing/2014/main" id="{FFB6D235-D13E-4920-54F3-DFA8D9575F1D}"/>
                </a:ext>
              </a:extLst>
            </p:cNvPr>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4" name="Google Shape;49494;p44">
              <a:extLst>
                <a:ext uri="{FF2B5EF4-FFF2-40B4-BE49-F238E27FC236}">
                  <a16:creationId xmlns:a16="http://schemas.microsoft.com/office/drawing/2014/main" id="{5C8537D7-9D33-C487-A354-D18E6477885C}"/>
                </a:ext>
              </a:extLst>
            </p:cNvPr>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5" name="Google Shape;49495;p44">
              <a:extLst>
                <a:ext uri="{FF2B5EF4-FFF2-40B4-BE49-F238E27FC236}">
                  <a16:creationId xmlns:a16="http://schemas.microsoft.com/office/drawing/2014/main" id="{410201D7-8017-DCE2-9255-4524F4A41C3E}"/>
                </a:ext>
              </a:extLst>
            </p:cNvPr>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6" name="Google Shape;49496;p44">
              <a:extLst>
                <a:ext uri="{FF2B5EF4-FFF2-40B4-BE49-F238E27FC236}">
                  <a16:creationId xmlns:a16="http://schemas.microsoft.com/office/drawing/2014/main" id="{C0A9E98E-2B1F-1B31-2748-95F7805AC63C}"/>
                </a:ext>
              </a:extLst>
            </p:cNvPr>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7" name="Google Shape;49497;p44">
              <a:extLst>
                <a:ext uri="{FF2B5EF4-FFF2-40B4-BE49-F238E27FC236}">
                  <a16:creationId xmlns:a16="http://schemas.microsoft.com/office/drawing/2014/main" id="{168688C3-C4EA-1D26-2433-ACE44C8AA53F}"/>
                </a:ext>
              </a:extLst>
            </p:cNvPr>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8" name="Google Shape;49498;p44">
              <a:extLst>
                <a:ext uri="{FF2B5EF4-FFF2-40B4-BE49-F238E27FC236}">
                  <a16:creationId xmlns:a16="http://schemas.microsoft.com/office/drawing/2014/main" id="{AC821D70-8A85-B855-E401-4ADEED3ADCFA}"/>
                </a:ext>
              </a:extLst>
            </p:cNvPr>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9" name="Google Shape;49499;p44">
              <a:extLst>
                <a:ext uri="{FF2B5EF4-FFF2-40B4-BE49-F238E27FC236}">
                  <a16:creationId xmlns:a16="http://schemas.microsoft.com/office/drawing/2014/main" id="{D4D35643-6309-A029-90E0-A25C3E8D03A5}"/>
                </a:ext>
              </a:extLst>
            </p:cNvPr>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0" name="Google Shape;49500;p44">
              <a:extLst>
                <a:ext uri="{FF2B5EF4-FFF2-40B4-BE49-F238E27FC236}">
                  <a16:creationId xmlns:a16="http://schemas.microsoft.com/office/drawing/2014/main" id="{2ADFDBF7-7868-2727-C741-B9D430EA60F8}"/>
                </a:ext>
              </a:extLst>
            </p:cNvPr>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1" name="Google Shape;49501;p44">
              <a:extLst>
                <a:ext uri="{FF2B5EF4-FFF2-40B4-BE49-F238E27FC236}">
                  <a16:creationId xmlns:a16="http://schemas.microsoft.com/office/drawing/2014/main" id="{DD1BC3A6-4DBA-21FE-C768-BFD77FC1546E}"/>
                </a:ext>
              </a:extLst>
            </p:cNvPr>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2" name="Google Shape;49502;p44">
              <a:extLst>
                <a:ext uri="{FF2B5EF4-FFF2-40B4-BE49-F238E27FC236}">
                  <a16:creationId xmlns:a16="http://schemas.microsoft.com/office/drawing/2014/main" id="{3C6EAA5B-ED96-CF33-CEC2-E9E4C881F3BE}"/>
                </a:ext>
              </a:extLst>
            </p:cNvPr>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3" name="Google Shape;49503;p44">
              <a:extLst>
                <a:ext uri="{FF2B5EF4-FFF2-40B4-BE49-F238E27FC236}">
                  <a16:creationId xmlns:a16="http://schemas.microsoft.com/office/drawing/2014/main" id="{9A4DBBCD-31A7-7A7E-08B4-C13F59279EB2}"/>
                </a:ext>
              </a:extLst>
            </p:cNvPr>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4" name="Google Shape;49504;p44">
              <a:extLst>
                <a:ext uri="{FF2B5EF4-FFF2-40B4-BE49-F238E27FC236}">
                  <a16:creationId xmlns:a16="http://schemas.microsoft.com/office/drawing/2014/main" id="{F229C4D7-426A-1B7E-FB9D-BAD54791E29B}"/>
                </a:ext>
              </a:extLst>
            </p:cNvPr>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5" name="Google Shape;49505;p44">
              <a:extLst>
                <a:ext uri="{FF2B5EF4-FFF2-40B4-BE49-F238E27FC236}">
                  <a16:creationId xmlns:a16="http://schemas.microsoft.com/office/drawing/2014/main" id="{DE2D7C33-4011-19CA-CBA1-828FC19F073F}"/>
                </a:ext>
              </a:extLst>
            </p:cNvPr>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6" name="Google Shape;49506;p44">
              <a:extLst>
                <a:ext uri="{FF2B5EF4-FFF2-40B4-BE49-F238E27FC236}">
                  <a16:creationId xmlns:a16="http://schemas.microsoft.com/office/drawing/2014/main" id="{E55A1F4C-AC83-35F6-0D89-426CA6D7BF29}"/>
                </a:ext>
              </a:extLst>
            </p:cNvPr>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7" name="Google Shape;49507;p44">
              <a:extLst>
                <a:ext uri="{FF2B5EF4-FFF2-40B4-BE49-F238E27FC236}">
                  <a16:creationId xmlns:a16="http://schemas.microsoft.com/office/drawing/2014/main" id="{CA29B619-2EA0-3F05-4889-84ACB2907C44}"/>
                </a:ext>
              </a:extLst>
            </p:cNvPr>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8" name="Google Shape;49508;p44">
              <a:extLst>
                <a:ext uri="{FF2B5EF4-FFF2-40B4-BE49-F238E27FC236}">
                  <a16:creationId xmlns:a16="http://schemas.microsoft.com/office/drawing/2014/main" id="{E63DEA90-EE0A-D922-5395-D465B90D268D}"/>
                </a:ext>
              </a:extLst>
            </p:cNvPr>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9" name="Google Shape;49509;p44">
              <a:extLst>
                <a:ext uri="{FF2B5EF4-FFF2-40B4-BE49-F238E27FC236}">
                  <a16:creationId xmlns:a16="http://schemas.microsoft.com/office/drawing/2014/main" id="{0550D0D6-E9DD-DE45-CF3C-5E80FAF8AE32}"/>
                </a:ext>
              </a:extLst>
            </p:cNvPr>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0" name="Google Shape;49510;p44">
              <a:extLst>
                <a:ext uri="{FF2B5EF4-FFF2-40B4-BE49-F238E27FC236}">
                  <a16:creationId xmlns:a16="http://schemas.microsoft.com/office/drawing/2014/main" id="{5218196E-6D91-D92E-6995-70353E9325A3}"/>
                </a:ext>
              </a:extLst>
            </p:cNvPr>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1" name="Google Shape;49511;p44">
              <a:extLst>
                <a:ext uri="{FF2B5EF4-FFF2-40B4-BE49-F238E27FC236}">
                  <a16:creationId xmlns:a16="http://schemas.microsoft.com/office/drawing/2014/main" id="{7DCBFE94-502F-8E18-7245-943ED091A076}"/>
                </a:ext>
              </a:extLst>
            </p:cNvPr>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2" name="Google Shape;49512;p44">
              <a:extLst>
                <a:ext uri="{FF2B5EF4-FFF2-40B4-BE49-F238E27FC236}">
                  <a16:creationId xmlns:a16="http://schemas.microsoft.com/office/drawing/2014/main" id="{E12D4B21-9481-88FD-BE3E-B2367F58A57B}"/>
                </a:ext>
              </a:extLst>
            </p:cNvPr>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3" name="Google Shape;49513;p44">
              <a:extLst>
                <a:ext uri="{FF2B5EF4-FFF2-40B4-BE49-F238E27FC236}">
                  <a16:creationId xmlns:a16="http://schemas.microsoft.com/office/drawing/2014/main" id="{EF3FA835-C6C8-D4B4-E39D-BF399AA9A688}"/>
                </a:ext>
              </a:extLst>
            </p:cNvPr>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4" name="Google Shape;49514;p44">
              <a:extLst>
                <a:ext uri="{FF2B5EF4-FFF2-40B4-BE49-F238E27FC236}">
                  <a16:creationId xmlns:a16="http://schemas.microsoft.com/office/drawing/2014/main" id="{747E8EDE-B8E7-78AA-71A8-86822AFFC0B4}"/>
                </a:ext>
              </a:extLst>
            </p:cNvPr>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5" name="Google Shape;49515;p44">
              <a:extLst>
                <a:ext uri="{FF2B5EF4-FFF2-40B4-BE49-F238E27FC236}">
                  <a16:creationId xmlns:a16="http://schemas.microsoft.com/office/drawing/2014/main" id="{77EB4981-B7BF-5AE6-E5EF-BE2084F4EAD0}"/>
                </a:ext>
              </a:extLst>
            </p:cNvPr>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6" name="Google Shape;49516;p44">
              <a:extLst>
                <a:ext uri="{FF2B5EF4-FFF2-40B4-BE49-F238E27FC236}">
                  <a16:creationId xmlns:a16="http://schemas.microsoft.com/office/drawing/2014/main" id="{793E774F-2D05-2CC3-4C80-770BDAB3F886}"/>
                </a:ext>
              </a:extLst>
            </p:cNvPr>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7" name="Google Shape;49517;p44">
              <a:extLst>
                <a:ext uri="{FF2B5EF4-FFF2-40B4-BE49-F238E27FC236}">
                  <a16:creationId xmlns:a16="http://schemas.microsoft.com/office/drawing/2014/main" id="{078A1333-8D6A-7812-4257-9DAFB44EF124}"/>
                </a:ext>
              </a:extLst>
            </p:cNvPr>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8" name="Google Shape;49518;p44">
              <a:extLst>
                <a:ext uri="{FF2B5EF4-FFF2-40B4-BE49-F238E27FC236}">
                  <a16:creationId xmlns:a16="http://schemas.microsoft.com/office/drawing/2014/main" id="{A1A363B0-B272-0A94-0613-66DF69B1F20E}"/>
                </a:ext>
              </a:extLst>
            </p:cNvPr>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9" name="Google Shape;49519;p44">
              <a:extLst>
                <a:ext uri="{FF2B5EF4-FFF2-40B4-BE49-F238E27FC236}">
                  <a16:creationId xmlns:a16="http://schemas.microsoft.com/office/drawing/2014/main" id="{FE912F97-321E-AE9E-C304-3152B3B6A383}"/>
                </a:ext>
              </a:extLst>
            </p:cNvPr>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0" name="Google Shape;49520;p44">
              <a:extLst>
                <a:ext uri="{FF2B5EF4-FFF2-40B4-BE49-F238E27FC236}">
                  <a16:creationId xmlns:a16="http://schemas.microsoft.com/office/drawing/2014/main" id="{35D4DD98-EEBD-09B9-9126-097160DED55C}"/>
                </a:ext>
              </a:extLst>
            </p:cNvPr>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1" name="Google Shape;49521;p44">
              <a:extLst>
                <a:ext uri="{FF2B5EF4-FFF2-40B4-BE49-F238E27FC236}">
                  <a16:creationId xmlns:a16="http://schemas.microsoft.com/office/drawing/2014/main" id="{E80C4984-B9D7-8F8F-6299-693FED37BDF2}"/>
                </a:ext>
              </a:extLst>
            </p:cNvPr>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2" name="Google Shape;49522;p44">
              <a:extLst>
                <a:ext uri="{FF2B5EF4-FFF2-40B4-BE49-F238E27FC236}">
                  <a16:creationId xmlns:a16="http://schemas.microsoft.com/office/drawing/2014/main" id="{FD10F33D-C99B-41F5-ADFC-78D8C6FC100A}"/>
                </a:ext>
              </a:extLst>
            </p:cNvPr>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3" name="Google Shape;49523;p44">
              <a:extLst>
                <a:ext uri="{FF2B5EF4-FFF2-40B4-BE49-F238E27FC236}">
                  <a16:creationId xmlns:a16="http://schemas.microsoft.com/office/drawing/2014/main" id="{515756A2-B54E-C886-627C-6B76E9F44924}"/>
                </a:ext>
              </a:extLst>
            </p:cNvPr>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4" name="Google Shape;49524;p44">
              <a:extLst>
                <a:ext uri="{FF2B5EF4-FFF2-40B4-BE49-F238E27FC236}">
                  <a16:creationId xmlns:a16="http://schemas.microsoft.com/office/drawing/2014/main" id="{CA2B7B55-A27B-EDDB-FEAD-199B95ED9C8B}"/>
                </a:ext>
              </a:extLst>
            </p:cNvPr>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5" name="Google Shape;49525;p44">
              <a:extLst>
                <a:ext uri="{FF2B5EF4-FFF2-40B4-BE49-F238E27FC236}">
                  <a16:creationId xmlns:a16="http://schemas.microsoft.com/office/drawing/2014/main" id="{A5A81E70-EF7D-8107-A620-FC11598A3761}"/>
                </a:ext>
              </a:extLst>
            </p:cNvPr>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6" name="Google Shape;49526;p44">
              <a:extLst>
                <a:ext uri="{FF2B5EF4-FFF2-40B4-BE49-F238E27FC236}">
                  <a16:creationId xmlns:a16="http://schemas.microsoft.com/office/drawing/2014/main" id="{736ED339-27E8-8926-9442-145E8C486326}"/>
                </a:ext>
              </a:extLst>
            </p:cNvPr>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7" name="Google Shape;49527;p44">
              <a:extLst>
                <a:ext uri="{FF2B5EF4-FFF2-40B4-BE49-F238E27FC236}">
                  <a16:creationId xmlns:a16="http://schemas.microsoft.com/office/drawing/2014/main" id="{0354C80A-D860-2102-9C03-CE19AEAA1342}"/>
                </a:ext>
              </a:extLst>
            </p:cNvPr>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8" name="Google Shape;49528;p44">
              <a:extLst>
                <a:ext uri="{FF2B5EF4-FFF2-40B4-BE49-F238E27FC236}">
                  <a16:creationId xmlns:a16="http://schemas.microsoft.com/office/drawing/2014/main" id="{A2D4E4FB-5166-20D5-B462-893768D4B568}"/>
                </a:ext>
              </a:extLst>
            </p:cNvPr>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9" name="Google Shape;49529;p44">
              <a:extLst>
                <a:ext uri="{FF2B5EF4-FFF2-40B4-BE49-F238E27FC236}">
                  <a16:creationId xmlns:a16="http://schemas.microsoft.com/office/drawing/2014/main" id="{2E01E7AF-C05B-01CA-D0A6-5B2C1A552BD9}"/>
                </a:ext>
              </a:extLst>
            </p:cNvPr>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0" name="Google Shape;49530;p44">
              <a:extLst>
                <a:ext uri="{FF2B5EF4-FFF2-40B4-BE49-F238E27FC236}">
                  <a16:creationId xmlns:a16="http://schemas.microsoft.com/office/drawing/2014/main" id="{DD095245-273D-62D0-3E24-B9A59C340FDE}"/>
                </a:ext>
              </a:extLst>
            </p:cNvPr>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1" name="Google Shape;49531;p44">
              <a:extLst>
                <a:ext uri="{FF2B5EF4-FFF2-40B4-BE49-F238E27FC236}">
                  <a16:creationId xmlns:a16="http://schemas.microsoft.com/office/drawing/2014/main" id="{F79C1E80-0C64-1782-4B76-FFA819AA7483}"/>
                </a:ext>
              </a:extLst>
            </p:cNvPr>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2" name="Google Shape;49532;p44">
              <a:extLst>
                <a:ext uri="{FF2B5EF4-FFF2-40B4-BE49-F238E27FC236}">
                  <a16:creationId xmlns:a16="http://schemas.microsoft.com/office/drawing/2014/main" id="{428C8407-DC12-3CC9-C028-06B44DC1B980}"/>
                </a:ext>
              </a:extLst>
            </p:cNvPr>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3" name="Google Shape;49533;p44">
              <a:extLst>
                <a:ext uri="{FF2B5EF4-FFF2-40B4-BE49-F238E27FC236}">
                  <a16:creationId xmlns:a16="http://schemas.microsoft.com/office/drawing/2014/main" id="{45397BDA-8FAE-B86D-AF60-EFEACB77A112}"/>
                </a:ext>
              </a:extLst>
            </p:cNvPr>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4" name="Google Shape;49534;p44">
              <a:extLst>
                <a:ext uri="{FF2B5EF4-FFF2-40B4-BE49-F238E27FC236}">
                  <a16:creationId xmlns:a16="http://schemas.microsoft.com/office/drawing/2014/main" id="{D7927681-04F9-1875-1587-3E97E9C473DB}"/>
                </a:ext>
              </a:extLst>
            </p:cNvPr>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5" name="Google Shape;49535;p44">
              <a:extLst>
                <a:ext uri="{FF2B5EF4-FFF2-40B4-BE49-F238E27FC236}">
                  <a16:creationId xmlns:a16="http://schemas.microsoft.com/office/drawing/2014/main" id="{49C58911-1B04-8005-66AA-EF20E0D64FB3}"/>
                </a:ext>
              </a:extLst>
            </p:cNvPr>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36" name="Google Shape;49536;p44">
            <a:extLst>
              <a:ext uri="{FF2B5EF4-FFF2-40B4-BE49-F238E27FC236}">
                <a16:creationId xmlns:a16="http://schemas.microsoft.com/office/drawing/2014/main" id="{73DEF321-3076-AB65-9145-5E9835D8B815}"/>
              </a:ext>
            </a:extLst>
          </p:cNvPr>
          <p:cNvGrpSpPr/>
          <p:nvPr/>
        </p:nvGrpSpPr>
        <p:grpSpPr>
          <a:xfrm>
            <a:off x="8199632" y="3992897"/>
            <a:ext cx="703597" cy="1215579"/>
            <a:chOff x="11712647" y="-2511258"/>
            <a:chExt cx="294602" cy="508994"/>
          </a:xfrm>
        </p:grpSpPr>
        <p:sp>
          <p:nvSpPr>
            <p:cNvPr id="49537" name="Google Shape;49537;p44">
              <a:extLst>
                <a:ext uri="{FF2B5EF4-FFF2-40B4-BE49-F238E27FC236}">
                  <a16:creationId xmlns:a16="http://schemas.microsoft.com/office/drawing/2014/main" id="{7DB16D7E-1FB3-45EB-D319-6C2CB8E4318A}"/>
                </a:ext>
              </a:extLst>
            </p:cNvPr>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8" name="Google Shape;49538;p44">
              <a:extLst>
                <a:ext uri="{FF2B5EF4-FFF2-40B4-BE49-F238E27FC236}">
                  <a16:creationId xmlns:a16="http://schemas.microsoft.com/office/drawing/2014/main" id="{798130D1-660D-F2EB-98B8-D6BCF66C3C77}"/>
                </a:ext>
              </a:extLst>
            </p:cNvPr>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9" name="Google Shape;49539;p44">
              <a:extLst>
                <a:ext uri="{FF2B5EF4-FFF2-40B4-BE49-F238E27FC236}">
                  <a16:creationId xmlns:a16="http://schemas.microsoft.com/office/drawing/2014/main" id="{9CFB1008-7FDA-EE82-498E-E499D37EAB97}"/>
                </a:ext>
              </a:extLst>
            </p:cNvPr>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0" name="Google Shape;49540;p44">
              <a:extLst>
                <a:ext uri="{FF2B5EF4-FFF2-40B4-BE49-F238E27FC236}">
                  <a16:creationId xmlns:a16="http://schemas.microsoft.com/office/drawing/2014/main" id="{C78EDB98-DC14-AF12-E1E5-71E5C67AA30A}"/>
                </a:ext>
              </a:extLst>
            </p:cNvPr>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1" name="Google Shape;49541;p44">
              <a:extLst>
                <a:ext uri="{FF2B5EF4-FFF2-40B4-BE49-F238E27FC236}">
                  <a16:creationId xmlns:a16="http://schemas.microsoft.com/office/drawing/2014/main" id="{8EE742A1-2359-E916-A99F-DF403F84239D}"/>
                </a:ext>
              </a:extLst>
            </p:cNvPr>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2" name="Google Shape;49542;p44">
              <a:extLst>
                <a:ext uri="{FF2B5EF4-FFF2-40B4-BE49-F238E27FC236}">
                  <a16:creationId xmlns:a16="http://schemas.microsoft.com/office/drawing/2014/main" id="{BCA796A0-A68E-598B-0B48-98F4F8DAE365}"/>
                </a:ext>
              </a:extLst>
            </p:cNvPr>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3" name="Google Shape;49543;p44">
              <a:extLst>
                <a:ext uri="{FF2B5EF4-FFF2-40B4-BE49-F238E27FC236}">
                  <a16:creationId xmlns:a16="http://schemas.microsoft.com/office/drawing/2014/main" id="{62249A85-B391-BA0B-757A-7C6611EC0B65}"/>
                </a:ext>
              </a:extLst>
            </p:cNvPr>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4" name="Google Shape;49544;p44">
              <a:extLst>
                <a:ext uri="{FF2B5EF4-FFF2-40B4-BE49-F238E27FC236}">
                  <a16:creationId xmlns:a16="http://schemas.microsoft.com/office/drawing/2014/main" id="{0E14FD9C-2E20-3C64-6B53-F25C3039D5F3}"/>
                </a:ext>
              </a:extLst>
            </p:cNvPr>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5" name="Google Shape;49545;p44">
              <a:extLst>
                <a:ext uri="{FF2B5EF4-FFF2-40B4-BE49-F238E27FC236}">
                  <a16:creationId xmlns:a16="http://schemas.microsoft.com/office/drawing/2014/main" id="{3D2A7B6B-4D82-902B-98B2-D9F9B8D99CD2}"/>
                </a:ext>
              </a:extLst>
            </p:cNvPr>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6" name="Google Shape;49546;p44">
              <a:extLst>
                <a:ext uri="{FF2B5EF4-FFF2-40B4-BE49-F238E27FC236}">
                  <a16:creationId xmlns:a16="http://schemas.microsoft.com/office/drawing/2014/main" id="{E496DBBA-9862-0585-F48E-D636D2C23DFB}"/>
                </a:ext>
              </a:extLst>
            </p:cNvPr>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7" name="Google Shape;49547;p44">
              <a:extLst>
                <a:ext uri="{FF2B5EF4-FFF2-40B4-BE49-F238E27FC236}">
                  <a16:creationId xmlns:a16="http://schemas.microsoft.com/office/drawing/2014/main" id="{DEA3443F-5BEE-AE0F-3F51-1BB9435A5F11}"/>
                </a:ext>
              </a:extLst>
            </p:cNvPr>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8" name="Google Shape;49548;p44">
              <a:extLst>
                <a:ext uri="{FF2B5EF4-FFF2-40B4-BE49-F238E27FC236}">
                  <a16:creationId xmlns:a16="http://schemas.microsoft.com/office/drawing/2014/main" id="{F7903BAF-DF27-6850-E995-1D3EB222FD5A}"/>
                </a:ext>
              </a:extLst>
            </p:cNvPr>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9" name="Google Shape;49549;p44">
              <a:extLst>
                <a:ext uri="{FF2B5EF4-FFF2-40B4-BE49-F238E27FC236}">
                  <a16:creationId xmlns:a16="http://schemas.microsoft.com/office/drawing/2014/main" id="{F98E005C-D5A8-2C66-7D87-0E4052F0D0C3}"/>
                </a:ext>
              </a:extLst>
            </p:cNvPr>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0" name="Google Shape;49550;p44">
              <a:extLst>
                <a:ext uri="{FF2B5EF4-FFF2-40B4-BE49-F238E27FC236}">
                  <a16:creationId xmlns:a16="http://schemas.microsoft.com/office/drawing/2014/main" id="{DFDEBDF1-9DC9-080B-2091-333E1C073B31}"/>
                </a:ext>
              </a:extLst>
            </p:cNvPr>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1" name="Google Shape;49551;p44">
              <a:extLst>
                <a:ext uri="{FF2B5EF4-FFF2-40B4-BE49-F238E27FC236}">
                  <a16:creationId xmlns:a16="http://schemas.microsoft.com/office/drawing/2014/main" id="{0A4EEC89-A816-C20C-DD99-B030D69DF255}"/>
                </a:ext>
              </a:extLst>
            </p:cNvPr>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2" name="Google Shape;49552;p44">
              <a:extLst>
                <a:ext uri="{FF2B5EF4-FFF2-40B4-BE49-F238E27FC236}">
                  <a16:creationId xmlns:a16="http://schemas.microsoft.com/office/drawing/2014/main" id="{77D99BEE-AA7F-881D-9449-5137A6985FD5}"/>
                </a:ext>
              </a:extLst>
            </p:cNvPr>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3" name="Google Shape;49553;p44">
              <a:extLst>
                <a:ext uri="{FF2B5EF4-FFF2-40B4-BE49-F238E27FC236}">
                  <a16:creationId xmlns:a16="http://schemas.microsoft.com/office/drawing/2014/main" id="{BA44F1D6-90D7-4DB5-7D4F-7D4BCE2B65FF}"/>
                </a:ext>
              </a:extLst>
            </p:cNvPr>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4" name="Google Shape;49554;p44">
              <a:extLst>
                <a:ext uri="{FF2B5EF4-FFF2-40B4-BE49-F238E27FC236}">
                  <a16:creationId xmlns:a16="http://schemas.microsoft.com/office/drawing/2014/main" id="{CABB7C85-1B68-C884-5155-6321F75AFAAC}"/>
                </a:ext>
              </a:extLst>
            </p:cNvPr>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5" name="Google Shape;49555;p44">
              <a:extLst>
                <a:ext uri="{FF2B5EF4-FFF2-40B4-BE49-F238E27FC236}">
                  <a16:creationId xmlns:a16="http://schemas.microsoft.com/office/drawing/2014/main" id="{CE35DEF7-FAE7-4445-968D-B63DC9B10686}"/>
                </a:ext>
              </a:extLst>
            </p:cNvPr>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6" name="Google Shape;49556;p44">
              <a:extLst>
                <a:ext uri="{FF2B5EF4-FFF2-40B4-BE49-F238E27FC236}">
                  <a16:creationId xmlns:a16="http://schemas.microsoft.com/office/drawing/2014/main" id="{ADCBDEED-8017-BB57-B190-46CECCAF169F}"/>
                </a:ext>
              </a:extLst>
            </p:cNvPr>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7" name="Google Shape;49557;p44">
              <a:extLst>
                <a:ext uri="{FF2B5EF4-FFF2-40B4-BE49-F238E27FC236}">
                  <a16:creationId xmlns:a16="http://schemas.microsoft.com/office/drawing/2014/main" id="{82804D0E-274A-8E6E-B484-99A28E303B2F}"/>
                </a:ext>
              </a:extLst>
            </p:cNvPr>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8" name="Google Shape;49558;p44">
              <a:extLst>
                <a:ext uri="{FF2B5EF4-FFF2-40B4-BE49-F238E27FC236}">
                  <a16:creationId xmlns:a16="http://schemas.microsoft.com/office/drawing/2014/main" id="{21E9E9BF-0E75-4812-AD8D-A98EC07B2263}"/>
                </a:ext>
              </a:extLst>
            </p:cNvPr>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9" name="Google Shape;49559;p44">
              <a:extLst>
                <a:ext uri="{FF2B5EF4-FFF2-40B4-BE49-F238E27FC236}">
                  <a16:creationId xmlns:a16="http://schemas.microsoft.com/office/drawing/2014/main" id="{E9854EAA-504A-EC5C-FE93-3BAF39CDE09D}"/>
                </a:ext>
              </a:extLst>
            </p:cNvPr>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0" name="Google Shape;49560;p44">
              <a:extLst>
                <a:ext uri="{FF2B5EF4-FFF2-40B4-BE49-F238E27FC236}">
                  <a16:creationId xmlns:a16="http://schemas.microsoft.com/office/drawing/2014/main" id="{B6AB9B1A-DD03-02F2-E078-D22A14E5EA86}"/>
                </a:ext>
              </a:extLst>
            </p:cNvPr>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1" name="Google Shape;49561;p44">
              <a:extLst>
                <a:ext uri="{FF2B5EF4-FFF2-40B4-BE49-F238E27FC236}">
                  <a16:creationId xmlns:a16="http://schemas.microsoft.com/office/drawing/2014/main" id="{8260E992-DDA7-853D-0ECF-E3591804E7F9}"/>
                </a:ext>
              </a:extLst>
            </p:cNvPr>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2" name="Google Shape;49562;p44">
              <a:extLst>
                <a:ext uri="{FF2B5EF4-FFF2-40B4-BE49-F238E27FC236}">
                  <a16:creationId xmlns:a16="http://schemas.microsoft.com/office/drawing/2014/main" id="{308562C3-5D79-6D83-6F05-8FA5D8BF415F}"/>
                </a:ext>
              </a:extLst>
            </p:cNvPr>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3" name="Google Shape;49563;p44">
              <a:extLst>
                <a:ext uri="{FF2B5EF4-FFF2-40B4-BE49-F238E27FC236}">
                  <a16:creationId xmlns:a16="http://schemas.microsoft.com/office/drawing/2014/main" id="{FC7FE15A-859B-A759-838B-D4677D9B4859}"/>
                </a:ext>
              </a:extLst>
            </p:cNvPr>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64" name="Google Shape;49564;p44">
            <a:extLst>
              <a:ext uri="{FF2B5EF4-FFF2-40B4-BE49-F238E27FC236}">
                <a16:creationId xmlns:a16="http://schemas.microsoft.com/office/drawing/2014/main" id="{3F3FE42C-62EA-B1AD-23E4-84BFDC45B360}"/>
              </a:ext>
            </a:extLst>
          </p:cNvPr>
          <p:cNvGrpSpPr/>
          <p:nvPr/>
        </p:nvGrpSpPr>
        <p:grpSpPr>
          <a:xfrm flipH="1">
            <a:off x="8002774" y="-1960779"/>
            <a:ext cx="5681843" cy="3181016"/>
            <a:chOff x="-2793134" y="-1946851"/>
            <a:chExt cx="5681843" cy="3181016"/>
          </a:xfrm>
        </p:grpSpPr>
        <p:grpSp>
          <p:nvGrpSpPr>
            <p:cNvPr id="49565" name="Google Shape;49565;p44">
              <a:extLst>
                <a:ext uri="{FF2B5EF4-FFF2-40B4-BE49-F238E27FC236}">
                  <a16:creationId xmlns:a16="http://schemas.microsoft.com/office/drawing/2014/main" id="{F51DDC3F-90FF-A062-E1A4-31BE8AE5DBB7}"/>
                </a:ext>
              </a:extLst>
            </p:cNvPr>
            <p:cNvGrpSpPr/>
            <p:nvPr/>
          </p:nvGrpSpPr>
          <p:grpSpPr>
            <a:xfrm rot="10800000">
              <a:off x="-2793134" y="-1946851"/>
              <a:ext cx="5681843" cy="3181016"/>
              <a:chOff x="3406125" y="2174000"/>
              <a:chExt cx="2581600" cy="1445325"/>
            </a:xfrm>
          </p:grpSpPr>
          <p:sp>
            <p:nvSpPr>
              <p:cNvPr id="49566" name="Google Shape;49566;p44">
                <a:extLst>
                  <a:ext uri="{FF2B5EF4-FFF2-40B4-BE49-F238E27FC236}">
                    <a16:creationId xmlns:a16="http://schemas.microsoft.com/office/drawing/2014/main" id="{F8E91BEA-7896-6345-BECD-581E452135CE}"/>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7" name="Google Shape;49567;p44">
                <a:extLst>
                  <a:ext uri="{FF2B5EF4-FFF2-40B4-BE49-F238E27FC236}">
                    <a16:creationId xmlns:a16="http://schemas.microsoft.com/office/drawing/2014/main" id="{30DF534B-0452-DA7E-C9EE-0B08F325E9BA}"/>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8" name="Google Shape;49568;p44">
                <a:extLst>
                  <a:ext uri="{FF2B5EF4-FFF2-40B4-BE49-F238E27FC236}">
                    <a16:creationId xmlns:a16="http://schemas.microsoft.com/office/drawing/2014/main" id="{0AB5977D-FC10-51F5-1787-366D33751523}"/>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9" name="Google Shape;49569;p44">
                <a:extLst>
                  <a:ext uri="{FF2B5EF4-FFF2-40B4-BE49-F238E27FC236}">
                    <a16:creationId xmlns:a16="http://schemas.microsoft.com/office/drawing/2014/main" id="{70BA937D-1DCD-DE00-5D88-3D445AC2EB94}"/>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0" name="Google Shape;49570;p44">
                <a:extLst>
                  <a:ext uri="{FF2B5EF4-FFF2-40B4-BE49-F238E27FC236}">
                    <a16:creationId xmlns:a16="http://schemas.microsoft.com/office/drawing/2014/main" id="{F9E3CE6A-3C8F-3F18-6A57-914804B4AD00}"/>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1" name="Google Shape;49571;p44">
                <a:extLst>
                  <a:ext uri="{FF2B5EF4-FFF2-40B4-BE49-F238E27FC236}">
                    <a16:creationId xmlns:a16="http://schemas.microsoft.com/office/drawing/2014/main" id="{BD93DED8-7B64-29D8-810E-7FF4E6665775}"/>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2" name="Google Shape;49572;p44">
                <a:extLst>
                  <a:ext uri="{FF2B5EF4-FFF2-40B4-BE49-F238E27FC236}">
                    <a16:creationId xmlns:a16="http://schemas.microsoft.com/office/drawing/2014/main" id="{5A602FA2-5E65-E6FB-A743-554FDD20C959}"/>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3" name="Google Shape;49573;p44">
                <a:extLst>
                  <a:ext uri="{FF2B5EF4-FFF2-40B4-BE49-F238E27FC236}">
                    <a16:creationId xmlns:a16="http://schemas.microsoft.com/office/drawing/2014/main" id="{BB7AB7A1-8E7A-4414-50C6-C6F3C46D7898}"/>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4" name="Google Shape;49574;p44">
                <a:extLst>
                  <a:ext uri="{FF2B5EF4-FFF2-40B4-BE49-F238E27FC236}">
                    <a16:creationId xmlns:a16="http://schemas.microsoft.com/office/drawing/2014/main" id="{4B638874-E4EB-09FD-C42C-CA745261FAE8}"/>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5" name="Google Shape;49575;p44">
                <a:extLst>
                  <a:ext uri="{FF2B5EF4-FFF2-40B4-BE49-F238E27FC236}">
                    <a16:creationId xmlns:a16="http://schemas.microsoft.com/office/drawing/2014/main" id="{F4AEEF37-B0BF-9149-45EE-ADCD1642382B}"/>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6" name="Google Shape;49576;p44">
                <a:extLst>
                  <a:ext uri="{FF2B5EF4-FFF2-40B4-BE49-F238E27FC236}">
                    <a16:creationId xmlns:a16="http://schemas.microsoft.com/office/drawing/2014/main" id="{8C942875-6B5C-0FD5-888F-D39911F55208}"/>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7" name="Google Shape;49577;p44">
                <a:extLst>
                  <a:ext uri="{FF2B5EF4-FFF2-40B4-BE49-F238E27FC236}">
                    <a16:creationId xmlns:a16="http://schemas.microsoft.com/office/drawing/2014/main" id="{A93F1087-DB4D-0DBF-CF35-34BA1D330F76}"/>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8" name="Google Shape;49578;p44">
                <a:extLst>
                  <a:ext uri="{FF2B5EF4-FFF2-40B4-BE49-F238E27FC236}">
                    <a16:creationId xmlns:a16="http://schemas.microsoft.com/office/drawing/2014/main" id="{CF7DDB4C-25E5-114F-90AD-8B52A99DC816}"/>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9" name="Google Shape;49579;p44">
                <a:extLst>
                  <a:ext uri="{FF2B5EF4-FFF2-40B4-BE49-F238E27FC236}">
                    <a16:creationId xmlns:a16="http://schemas.microsoft.com/office/drawing/2014/main" id="{C6EC9A30-D09B-1D25-0E9F-E1C51060793E}"/>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0" name="Google Shape;49580;p44">
                <a:extLst>
                  <a:ext uri="{FF2B5EF4-FFF2-40B4-BE49-F238E27FC236}">
                    <a16:creationId xmlns:a16="http://schemas.microsoft.com/office/drawing/2014/main" id="{A5E2CED0-8056-CB8C-D84B-C3B47267647E}"/>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1" name="Google Shape;49581;p44">
                <a:extLst>
                  <a:ext uri="{FF2B5EF4-FFF2-40B4-BE49-F238E27FC236}">
                    <a16:creationId xmlns:a16="http://schemas.microsoft.com/office/drawing/2014/main" id="{DB478438-00C2-10FC-E5ED-CB2426E157E1}"/>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2" name="Google Shape;49582;p44">
                <a:extLst>
                  <a:ext uri="{FF2B5EF4-FFF2-40B4-BE49-F238E27FC236}">
                    <a16:creationId xmlns:a16="http://schemas.microsoft.com/office/drawing/2014/main" id="{928D07A1-6E6F-B2CF-9C74-EDFD7DFB4E12}"/>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3" name="Google Shape;49583;p44">
                <a:extLst>
                  <a:ext uri="{FF2B5EF4-FFF2-40B4-BE49-F238E27FC236}">
                    <a16:creationId xmlns:a16="http://schemas.microsoft.com/office/drawing/2014/main" id="{DAB7E3C2-0928-F0D0-2687-2F2676D4034B}"/>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4" name="Google Shape;49584;p44">
                <a:extLst>
                  <a:ext uri="{FF2B5EF4-FFF2-40B4-BE49-F238E27FC236}">
                    <a16:creationId xmlns:a16="http://schemas.microsoft.com/office/drawing/2014/main" id="{124E52B2-B432-D40C-7057-A6DB3191FA26}"/>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5" name="Google Shape;49585;p44">
                <a:extLst>
                  <a:ext uri="{FF2B5EF4-FFF2-40B4-BE49-F238E27FC236}">
                    <a16:creationId xmlns:a16="http://schemas.microsoft.com/office/drawing/2014/main" id="{BDE7178F-7283-97C6-C2A7-75B750A496E6}"/>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6" name="Google Shape;49586;p44">
                <a:extLst>
                  <a:ext uri="{FF2B5EF4-FFF2-40B4-BE49-F238E27FC236}">
                    <a16:creationId xmlns:a16="http://schemas.microsoft.com/office/drawing/2014/main" id="{7785F4AB-533F-31EE-FB06-900AE65D8ECD}"/>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7" name="Google Shape;49587;p44">
                <a:extLst>
                  <a:ext uri="{FF2B5EF4-FFF2-40B4-BE49-F238E27FC236}">
                    <a16:creationId xmlns:a16="http://schemas.microsoft.com/office/drawing/2014/main" id="{960CE3C0-E54D-27CC-0385-6964BED5810B}"/>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88" name="Google Shape;49588;p44">
              <a:extLst>
                <a:ext uri="{FF2B5EF4-FFF2-40B4-BE49-F238E27FC236}">
                  <a16:creationId xmlns:a16="http://schemas.microsoft.com/office/drawing/2014/main" id="{962D3428-2CD3-0403-0E55-7FAAD4A4E634}"/>
                </a:ext>
              </a:extLst>
            </p:cNvPr>
            <p:cNvGrpSpPr/>
            <p:nvPr/>
          </p:nvGrpSpPr>
          <p:grpSpPr>
            <a:xfrm rot="10800000">
              <a:off x="-2793134" y="-1946851"/>
              <a:ext cx="5681843" cy="3181016"/>
              <a:chOff x="3406125" y="2174000"/>
              <a:chExt cx="2581600" cy="1445325"/>
            </a:xfrm>
          </p:grpSpPr>
          <p:sp>
            <p:nvSpPr>
              <p:cNvPr id="49589" name="Google Shape;49589;p44">
                <a:extLst>
                  <a:ext uri="{FF2B5EF4-FFF2-40B4-BE49-F238E27FC236}">
                    <a16:creationId xmlns:a16="http://schemas.microsoft.com/office/drawing/2014/main" id="{59B94097-5400-3DF1-9075-B683542669D2}"/>
                  </a:ext>
                </a:extLst>
              </p:cNvPr>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0" name="Google Shape;49590;p44">
                <a:extLst>
                  <a:ext uri="{FF2B5EF4-FFF2-40B4-BE49-F238E27FC236}">
                    <a16:creationId xmlns:a16="http://schemas.microsoft.com/office/drawing/2014/main" id="{2A8CEE60-56F6-FAF6-2296-62A6377A8E8D}"/>
                  </a:ext>
                </a:extLst>
              </p:cNvPr>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1" name="Google Shape;49591;p44">
                <a:extLst>
                  <a:ext uri="{FF2B5EF4-FFF2-40B4-BE49-F238E27FC236}">
                    <a16:creationId xmlns:a16="http://schemas.microsoft.com/office/drawing/2014/main" id="{0BB91D7A-A190-4FA0-7406-15C35423D8EC}"/>
                  </a:ext>
                </a:extLst>
              </p:cNvPr>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2" name="Google Shape;49592;p44">
                <a:extLst>
                  <a:ext uri="{FF2B5EF4-FFF2-40B4-BE49-F238E27FC236}">
                    <a16:creationId xmlns:a16="http://schemas.microsoft.com/office/drawing/2014/main" id="{938921C6-FBCF-C33C-9520-F1CB01974A2E}"/>
                  </a:ext>
                </a:extLst>
              </p:cNvPr>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3" name="Google Shape;49593;p44">
                <a:extLst>
                  <a:ext uri="{FF2B5EF4-FFF2-40B4-BE49-F238E27FC236}">
                    <a16:creationId xmlns:a16="http://schemas.microsoft.com/office/drawing/2014/main" id="{0738D60D-FB4B-B202-1B0B-B6B1F64167B1}"/>
                  </a:ext>
                </a:extLst>
              </p:cNvPr>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4" name="Google Shape;49594;p44">
                <a:extLst>
                  <a:ext uri="{FF2B5EF4-FFF2-40B4-BE49-F238E27FC236}">
                    <a16:creationId xmlns:a16="http://schemas.microsoft.com/office/drawing/2014/main" id="{F1AAD452-8A99-46C3-A735-42D4811FDD9B}"/>
                  </a:ext>
                </a:extLst>
              </p:cNvPr>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5" name="Google Shape;49595;p44">
                <a:extLst>
                  <a:ext uri="{FF2B5EF4-FFF2-40B4-BE49-F238E27FC236}">
                    <a16:creationId xmlns:a16="http://schemas.microsoft.com/office/drawing/2014/main" id="{3D18C69B-50C6-7B82-85D1-AAD4C07CB28B}"/>
                  </a:ext>
                </a:extLst>
              </p:cNvPr>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6" name="Google Shape;49596;p44">
                <a:extLst>
                  <a:ext uri="{FF2B5EF4-FFF2-40B4-BE49-F238E27FC236}">
                    <a16:creationId xmlns:a16="http://schemas.microsoft.com/office/drawing/2014/main" id="{08127AF3-8A2D-F685-D162-5E08CEDD8080}"/>
                  </a:ext>
                </a:extLst>
              </p:cNvPr>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7" name="Google Shape;49597;p44">
                <a:extLst>
                  <a:ext uri="{FF2B5EF4-FFF2-40B4-BE49-F238E27FC236}">
                    <a16:creationId xmlns:a16="http://schemas.microsoft.com/office/drawing/2014/main" id="{51CFD7A2-4EF1-DC00-554A-0ECC45D512E9}"/>
                  </a:ext>
                </a:extLst>
              </p:cNvPr>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8" name="Google Shape;49598;p44">
                <a:extLst>
                  <a:ext uri="{FF2B5EF4-FFF2-40B4-BE49-F238E27FC236}">
                    <a16:creationId xmlns:a16="http://schemas.microsoft.com/office/drawing/2014/main" id="{F75B7DB1-7EB1-8B73-CBB7-809FCE081F6B}"/>
                  </a:ext>
                </a:extLst>
              </p:cNvPr>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9" name="Google Shape;49599;p44">
                <a:extLst>
                  <a:ext uri="{FF2B5EF4-FFF2-40B4-BE49-F238E27FC236}">
                    <a16:creationId xmlns:a16="http://schemas.microsoft.com/office/drawing/2014/main" id="{D1C0ED88-AF47-1783-B701-1CD095FBBE10}"/>
                  </a:ext>
                </a:extLst>
              </p:cNvPr>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0" name="Google Shape;49600;p44">
                <a:extLst>
                  <a:ext uri="{FF2B5EF4-FFF2-40B4-BE49-F238E27FC236}">
                    <a16:creationId xmlns:a16="http://schemas.microsoft.com/office/drawing/2014/main" id="{08BF0CB4-B89F-785C-BDFC-91D5924C4A08}"/>
                  </a:ext>
                </a:extLst>
              </p:cNvPr>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1" name="Google Shape;49601;p44">
                <a:extLst>
                  <a:ext uri="{FF2B5EF4-FFF2-40B4-BE49-F238E27FC236}">
                    <a16:creationId xmlns:a16="http://schemas.microsoft.com/office/drawing/2014/main" id="{6DFFB31C-FCEA-CEBC-7C61-6E01DB7A1997}"/>
                  </a:ext>
                </a:extLst>
              </p:cNvPr>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2" name="Google Shape;49602;p44">
                <a:extLst>
                  <a:ext uri="{FF2B5EF4-FFF2-40B4-BE49-F238E27FC236}">
                    <a16:creationId xmlns:a16="http://schemas.microsoft.com/office/drawing/2014/main" id="{0C8C2715-8676-DC5F-DE97-31EFB52EB3BB}"/>
                  </a:ext>
                </a:extLst>
              </p:cNvPr>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3" name="Google Shape;49603;p44">
                <a:extLst>
                  <a:ext uri="{FF2B5EF4-FFF2-40B4-BE49-F238E27FC236}">
                    <a16:creationId xmlns:a16="http://schemas.microsoft.com/office/drawing/2014/main" id="{C8574365-76C9-BEAD-FC7F-C29B001D3807}"/>
                  </a:ext>
                </a:extLst>
              </p:cNvPr>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4" name="Google Shape;49604;p44">
                <a:extLst>
                  <a:ext uri="{FF2B5EF4-FFF2-40B4-BE49-F238E27FC236}">
                    <a16:creationId xmlns:a16="http://schemas.microsoft.com/office/drawing/2014/main" id="{16C2B5CB-4A29-E23A-A574-2CF7A71EA8AA}"/>
                  </a:ext>
                </a:extLst>
              </p:cNvPr>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5" name="Google Shape;49605;p44">
                <a:extLst>
                  <a:ext uri="{FF2B5EF4-FFF2-40B4-BE49-F238E27FC236}">
                    <a16:creationId xmlns:a16="http://schemas.microsoft.com/office/drawing/2014/main" id="{56D7C2FE-7F16-A242-B829-091E2DF4B4B9}"/>
                  </a:ext>
                </a:extLst>
              </p:cNvPr>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6" name="Google Shape;49606;p44">
                <a:extLst>
                  <a:ext uri="{FF2B5EF4-FFF2-40B4-BE49-F238E27FC236}">
                    <a16:creationId xmlns:a16="http://schemas.microsoft.com/office/drawing/2014/main" id="{B96AEEFE-7D0A-A31C-BECD-4C5AB011B232}"/>
                  </a:ext>
                </a:extLst>
              </p:cNvPr>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7" name="Google Shape;49607;p44">
                <a:extLst>
                  <a:ext uri="{FF2B5EF4-FFF2-40B4-BE49-F238E27FC236}">
                    <a16:creationId xmlns:a16="http://schemas.microsoft.com/office/drawing/2014/main" id="{1C0C3FCE-B14D-6DB6-E155-7117E87E4C1E}"/>
                  </a:ext>
                </a:extLst>
              </p:cNvPr>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8" name="Google Shape;49608;p44">
                <a:extLst>
                  <a:ext uri="{FF2B5EF4-FFF2-40B4-BE49-F238E27FC236}">
                    <a16:creationId xmlns:a16="http://schemas.microsoft.com/office/drawing/2014/main" id="{C8CCF79A-658B-630C-F431-F7EA5B7CC97A}"/>
                  </a:ext>
                </a:extLst>
              </p:cNvPr>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9" name="Google Shape;49609;p44">
                <a:extLst>
                  <a:ext uri="{FF2B5EF4-FFF2-40B4-BE49-F238E27FC236}">
                    <a16:creationId xmlns:a16="http://schemas.microsoft.com/office/drawing/2014/main" id="{98E89D65-E00C-34AA-D370-673E5F7CD504}"/>
                  </a:ext>
                </a:extLst>
              </p:cNvPr>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0" name="Google Shape;49610;p44">
                <a:extLst>
                  <a:ext uri="{FF2B5EF4-FFF2-40B4-BE49-F238E27FC236}">
                    <a16:creationId xmlns:a16="http://schemas.microsoft.com/office/drawing/2014/main" id="{09458C56-42D0-70B2-5F0B-75B8A6533930}"/>
                  </a:ext>
                </a:extLst>
              </p:cNvPr>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Google Shape;49187;p41">
            <a:extLst>
              <a:ext uri="{FF2B5EF4-FFF2-40B4-BE49-F238E27FC236}">
                <a16:creationId xmlns:a16="http://schemas.microsoft.com/office/drawing/2014/main" id="{C4186E07-B6DC-A8D7-1622-3ECD0E784929}"/>
              </a:ext>
            </a:extLst>
          </p:cNvPr>
          <p:cNvSpPr txBox="1">
            <a:spLocks/>
          </p:cNvSpPr>
          <p:nvPr/>
        </p:nvSpPr>
        <p:spPr>
          <a:xfrm>
            <a:off x="1141226" y="-45060"/>
            <a:ext cx="6804839" cy="40312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1pPr>
            <a:lvl2pPr marR="0" lvl="1"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2pPr>
            <a:lvl3pPr marR="0" lvl="2"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3pPr>
            <a:lvl4pPr marR="0" lvl="3"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4pPr>
            <a:lvl5pPr marR="0" lvl="4"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5pPr>
            <a:lvl6pPr marR="0" lvl="5"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6pPr>
            <a:lvl7pPr marR="0" lvl="6"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7pPr>
            <a:lvl8pPr marR="0" lvl="7"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8pPr>
            <a:lvl9pPr marR="0" lvl="8" algn="ctr" rtl="0">
              <a:lnSpc>
                <a:spcPct val="100000"/>
              </a:lnSpc>
              <a:spcBef>
                <a:spcPts val="0"/>
              </a:spcBef>
              <a:spcAft>
                <a:spcPts val="0"/>
              </a:spcAft>
              <a:buClr>
                <a:schemeClr val="lt1"/>
              </a:buClr>
              <a:buSzPts val="3300"/>
              <a:buFont typeface="Source Code Pro Medium"/>
              <a:buNone/>
              <a:defRPr sz="3300" b="0" i="0" u="none" strike="noStrike" cap="none">
                <a:solidFill>
                  <a:schemeClr val="lt1"/>
                </a:solidFill>
                <a:latin typeface="Source Code Pro Medium"/>
                <a:ea typeface="Source Code Pro Medium"/>
                <a:cs typeface="Source Code Pro Medium"/>
                <a:sym typeface="Source Code Pro Medium"/>
              </a:defRPr>
            </a:lvl9pPr>
          </a:lstStyle>
          <a:p>
            <a:r>
              <a:rPr lang="en-US" sz="2800" b="1" dirty="0">
                <a:solidFill>
                  <a:schemeClr val="bg2"/>
                </a:solidFill>
              </a:rPr>
              <a:t>KHÓ KHĂN VÀ THÁCH THỨC KHI TRIỂN KHAI THỰC TIỄN</a:t>
            </a:r>
          </a:p>
        </p:txBody>
      </p:sp>
      <p:sp>
        <p:nvSpPr>
          <p:cNvPr id="4" name="Rectangle 2">
            <a:extLst>
              <a:ext uri="{FF2B5EF4-FFF2-40B4-BE49-F238E27FC236}">
                <a16:creationId xmlns:a16="http://schemas.microsoft.com/office/drawing/2014/main" id="{5A787A68-CC22-B84A-5864-6AD5FFA8016F}"/>
              </a:ext>
            </a:extLst>
          </p:cNvPr>
          <p:cNvSpPr>
            <a:spLocks noChangeArrowheads="1"/>
          </p:cNvSpPr>
          <p:nvPr/>
        </p:nvSpPr>
        <p:spPr bwMode="auto">
          <a:xfrm>
            <a:off x="1833224" y="1738555"/>
            <a:ext cx="5634990" cy="2472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28600" marR="0" lvl="0" indent="-228600" algn="l" defTabSz="914400" rtl="0" eaLnBrk="0" fontAlgn="base" latinLnBrk="0" hangingPunct="0">
              <a:lnSpc>
                <a:spcPct val="200000"/>
              </a:lnSpc>
              <a:spcBef>
                <a:spcPct val="0"/>
              </a:spcBef>
              <a:spcAft>
                <a:spcPct val="0"/>
              </a:spcAft>
              <a:buClrTx/>
              <a:buSzTx/>
              <a:buFont typeface="+mj-lt"/>
              <a:buAutoNum type="arabicPeriod"/>
              <a:tabLst/>
            </a:pPr>
            <a:r>
              <a:rPr kumimoji="0" lang="en-US" altLang="en-US" sz="1600" i="0" u="none" strike="noStrike" cap="none" normalizeH="0" baseline="0" dirty="0">
                <a:ln>
                  <a:noFill/>
                </a:ln>
                <a:solidFill>
                  <a:schemeClr val="bg1"/>
                </a:solidFill>
                <a:effectLst/>
                <a:latin typeface="Barlow" panose="00000500000000000000" pitchFamily="2" charset="0"/>
              </a:rPr>
              <a:t>BYOD </a:t>
            </a:r>
            <a:r>
              <a:rPr kumimoji="0" lang="en-US" altLang="en-US" sz="1600" i="0" u="none" strike="noStrike" cap="none" normalizeH="0" baseline="0" dirty="0" err="1">
                <a:ln>
                  <a:noFill/>
                </a:ln>
                <a:solidFill>
                  <a:schemeClr val="bg1"/>
                </a:solidFill>
                <a:effectLst/>
                <a:latin typeface="Barlow" panose="00000500000000000000" pitchFamily="2" charset="0"/>
              </a:rPr>
              <a:t>và</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quyền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riêng</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tư</a:t>
            </a:r>
            <a:endParaRPr lang="en-US" altLang="en-US" sz="1600" dirty="0">
              <a:solidFill>
                <a:schemeClr val="bg1"/>
              </a:solidFill>
              <a:latin typeface="Barlow" panose="00000500000000000000" pitchFamily="2" charset="0"/>
            </a:endParaRPr>
          </a:p>
          <a:p>
            <a:pPr marL="228600" marR="0" lvl="0" indent="-228600" algn="l" defTabSz="914400" rtl="0" eaLnBrk="0" fontAlgn="base" latinLnBrk="0" hangingPunct="0">
              <a:lnSpc>
                <a:spcPct val="200000"/>
              </a:lnSpc>
              <a:spcBef>
                <a:spcPct val="0"/>
              </a:spcBef>
              <a:spcAft>
                <a:spcPct val="0"/>
              </a:spcAft>
              <a:buClrTx/>
              <a:buSzTx/>
              <a:buFont typeface="+mj-lt"/>
              <a:buAutoNum type="arabicPeriod"/>
              <a:tabLst/>
            </a:pPr>
            <a:r>
              <a:rPr kumimoji="0" lang="en-US" altLang="en-US" sz="1600" i="0" u="none" strike="noStrike" cap="none" normalizeH="0" baseline="0" dirty="0" err="1">
                <a:ln>
                  <a:noFill/>
                </a:ln>
                <a:solidFill>
                  <a:schemeClr val="bg1"/>
                </a:solidFill>
                <a:effectLst/>
                <a:latin typeface="Barlow" panose="00000500000000000000" pitchFamily="2" charset="0"/>
              </a:rPr>
              <a:t>Phân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mảnh</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thiết</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bị</a:t>
            </a:r>
            <a:r>
              <a:rPr kumimoji="0" lang="en-US" altLang="en-US" sz="1600" i="0" u="none" strike="noStrike" cap="none" normalizeH="0" baseline="0" dirty="0">
                <a:ln>
                  <a:noFill/>
                </a:ln>
                <a:solidFill>
                  <a:schemeClr val="bg1"/>
                </a:solidFill>
                <a:effectLst/>
                <a:latin typeface="Barlow" panose="00000500000000000000" pitchFamily="2" charset="0"/>
              </a:rPr>
              <a:t> &amp; </a:t>
            </a:r>
            <a:r>
              <a:rPr kumimoji="0" lang="en-US" altLang="en-US" sz="1600" i="0" u="none" strike="noStrike" cap="none" normalizeH="0" baseline="0" dirty="0" err="1">
                <a:ln>
                  <a:noFill/>
                </a:ln>
                <a:solidFill>
                  <a:schemeClr val="bg1"/>
                </a:solidFill>
                <a:effectLst/>
                <a:latin typeface="Barlow" panose="00000500000000000000" pitchFamily="2" charset="0"/>
              </a:rPr>
              <a:t>chậm</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vá</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lỗi</a:t>
            </a:r>
            <a:endParaRPr kumimoji="0" lang="en-US" altLang="en-US" sz="1600" i="0" u="none" strike="noStrike" cap="none" normalizeH="0" baseline="0" dirty="0">
              <a:ln>
                <a:noFill/>
              </a:ln>
              <a:solidFill>
                <a:schemeClr val="bg1"/>
              </a:solidFill>
              <a:effectLst/>
              <a:latin typeface="Barlow" panose="00000500000000000000" pitchFamily="2" charset="0"/>
            </a:endParaRPr>
          </a:p>
          <a:p>
            <a:pPr marL="228600" marR="0" lvl="0" indent="-228600" algn="l" defTabSz="914400" rtl="0" eaLnBrk="0" fontAlgn="base" latinLnBrk="0" hangingPunct="0">
              <a:lnSpc>
                <a:spcPct val="200000"/>
              </a:lnSpc>
              <a:spcBef>
                <a:spcPct val="0"/>
              </a:spcBef>
              <a:spcAft>
                <a:spcPct val="0"/>
              </a:spcAft>
              <a:buClrTx/>
              <a:buSzTx/>
              <a:buFont typeface="+mj-lt"/>
              <a:buAutoNum type="arabicPeriod"/>
              <a:tabLst/>
            </a:pPr>
            <a:r>
              <a:rPr kumimoji="0" lang="en-US" altLang="en-US" sz="1600" i="0" u="none" strike="noStrike" cap="none" normalizeH="0" baseline="0" dirty="0">
                <a:ln>
                  <a:noFill/>
                </a:ln>
                <a:solidFill>
                  <a:schemeClr val="bg1"/>
                </a:solidFill>
                <a:effectLst/>
                <a:latin typeface="Barlow" panose="00000500000000000000" pitchFamily="2" charset="0"/>
              </a:rPr>
              <a:t>Bảo </a:t>
            </a:r>
            <a:r>
              <a:rPr kumimoji="0" lang="en-US" altLang="en-US" sz="1600" i="0" u="none" strike="noStrike" cap="none" normalizeH="0" baseline="0" dirty="0" err="1">
                <a:ln>
                  <a:noFill/>
                </a:ln>
                <a:solidFill>
                  <a:schemeClr val="bg1"/>
                </a:solidFill>
                <a:effectLst/>
                <a:latin typeface="Barlow" panose="00000500000000000000" pitchFamily="2" charset="0"/>
              </a:rPr>
              <a:t>mật</a:t>
            </a:r>
            <a:r>
              <a:rPr kumimoji="0" lang="en-US" altLang="en-US" sz="1600" i="0" u="none" strike="noStrike" cap="none" normalizeH="0" baseline="0" dirty="0">
                <a:ln>
                  <a:noFill/>
                </a:ln>
                <a:solidFill>
                  <a:schemeClr val="bg1"/>
                </a:solidFill>
                <a:effectLst/>
                <a:latin typeface="Barlow" panose="00000500000000000000" pitchFamily="2" charset="0"/>
              </a:rPr>
              <a:t> vs </a:t>
            </a:r>
            <a:r>
              <a:rPr kumimoji="0" lang="en-US" altLang="en-US" sz="1600" i="0" u="none" strike="noStrike" cap="none" normalizeH="0" baseline="0" dirty="0" err="1">
                <a:ln>
                  <a:noFill/>
                </a:ln>
                <a:solidFill>
                  <a:schemeClr val="bg1"/>
                </a:solidFill>
                <a:effectLst/>
                <a:latin typeface="Barlow" panose="00000500000000000000" pitchFamily="2" charset="0"/>
              </a:rPr>
              <a:t>tiện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dụng</a:t>
            </a:r>
            <a:endParaRPr kumimoji="0" lang="en-US" altLang="en-US" sz="1600" i="0" u="none" strike="noStrike" cap="none" normalizeH="0" baseline="0" dirty="0">
              <a:ln>
                <a:noFill/>
              </a:ln>
              <a:solidFill>
                <a:schemeClr val="bg1"/>
              </a:solidFill>
              <a:effectLst/>
              <a:latin typeface="Barlow" panose="00000500000000000000" pitchFamily="2" charset="0"/>
            </a:endParaRPr>
          </a:p>
          <a:p>
            <a:pPr marL="228600" marR="0" lvl="0" indent="-228600" algn="l" defTabSz="914400" rtl="0" eaLnBrk="0" fontAlgn="base" latinLnBrk="0" hangingPunct="0">
              <a:lnSpc>
                <a:spcPct val="200000"/>
              </a:lnSpc>
              <a:spcBef>
                <a:spcPct val="0"/>
              </a:spcBef>
              <a:spcAft>
                <a:spcPct val="0"/>
              </a:spcAft>
              <a:buClrTx/>
              <a:buSzTx/>
              <a:buFont typeface="+mj-lt"/>
              <a:buAutoNum type="arabicPeriod"/>
              <a:tabLst/>
            </a:pPr>
            <a:r>
              <a:rPr kumimoji="0" lang="en-US" altLang="en-US" sz="1600" i="0" u="none" strike="noStrike" cap="none" normalizeH="0" baseline="0" dirty="0" err="1">
                <a:ln>
                  <a:noFill/>
                </a:ln>
                <a:solidFill>
                  <a:schemeClr val="bg1"/>
                </a:solidFill>
                <a:effectLst/>
                <a:latin typeface="Barlow" panose="00000500000000000000" pitchFamily="2" charset="0"/>
              </a:rPr>
              <a:t>Rủi</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ro</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chuỗi</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cung</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ứng</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phần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mềm</a:t>
            </a:r>
            <a:endParaRPr kumimoji="0" lang="en-US" altLang="en-US" sz="1600" i="0" u="none" strike="noStrike" cap="none" normalizeH="0" baseline="0" dirty="0">
              <a:ln>
                <a:noFill/>
              </a:ln>
              <a:solidFill>
                <a:schemeClr val="bg1"/>
              </a:solidFill>
              <a:effectLst/>
              <a:latin typeface="Barlow" panose="00000500000000000000" pitchFamily="2" charset="0"/>
            </a:endParaRPr>
          </a:p>
          <a:p>
            <a:pPr marL="228600" marR="0" lvl="0" indent="-228600" algn="l" defTabSz="914400" rtl="0" eaLnBrk="0" fontAlgn="base" latinLnBrk="0" hangingPunct="0">
              <a:lnSpc>
                <a:spcPct val="200000"/>
              </a:lnSpc>
              <a:spcBef>
                <a:spcPct val="0"/>
              </a:spcBef>
              <a:spcAft>
                <a:spcPct val="0"/>
              </a:spcAft>
              <a:buClrTx/>
              <a:buSzTx/>
              <a:buFont typeface="+mj-lt"/>
              <a:buAutoNum type="arabicPeriod"/>
              <a:tabLst/>
            </a:pPr>
            <a:r>
              <a:rPr kumimoji="0" lang="en-US" altLang="en-US" sz="1600" i="0" u="none" strike="noStrike" cap="none" normalizeH="0" baseline="0" dirty="0">
                <a:ln>
                  <a:noFill/>
                </a:ln>
                <a:solidFill>
                  <a:schemeClr val="bg1"/>
                </a:solidFill>
                <a:effectLst/>
                <a:latin typeface="Barlow" panose="00000500000000000000" pitchFamily="2" charset="0"/>
              </a:rPr>
              <a:t>Chi </a:t>
            </a:r>
            <a:r>
              <a:rPr kumimoji="0" lang="en-US" altLang="en-US" sz="1600" i="0" u="none" strike="noStrike" cap="none" normalizeH="0" baseline="0" dirty="0" err="1">
                <a:ln>
                  <a:noFill/>
                </a:ln>
                <a:solidFill>
                  <a:schemeClr val="bg1"/>
                </a:solidFill>
                <a:effectLst/>
                <a:latin typeface="Barlow" panose="00000500000000000000" pitchFamily="2" charset="0"/>
              </a:rPr>
              <a:t>phí</a:t>
            </a:r>
            <a:r>
              <a:rPr kumimoji="0" lang="en-US" altLang="en-US" sz="1600" i="0" u="none" strike="noStrike" cap="none" normalizeH="0" baseline="0" dirty="0">
                <a:ln>
                  <a:noFill/>
                </a:ln>
                <a:solidFill>
                  <a:schemeClr val="bg1"/>
                </a:solidFill>
                <a:effectLst/>
                <a:latin typeface="Barlow" panose="00000500000000000000" pitchFamily="2" charset="0"/>
              </a:rPr>
              <a:t> &amp; </a:t>
            </a:r>
            <a:r>
              <a:rPr kumimoji="0" lang="en-US" altLang="en-US" sz="1600" i="0" u="none" strike="noStrike" cap="none" normalizeH="0" baseline="0" dirty="0" err="1">
                <a:ln>
                  <a:noFill/>
                </a:ln>
                <a:solidFill>
                  <a:schemeClr val="bg1"/>
                </a:solidFill>
                <a:effectLst/>
                <a:latin typeface="Barlow" panose="00000500000000000000" pitchFamily="2" charset="0"/>
              </a:rPr>
              <a:t>nguồn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lực</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vận</a:t>
            </a:r>
            <a:r>
              <a:rPr kumimoji="0" lang="en-US" altLang="en-US" sz="1600" i="0" u="none" strike="noStrike" cap="none" normalizeH="0" baseline="0" dirty="0">
                <a:ln>
                  <a:noFill/>
                </a:ln>
                <a:solidFill>
                  <a:schemeClr val="bg1"/>
                </a:solidFill>
                <a:effectLst/>
                <a:latin typeface="Barlow" panose="00000500000000000000" pitchFamily="2" charset="0"/>
              </a:rPr>
              <a:t> </a:t>
            </a:r>
            <a:r>
              <a:rPr kumimoji="0" lang="en-US" altLang="en-US" sz="1600" i="0" u="none" strike="noStrike" cap="none" normalizeH="0" baseline="0" dirty="0" err="1">
                <a:ln>
                  <a:noFill/>
                </a:ln>
                <a:solidFill>
                  <a:schemeClr val="bg1"/>
                </a:solidFill>
                <a:effectLst/>
                <a:latin typeface="Barlow" panose="00000500000000000000" pitchFamily="2" charset="0"/>
              </a:rPr>
              <a:t>hành</a:t>
            </a:r>
            <a:endParaRPr kumimoji="0" lang="en-US" altLang="en-US" sz="1600" i="0" u="none" strike="noStrike" cap="none" normalizeH="0" baseline="0" dirty="0">
              <a:ln>
                <a:noFill/>
              </a:ln>
              <a:solidFill>
                <a:schemeClr val="bg1"/>
              </a:solidFill>
              <a:effectLst/>
              <a:latin typeface="Barlow" panose="00000500000000000000" pitchFamily="2" charset="0"/>
            </a:endParaRPr>
          </a:p>
        </p:txBody>
      </p:sp>
    </p:spTree>
    <p:extLst>
      <p:ext uri="{BB962C8B-B14F-4D97-AF65-F5344CB8AC3E}">
        <p14:creationId xmlns:p14="http://schemas.microsoft.com/office/powerpoint/2010/main" val="266621640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0830"/>
        <p:cNvGrpSpPr/>
        <p:nvPr/>
      </p:nvGrpSpPr>
      <p:grpSpPr>
        <a:xfrm>
          <a:off x="0" y="0"/>
          <a:ext cx="0" cy="0"/>
          <a:chOff x="0" y="0"/>
          <a:chExt cx="0" cy="0"/>
        </a:xfrm>
      </p:grpSpPr>
      <p:grpSp>
        <p:nvGrpSpPr>
          <p:cNvPr id="50831" name="Google Shape;50831;p65"/>
          <p:cNvGrpSpPr/>
          <p:nvPr/>
        </p:nvGrpSpPr>
        <p:grpSpPr>
          <a:xfrm flipH="1">
            <a:off x="6692038" y="940725"/>
            <a:ext cx="1032308" cy="1000509"/>
            <a:chOff x="1484095" y="802341"/>
            <a:chExt cx="1032308" cy="1000509"/>
          </a:xfrm>
        </p:grpSpPr>
        <p:grpSp>
          <p:nvGrpSpPr>
            <p:cNvPr id="50832" name="Google Shape;50832;p65"/>
            <p:cNvGrpSpPr/>
            <p:nvPr/>
          </p:nvGrpSpPr>
          <p:grpSpPr>
            <a:xfrm>
              <a:off x="1484095" y="802350"/>
              <a:ext cx="1032308" cy="1000500"/>
              <a:chOff x="1954207" y="514898"/>
              <a:chExt cx="1032308" cy="1000500"/>
            </a:xfrm>
          </p:grpSpPr>
          <p:sp>
            <p:nvSpPr>
              <p:cNvPr id="50833" name="Google Shape;50833;p65"/>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4" name="Google Shape;50834;p65"/>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35" name="Google Shape;50835;p65"/>
            <p:cNvGrpSpPr/>
            <p:nvPr/>
          </p:nvGrpSpPr>
          <p:grpSpPr>
            <a:xfrm>
              <a:off x="1484253" y="802341"/>
              <a:ext cx="1032143" cy="1000499"/>
              <a:chOff x="4056003" y="764391"/>
              <a:chExt cx="1032143" cy="1000499"/>
            </a:xfrm>
          </p:grpSpPr>
          <p:sp>
            <p:nvSpPr>
              <p:cNvPr id="50836" name="Google Shape;50836;p65"/>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837" name="Google Shape;50837;p65"/>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838" name="Google Shape;50838;p65"/>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839" name="Google Shape;50839;p65"/>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sp>
        <p:nvSpPr>
          <p:cNvPr id="50840" name="Google Shape;50840;p65"/>
          <p:cNvSpPr txBox="1">
            <a:spLocks noGrp="1"/>
          </p:cNvSpPr>
          <p:nvPr>
            <p:ph type="title"/>
          </p:nvPr>
        </p:nvSpPr>
        <p:spPr>
          <a:xfrm flipH="1">
            <a:off x="835247" y="2127450"/>
            <a:ext cx="7025453" cy="888600"/>
          </a:xfrm>
          <a:prstGeom prst="rect">
            <a:avLst/>
          </a:prstGeom>
        </p:spPr>
        <p:txBody>
          <a:bodyPr spcFirstLastPara="1" wrap="square" lIns="91425" tIns="91425" rIns="91425" bIns="91425" anchor="t" anchorCtr="0">
            <a:noAutofit/>
          </a:bodyPr>
          <a:lstStyle/>
          <a:p>
            <a:pPr lvl="0"/>
            <a:r>
              <a:rPr lang="en-US" b="1" dirty="0">
                <a:solidFill>
                  <a:schemeClr val="bg2"/>
                </a:solidFill>
                <a:latin typeface="Courier New" panose="02070309020205020404" pitchFamily="49" charset="0"/>
                <a:cs typeface="Courier New" panose="02070309020205020404" pitchFamily="49" charset="0"/>
              </a:rPr>
              <a:t>MOBILE SECURITY TOOLS</a:t>
            </a:r>
          </a:p>
        </p:txBody>
      </p:sp>
      <p:sp>
        <p:nvSpPr>
          <p:cNvPr id="50841" name="Google Shape;50841;p65"/>
          <p:cNvSpPr txBox="1">
            <a:spLocks noGrp="1"/>
          </p:cNvSpPr>
          <p:nvPr>
            <p:ph type="title" idx="2"/>
          </p:nvPr>
        </p:nvSpPr>
        <p:spPr>
          <a:xfrm flipH="1">
            <a:off x="6692190" y="1127847"/>
            <a:ext cx="1032000" cy="55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03</a:t>
            </a:r>
            <a:endParaRPr dirty="0"/>
          </a:p>
        </p:txBody>
      </p:sp>
      <p:grpSp>
        <p:nvGrpSpPr>
          <p:cNvPr id="50843" name="Google Shape;50843;p65"/>
          <p:cNvGrpSpPr/>
          <p:nvPr/>
        </p:nvGrpSpPr>
        <p:grpSpPr>
          <a:xfrm flipH="1">
            <a:off x="3370254" y="3493225"/>
            <a:ext cx="4354092" cy="0"/>
            <a:chOff x="1875300" y="3007925"/>
            <a:chExt cx="5393400" cy="0"/>
          </a:xfrm>
        </p:grpSpPr>
        <p:cxnSp>
          <p:nvCxnSpPr>
            <p:cNvPr id="50844" name="Google Shape;50844;p65"/>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50845" name="Google Shape;50845;p65"/>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grpSp>
        <p:nvGrpSpPr>
          <p:cNvPr id="50846" name="Google Shape;50846;p65"/>
          <p:cNvGrpSpPr/>
          <p:nvPr/>
        </p:nvGrpSpPr>
        <p:grpSpPr>
          <a:xfrm rot="-5400000">
            <a:off x="-1629411" y="164269"/>
            <a:ext cx="4810263" cy="537379"/>
            <a:chOff x="2765878" y="4436723"/>
            <a:chExt cx="7690269" cy="1225772"/>
          </a:xfrm>
        </p:grpSpPr>
        <p:grpSp>
          <p:nvGrpSpPr>
            <p:cNvPr id="50847" name="Google Shape;50847;p65"/>
            <p:cNvGrpSpPr/>
            <p:nvPr/>
          </p:nvGrpSpPr>
          <p:grpSpPr>
            <a:xfrm flipH="1">
              <a:off x="2765878" y="4436723"/>
              <a:ext cx="7690269" cy="1225772"/>
              <a:chOff x="2763020" y="4436723"/>
              <a:chExt cx="7690269" cy="1225772"/>
            </a:xfrm>
          </p:grpSpPr>
          <p:sp>
            <p:nvSpPr>
              <p:cNvPr id="50848" name="Google Shape;50848;p65"/>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9" name="Google Shape;50849;p65"/>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0" name="Google Shape;50850;p65"/>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1" name="Google Shape;50851;p65"/>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52" name="Google Shape;50852;p65"/>
            <p:cNvGrpSpPr/>
            <p:nvPr/>
          </p:nvGrpSpPr>
          <p:grpSpPr>
            <a:xfrm flipH="1">
              <a:off x="2765878" y="4436723"/>
              <a:ext cx="7690269" cy="1225772"/>
              <a:chOff x="2763020" y="4436723"/>
              <a:chExt cx="7690269" cy="1225772"/>
            </a:xfrm>
          </p:grpSpPr>
          <p:sp>
            <p:nvSpPr>
              <p:cNvPr id="50853" name="Google Shape;50853;p65"/>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4" name="Google Shape;50854;p65"/>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5" name="Google Shape;50855;p65"/>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6" name="Google Shape;50856;p65"/>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9614">
          <a:extLst>
            <a:ext uri="{FF2B5EF4-FFF2-40B4-BE49-F238E27FC236}">
              <a16:creationId xmlns:a16="http://schemas.microsoft.com/office/drawing/2014/main" id="{3B7F875F-A5A4-E262-CD0F-77EF07C17A06}"/>
            </a:ext>
          </a:extLst>
        </p:cNvPr>
        <p:cNvGrpSpPr/>
        <p:nvPr/>
      </p:nvGrpSpPr>
      <p:grpSpPr>
        <a:xfrm>
          <a:off x="0" y="0"/>
          <a:ext cx="0" cy="0"/>
          <a:chOff x="0" y="0"/>
          <a:chExt cx="0" cy="0"/>
        </a:xfrm>
      </p:grpSpPr>
      <p:sp>
        <p:nvSpPr>
          <p:cNvPr id="49615" name="Google Shape;49615;p45">
            <a:extLst>
              <a:ext uri="{FF2B5EF4-FFF2-40B4-BE49-F238E27FC236}">
                <a16:creationId xmlns:a16="http://schemas.microsoft.com/office/drawing/2014/main" id="{8BCCF265-605B-7838-A915-74316CE6D798}"/>
              </a:ext>
            </a:extLst>
          </p:cNvPr>
          <p:cNvSpPr txBox="1">
            <a:spLocks noGrp="1"/>
          </p:cNvSpPr>
          <p:nvPr>
            <p:ph type="title"/>
          </p:nvPr>
        </p:nvSpPr>
        <p:spPr>
          <a:xfrm>
            <a:off x="599811" y="67269"/>
            <a:ext cx="7717500" cy="564600"/>
          </a:xfrm>
          <a:prstGeom prst="rect">
            <a:avLst/>
          </a:prstGeom>
        </p:spPr>
        <p:txBody>
          <a:bodyPr spcFirstLastPara="1" wrap="square" lIns="91425" tIns="91425" rIns="91425" bIns="91425" anchor="t" anchorCtr="0">
            <a:noAutofit/>
          </a:bodyPr>
          <a:lstStyle/>
          <a:p>
            <a:pPr lvl="0"/>
            <a:r>
              <a:rPr lang="en-US" sz="2400" b="1" dirty="0">
                <a:solidFill>
                  <a:schemeClr val="bg2"/>
                </a:solidFill>
              </a:rPr>
              <a:t>TỔNG QUAN VỀ MOBILE SECURITY TOOLS</a:t>
            </a:r>
          </a:p>
        </p:txBody>
      </p:sp>
      <p:sp>
        <p:nvSpPr>
          <p:cNvPr id="2" name="TextBox 1">
            <a:extLst>
              <a:ext uri="{FF2B5EF4-FFF2-40B4-BE49-F238E27FC236}">
                <a16:creationId xmlns:a16="http://schemas.microsoft.com/office/drawing/2014/main" id="{64D85926-7419-AF62-F6E4-326F11FC91B1}"/>
              </a:ext>
            </a:extLst>
          </p:cNvPr>
          <p:cNvSpPr txBox="1"/>
          <p:nvPr/>
        </p:nvSpPr>
        <p:spPr>
          <a:xfrm>
            <a:off x="1149114" y="922759"/>
            <a:ext cx="7455638" cy="461665"/>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r>
              <a:rPr lang="vi-VN" sz="1200" dirty="0">
                <a:solidFill>
                  <a:schemeClr val="bg1"/>
                </a:solidFill>
                <a:latin typeface="Barlow" panose="00000500000000000000" pitchFamily="2" charset="0"/>
              </a:rPr>
              <a:t>Mobile Security Tools là các công cụ hỗ trợ phân tích, kiểm thử, giám sát và đánh giá bảo mật cho thiết bị, ứng dụng và dữ liệu di động.</a:t>
            </a:r>
            <a:endParaRPr lang="en-US" sz="1200" dirty="0">
              <a:solidFill>
                <a:schemeClr val="bg1"/>
              </a:solidFill>
              <a:latin typeface="Barlow" panose="00000500000000000000" pitchFamily="2" charset="0"/>
            </a:endParaRPr>
          </a:p>
        </p:txBody>
      </p:sp>
      <p:sp>
        <p:nvSpPr>
          <p:cNvPr id="49604" name="TextBox 49603">
            <a:extLst>
              <a:ext uri="{FF2B5EF4-FFF2-40B4-BE49-F238E27FC236}">
                <a16:creationId xmlns:a16="http://schemas.microsoft.com/office/drawing/2014/main" id="{D0B082A2-54F5-3208-A229-929761FEC011}"/>
              </a:ext>
            </a:extLst>
          </p:cNvPr>
          <p:cNvSpPr txBox="1"/>
          <p:nvPr/>
        </p:nvSpPr>
        <p:spPr>
          <a:xfrm>
            <a:off x="2741717" y="1652294"/>
            <a:ext cx="1176925" cy="307777"/>
          </a:xfrm>
          <a:prstGeom prst="rect">
            <a:avLst/>
          </a:prstGeom>
          <a:noFill/>
        </p:spPr>
        <p:txBody>
          <a:bodyPr wrap="none" rtlCol="0">
            <a:spAutoFit/>
          </a:bodyPr>
          <a:lstStyle/>
          <a:p>
            <a:r>
              <a:rPr lang="en-US" b="1" dirty="0">
                <a:solidFill>
                  <a:schemeClr val="bg2"/>
                </a:solidFill>
                <a:latin typeface="Barlow" panose="00000500000000000000" pitchFamily="2" charset="0"/>
              </a:rPr>
              <a:t>Vai </a:t>
            </a:r>
            <a:r>
              <a:rPr lang="en-US" b="1" dirty="0" err="1">
                <a:solidFill>
                  <a:schemeClr val="bg2"/>
                </a:solidFill>
                <a:latin typeface="Barlow" panose="00000500000000000000" pitchFamily="2" charset="0"/>
              </a:rPr>
              <a:t>trò</a:t>
            </a:r>
            <a:r>
              <a:rPr lang="en-US" b="1" dirty="0">
                <a:solidFill>
                  <a:schemeClr val="bg2"/>
                </a:solidFill>
                <a:latin typeface="Barlow" panose="00000500000000000000" pitchFamily="2" charset="0"/>
              </a:rPr>
              <a:t> </a:t>
            </a:r>
            <a:r>
              <a:rPr lang="en-US" b="1" dirty="0" err="1">
                <a:solidFill>
                  <a:schemeClr val="bg2"/>
                </a:solidFill>
                <a:latin typeface="Barlow" panose="00000500000000000000" pitchFamily="2" charset="0"/>
              </a:rPr>
              <a:t>chính</a:t>
            </a:r>
            <a:endParaRPr lang="en-US" b="1" dirty="0">
              <a:solidFill>
                <a:schemeClr val="bg2"/>
              </a:solidFill>
              <a:latin typeface="Barlow" panose="00000500000000000000" pitchFamily="2" charset="0"/>
            </a:endParaRPr>
          </a:p>
        </p:txBody>
      </p:sp>
      <p:sp>
        <p:nvSpPr>
          <p:cNvPr id="49610" name="TextBox 49609">
            <a:extLst>
              <a:ext uri="{FF2B5EF4-FFF2-40B4-BE49-F238E27FC236}">
                <a16:creationId xmlns:a16="http://schemas.microsoft.com/office/drawing/2014/main" id="{91A8A11D-A79E-CC61-C76B-85C9DBB57D92}"/>
              </a:ext>
            </a:extLst>
          </p:cNvPr>
          <p:cNvSpPr txBox="1"/>
          <p:nvPr/>
        </p:nvSpPr>
        <p:spPr>
          <a:xfrm>
            <a:off x="6752386" y="1710284"/>
            <a:ext cx="1930337" cy="307777"/>
          </a:xfrm>
          <a:prstGeom prst="rect">
            <a:avLst/>
          </a:prstGeom>
          <a:noFill/>
        </p:spPr>
        <p:txBody>
          <a:bodyPr wrap="none" rtlCol="0">
            <a:spAutoFit/>
          </a:bodyPr>
          <a:lstStyle/>
          <a:p>
            <a:r>
              <a:rPr lang="vi-VN" b="1" dirty="0">
                <a:solidFill>
                  <a:schemeClr val="bg2"/>
                </a:solidFill>
                <a:latin typeface="Barlow" panose="00000500000000000000" pitchFamily="2" charset="0"/>
              </a:rPr>
              <a:t>Đối tượng được bảo vệ</a:t>
            </a:r>
            <a:endParaRPr lang="en-US" b="1" dirty="0">
              <a:solidFill>
                <a:schemeClr val="bg2"/>
              </a:solidFill>
              <a:latin typeface="Barlow" panose="00000500000000000000" pitchFamily="2" charset="0"/>
            </a:endParaRPr>
          </a:p>
        </p:txBody>
      </p:sp>
      <p:grpSp>
        <p:nvGrpSpPr>
          <p:cNvPr id="4" name="Google Shape;51116;p67">
            <a:extLst>
              <a:ext uri="{FF2B5EF4-FFF2-40B4-BE49-F238E27FC236}">
                <a16:creationId xmlns:a16="http://schemas.microsoft.com/office/drawing/2014/main" id="{CFBD0F42-45E5-E51B-CBCD-7D5539CB740A}"/>
              </a:ext>
            </a:extLst>
          </p:cNvPr>
          <p:cNvGrpSpPr/>
          <p:nvPr/>
        </p:nvGrpSpPr>
        <p:grpSpPr>
          <a:xfrm rot="5400000">
            <a:off x="4879475" y="3307174"/>
            <a:ext cx="2782505" cy="204279"/>
            <a:chOff x="1875300" y="3007925"/>
            <a:chExt cx="5393400" cy="0"/>
          </a:xfrm>
        </p:grpSpPr>
        <p:cxnSp>
          <p:nvCxnSpPr>
            <p:cNvPr id="5" name="Google Shape;51117;p67">
              <a:extLst>
                <a:ext uri="{FF2B5EF4-FFF2-40B4-BE49-F238E27FC236}">
                  <a16:creationId xmlns:a16="http://schemas.microsoft.com/office/drawing/2014/main" id="{18633E72-17A0-686F-6B00-C235F009332C}"/>
                </a:ext>
              </a:extLst>
            </p:cNvPr>
            <p:cNvCxnSpPr/>
            <p:nvPr/>
          </p:nvCxnSpPr>
          <p:spPr>
            <a:xfrm>
              <a:off x="1875300" y="3007925"/>
              <a:ext cx="5393400" cy="0"/>
            </a:xfrm>
            <a:prstGeom prst="straightConnector1">
              <a:avLst/>
            </a:prstGeom>
            <a:noFill/>
            <a:ln w="1905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cxnSp>
        <p:cxnSp>
          <p:nvCxnSpPr>
            <p:cNvPr id="6" name="Google Shape;51118;p67">
              <a:extLst>
                <a:ext uri="{FF2B5EF4-FFF2-40B4-BE49-F238E27FC236}">
                  <a16:creationId xmlns:a16="http://schemas.microsoft.com/office/drawing/2014/main" id="{6F0FF952-894F-92AC-9A18-C4922AA258F4}"/>
                </a:ext>
              </a:extLst>
            </p:cNvPr>
            <p:cNvCxnSpPr/>
            <p:nvPr/>
          </p:nvCxnSpPr>
          <p:spPr>
            <a:xfrm>
              <a:off x="1875300" y="3007925"/>
              <a:ext cx="5393400" cy="0"/>
            </a:xfrm>
            <a:prstGeom prst="straightConnector1">
              <a:avLst/>
            </a:prstGeom>
            <a:noFill/>
            <a:ln w="9525" cap="flat" cmpd="sng">
              <a:solidFill>
                <a:schemeClr val="lt1"/>
              </a:solidFill>
              <a:prstDash val="solid"/>
              <a:round/>
              <a:headEnd type="none" w="med" len="med"/>
              <a:tailEnd type="none" w="med" len="med"/>
            </a:ln>
            <a:effectLst>
              <a:outerShdw blurRad="57150" dist="19050" algn="bl" rotWithShape="0">
                <a:schemeClr val="dk2">
                  <a:alpha val="50000"/>
                </a:schemeClr>
              </a:outerShdw>
            </a:effectLst>
          </p:spPr>
        </p:cxnSp>
      </p:grpSp>
      <p:sp>
        <p:nvSpPr>
          <p:cNvPr id="49606" name="TextBox 49605">
            <a:extLst>
              <a:ext uri="{FF2B5EF4-FFF2-40B4-BE49-F238E27FC236}">
                <a16:creationId xmlns:a16="http://schemas.microsoft.com/office/drawing/2014/main" id="{E739347D-99CE-1B59-902D-BE188FF84D3F}"/>
              </a:ext>
            </a:extLst>
          </p:cNvPr>
          <p:cNvSpPr txBox="1"/>
          <p:nvPr/>
        </p:nvSpPr>
        <p:spPr>
          <a:xfrm>
            <a:off x="6673183" y="1806182"/>
            <a:ext cx="4019079" cy="2200602"/>
          </a:xfrm>
          <a:prstGeom prst="rect">
            <a:avLst/>
          </a:prstGeom>
          <a:noFill/>
          <a:ln>
            <a:noFill/>
            <a:prstDash val="sysDot"/>
            <a:extLst>
              <a:ext uri="{C807C97D-BFC1-408E-A445-0C87EB9F89A2}">
                <ask:lineSketchStyleProps xmlns:ask="http://schemas.microsoft.com/office/drawing/2018/sketchyshapes" sd="1219033472">
                  <a:custGeom>
                    <a:avLst/>
                    <a:gdLst>
                      <a:gd name="connsiteX0" fmla="*/ 0 w 5755758"/>
                      <a:gd name="connsiteY0" fmla="*/ 0 h 461665"/>
                      <a:gd name="connsiteX1" fmla="*/ 518018 w 5755758"/>
                      <a:gd name="connsiteY1" fmla="*/ 0 h 461665"/>
                      <a:gd name="connsiteX2" fmla="*/ 920921 w 5755758"/>
                      <a:gd name="connsiteY2" fmla="*/ 0 h 461665"/>
                      <a:gd name="connsiteX3" fmla="*/ 1611612 w 5755758"/>
                      <a:gd name="connsiteY3" fmla="*/ 0 h 461665"/>
                      <a:gd name="connsiteX4" fmla="*/ 2129630 w 5755758"/>
                      <a:gd name="connsiteY4" fmla="*/ 0 h 461665"/>
                      <a:gd name="connsiteX5" fmla="*/ 2647649 w 5755758"/>
                      <a:gd name="connsiteY5" fmla="*/ 0 h 461665"/>
                      <a:gd name="connsiteX6" fmla="*/ 3338340 w 5755758"/>
                      <a:gd name="connsiteY6" fmla="*/ 0 h 461665"/>
                      <a:gd name="connsiteX7" fmla="*/ 3798800 w 5755758"/>
                      <a:gd name="connsiteY7" fmla="*/ 0 h 461665"/>
                      <a:gd name="connsiteX8" fmla="*/ 4489491 w 5755758"/>
                      <a:gd name="connsiteY8" fmla="*/ 0 h 461665"/>
                      <a:gd name="connsiteX9" fmla="*/ 5180182 w 5755758"/>
                      <a:gd name="connsiteY9" fmla="*/ 0 h 461665"/>
                      <a:gd name="connsiteX10" fmla="*/ 5755758 w 5755758"/>
                      <a:gd name="connsiteY10" fmla="*/ 0 h 461665"/>
                      <a:gd name="connsiteX11" fmla="*/ 5755758 w 5755758"/>
                      <a:gd name="connsiteY11" fmla="*/ 461665 h 461665"/>
                      <a:gd name="connsiteX12" fmla="*/ 5122625 w 5755758"/>
                      <a:gd name="connsiteY12" fmla="*/ 461665 h 461665"/>
                      <a:gd name="connsiteX13" fmla="*/ 4431934 w 5755758"/>
                      <a:gd name="connsiteY13" fmla="*/ 461665 h 461665"/>
                      <a:gd name="connsiteX14" fmla="*/ 3741243 w 5755758"/>
                      <a:gd name="connsiteY14" fmla="*/ 461665 h 461665"/>
                      <a:gd name="connsiteX15" fmla="*/ 3280782 w 5755758"/>
                      <a:gd name="connsiteY15" fmla="*/ 461665 h 461665"/>
                      <a:gd name="connsiteX16" fmla="*/ 2705206 w 5755758"/>
                      <a:gd name="connsiteY16" fmla="*/ 461665 h 461665"/>
                      <a:gd name="connsiteX17" fmla="*/ 2014515 w 5755758"/>
                      <a:gd name="connsiteY17" fmla="*/ 461665 h 461665"/>
                      <a:gd name="connsiteX18" fmla="*/ 1438940 w 5755758"/>
                      <a:gd name="connsiteY18" fmla="*/ 461665 h 461665"/>
                      <a:gd name="connsiteX19" fmla="*/ 1036036 w 5755758"/>
                      <a:gd name="connsiteY19" fmla="*/ 461665 h 461665"/>
                      <a:gd name="connsiteX20" fmla="*/ 575576 w 5755758"/>
                      <a:gd name="connsiteY20" fmla="*/ 461665 h 461665"/>
                      <a:gd name="connsiteX21" fmla="*/ 0 w 5755758"/>
                      <a:gd name="connsiteY21" fmla="*/ 461665 h 461665"/>
                      <a:gd name="connsiteX22" fmla="*/ 0 w 5755758"/>
                      <a:gd name="connsiteY22" fmla="*/ 0 h 46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55758" h="461665" extrusionOk="0">
                        <a:moveTo>
                          <a:pt x="0" y="0"/>
                        </a:moveTo>
                        <a:cubicBezTo>
                          <a:pt x="249669" y="-30762"/>
                          <a:pt x="358178" y="54681"/>
                          <a:pt x="518018" y="0"/>
                        </a:cubicBezTo>
                        <a:cubicBezTo>
                          <a:pt x="677858" y="-54681"/>
                          <a:pt x="774229" y="38523"/>
                          <a:pt x="920921" y="0"/>
                        </a:cubicBezTo>
                        <a:cubicBezTo>
                          <a:pt x="1067613" y="-38523"/>
                          <a:pt x="1333954" y="76018"/>
                          <a:pt x="1611612" y="0"/>
                        </a:cubicBezTo>
                        <a:cubicBezTo>
                          <a:pt x="1889270" y="-76018"/>
                          <a:pt x="1909299" y="60084"/>
                          <a:pt x="2129630" y="0"/>
                        </a:cubicBezTo>
                        <a:cubicBezTo>
                          <a:pt x="2349961" y="-60084"/>
                          <a:pt x="2433327" y="52510"/>
                          <a:pt x="2647649" y="0"/>
                        </a:cubicBezTo>
                        <a:cubicBezTo>
                          <a:pt x="2861971" y="-52510"/>
                          <a:pt x="3058865" y="47574"/>
                          <a:pt x="3338340" y="0"/>
                        </a:cubicBezTo>
                        <a:cubicBezTo>
                          <a:pt x="3617815" y="-47574"/>
                          <a:pt x="3659875" y="44137"/>
                          <a:pt x="3798800" y="0"/>
                        </a:cubicBezTo>
                        <a:cubicBezTo>
                          <a:pt x="3937725" y="-44137"/>
                          <a:pt x="4324587" y="63800"/>
                          <a:pt x="4489491" y="0"/>
                        </a:cubicBezTo>
                        <a:cubicBezTo>
                          <a:pt x="4654395" y="-63800"/>
                          <a:pt x="5022093" y="42169"/>
                          <a:pt x="5180182" y="0"/>
                        </a:cubicBezTo>
                        <a:cubicBezTo>
                          <a:pt x="5338271" y="-42169"/>
                          <a:pt x="5603389" y="30056"/>
                          <a:pt x="5755758" y="0"/>
                        </a:cubicBezTo>
                        <a:cubicBezTo>
                          <a:pt x="5794443" y="106864"/>
                          <a:pt x="5735128" y="285488"/>
                          <a:pt x="5755758" y="461665"/>
                        </a:cubicBezTo>
                        <a:cubicBezTo>
                          <a:pt x="5476261" y="506935"/>
                          <a:pt x="5376928" y="389731"/>
                          <a:pt x="5122625" y="461665"/>
                        </a:cubicBezTo>
                        <a:cubicBezTo>
                          <a:pt x="4868322" y="533599"/>
                          <a:pt x="4689114" y="392825"/>
                          <a:pt x="4431934" y="461665"/>
                        </a:cubicBezTo>
                        <a:cubicBezTo>
                          <a:pt x="4174754" y="530505"/>
                          <a:pt x="3888717" y="443569"/>
                          <a:pt x="3741243" y="461665"/>
                        </a:cubicBezTo>
                        <a:cubicBezTo>
                          <a:pt x="3593769" y="479761"/>
                          <a:pt x="3505658" y="410334"/>
                          <a:pt x="3280782" y="461665"/>
                        </a:cubicBezTo>
                        <a:cubicBezTo>
                          <a:pt x="3055906" y="512996"/>
                          <a:pt x="2881887" y="421746"/>
                          <a:pt x="2705206" y="461665"/>
                        </a:cubicBezTo>
                        <a:cubicBezTo>
                          <a:pt x="2528525" y="501584"/>
                          <a:pt x="2157649" y="412194"/>
                          <a:pt x="2014515" y="461665"/>
                        </a:cubicBezTo>
                        <a:cubicBezTo>
                          <a:pt x="1871381" y="511136"/>
                          <a:pt x="1556003" y="450709"/>
                          <a:pt x="1438940" y="461665"/>
                        </a:cubicBezTo>
                        <a:cubicBezTo>
                          <a:pt x="1321877" y="472621"/>
                          <a:pt x="1230355" y="433638"/>
                          <a:pt x="1036036" y="461665"/>
                        </a:cubicBezTo>
                        <a:cubicBezTo>
                          <a:pt x="841717" y="489692"/>
                          <a:pt x="683164" y="443809"/>
                          <a:pt x="575576" y="461665"/>
                        </a:cubicBezTo>
                        <a:cubicBezTo>
                          <a:pt x="467988" y="479521"/>
                          <a:pt x="152179" y="401573"/>
                          <a:pt x="0" y="461665"/>
                        </a:cubicBezTo>
                        <a:cubicBezTo>
                          <a:pt x="-33836" y="241310"/>
                          <a:pt x="52169" y="163548"/>
                          <a:pt x="0" y="0"/>
                        </a:cubicBezTo>
                        <a:close/>
                      </a:path>
                    </a:pathLst>
                  </a:custGeom>
                  <ask:type>
                    <ask:lineSketchNone/>
                  </ask:type>
                </ask:lineSketchStyleProps>
              </a:ext>
            </a:extLst>
          </a:ln>
        </p:spPr>
        <p:txBody>
          <a:bodyPr wrap="square" rtlCol="0">
            <a:spAutoFit/>
          </a:bodyPr>
          <a:lstStyle/>
          <a:p>
            <a:pPr marL="228600" indent="-228600">
              <a:lnSpc>
                <a:spcPct val="300000"/>
              </a:lnSpc>
              <a:buClr>
                <a:schemeClr val="bg2"/>
              </a:buClr>
              <a:buFont typeface="+mj-lt"/>
              <a:buAutoNum type="arabicPeriod"/>
            </a:pPr>
            <a:r>
              <a:rPr lang="en-US" sz="1200" dirty="0" err="1">
                <a:solidFill>
                  <a:schemeClr val="bg1"/>
                </a:solidFill>
                <a:latin typeface="Barlow" panose="00000500000000000000" pitchFamily="2" charset="0"/>
              </a:rPr>
              <a:t>Thiết</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bị</a:t>
            </a:r>
            <a:r>
              <a:rPr lang="en-US" sz="1200" dirty="0">
                <a:solidFill>
                  <a:schemeClr val="bg1"/>
                </a:solidFill>
                <a:latin typeface="Barlow" panose="00000500000000000000" pitchFamily="2" charset="0"/>
              </a:rPr>
              <a:t> di </a:t>
            </a:r>
            <a:r>
              <a:rPr lang="en-US" sz="1200" dirty="0" err="1">
                <a:solidFill>
                  <a:schemeClr val="bg1"/>
                </a:solidFill>
                <a:latin typeface="Barlow" panose="00000500000000000000" pitchFamily="2" charset="0"/>
              </a:rPr>
              <a:t>động</a:t>
            </a:r>
            <a:endParaRPr lang="en-US" sz="1200" dirty="0">
              <a:solidFill>
                <a:schemeClr val="bg1"/>
              </a:solidFill>
              <a:latin typeface="Barlow" panose="00000500000000000000" pitchFamily="2" charset="0"/>
            </a:endParaRPr>
          </a:p>
          <a:p>
            <a:pPr marL="228600" indent="-228600">
              <a:lnSpc>
                <a:spcPct val="300000"/>
              </a:lnSpc>
              <a:buClr>
                <a:schemeClr val="bg2"/>
              </a:buClr>
              <a:buFont typeface="+mj-lt"/>
              <a:buAutoNum type="arabicPeriod"/>
            </a:pPr>
            <a:r>
              <a:rPr lang="en-US" sz="1200" dirty="0" err="1">
                <a:solidFill>
                  <a:schemeClr val="bg1"/>
                </a:solidFill>
                <a:latin typeface="Barlow" panose="00000500000000000000" pitchFamily="2" charset="0"/>
              </a:rPr>
              <a:t>Ứng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dụng</a:t>
            </a:r>
            <a:r>
              <a:rPr lang="en-US" sz="1200" dirty="0">
                <a:solidFill>
                  <a:schemeClr val="bg1"/>
                </a:solidFill>
                <a:latin typeface="Barlow" panose="00000500000000000000" pitchFamily="2" charset="0"/>
              </a:rPr>
              <a:t> di </a:t>
            </a:r>
            <a:r>
              <a:rPr lang="en-US" sz="1200" dirty="0" err="1">
                <a:solidFill>
                  <a:schemeClr val="bg1"/>
                </a:solidFill>
                <a:latin typeface="Barlow" panose="00000500000000000000" pitchFamily="2" charset="0"/>
              </a:rPr>
              <a:t>động</a:t>
            </a:r>
            <a:endParaRPr lang="en-US" sz="1200" dirty="0">
              <a:solidFill>
                <a:schemeClr val="bg1"/>
              </a:solidFill>
              <a:latin typeface="Barlow" panose="00000500000000000000" pitchFamily="2" charset="0"/>
            </a:endParaRPr>
          </a:p>
          <a:p>
            <a:pPr marL="228600" indent="-228600">
              <a:lnSpc>
                <a:spcPct val="300000"/>
              </a:lnSpc>
              <a:buClr>
                <a:schemeClr val="bg2"/>
              </a:buClr>
              <a:buFont typeface="+mj-lt"/>
              <a:buAutoNum type="arabicPeriod"/>
            </a:pPr>
            <a:r>
              <a:rPr lang="en-US" sz="1200" dirty="0" err="1">
                <a:solidFill>
                  <a:schemeClr val="bg1"/>
                </a:solidFill>
                <a:latin typeface="Barlow" panose="00000500000000000000" pitchFamily="2" charset="0"/>
              </a:rPr>
              <a:t>Dữ</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liệu</a:t>
            </a:r>
            <a:endParaRPr lang="en-US" sz="1200" dirty="0">
              <a:solidFill>
                <a:schemeClr val="bg1"/>
              </a:solidFill>
              <a:latin typeface="Barlow" panose="00000500000000000000" pitchFamily="2" charset="0"/>
            </a:endParaRPr>
          </a:p>
          <a:p>
            <a:pPr marL="228600" indent="-228600">
              <a:lnSpc>
                <a:spcPct val="300000"/>
              </a:lnSpc>
              <a:buClr>
                <a:schemeClr val="bg2"/>
              </a:buClr>
              <a:buFont typeface="+mj-lt"/>
              <a:buAutoNum type="arabicPeriod"/>
            </a:pPr>
            <a:r>
              <a:rPr lang="en-US" sz="1200" dirty="0" err="1">
                <a:solidFill>
                  <a:schemeClr val="bg1"/>
                </a:solidFill>
                <a:latin typeface="Barlow" panose="00000500000000000000" pitchFamily="2" charset="0"/>
              </a:rPr>
              <a:t>Môi</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trường</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tổ</a:t>
            </a:r>
            <a:r>
              <a:rPr lang="en-US" sz="1200" dirty="0">
                <a:solidFill>
                  <a:schemeClr val="bg1"/>
                </a:solidFill>
                <a:latin typeface="Barlow" panose="00000500000000000000" pitchFamily="2" charset="0"/>
              </a:rPr>
              <a:t> </a:t>
            </a:r>
            <a:r>
              <a:rPr lang="en-US" sz="1200" dirty="0" err="1">
                <a:solidFill>
                  <a:schemeClr val="bg1"/>
                </a:solidFill>
                <a:latin typeface="Barlow" panose="00000500000000000000" pitchFamily="2" charset="0"/>
              </a:rPr>
              <a:t>chức</a:t>
            </a:r>
            <a:endParaRPr lang="en-US" sz="1200" dirty="0">
              <a:solidFill>
                <a:schemeClr val="bg1"/>
              </a:solidFill>
              <a:latin typeface="Barlow" panose="00000500000000000000" pitchFamily="2" charset="0"/>
            </a:endParaRPr>
          </a:p>
        </p:txBody>
      </p:sp>
      <p:pic>
        <p:nvPicPr>
          <p:cNvPr id="8" name="Picture 7">
            <a:extLst>
              <a:ext uri="{FF2B5EF4-FFF2-40B4-BE49-F238E27FC236}">
                <a16:creationId xmlns:a16="http://schemas.microsoft.com/office/drawing/2014/main" id="{A5272312-7164-D2AB-229E-7D66BC49E973}"/>
              </a:ext>
            </a:extLst>
          </p:cNvPr>
          <p:cNvPicPr>
            <a:picLocks noChangeAspect="1"/>
          </p:cNvPicPr>
          <p:nvPr/>
        </p:nvPicPr>
        <p:blipFill>
          <a:blip r:embed="rId3">
            <a:lum bright="70000" contrast="-70000"/>
          </a:blip>
          <a:stretch>
            <a:fillRect/>
          </a:stretch>
        </p:blipFill>
        <p:spPr>
          <a:xfrm>
            <a:off x="599810" y="902592"/>
            <a:ext cx="481832" cy="481832"/>
          </a:xfrm>
          <a:prstGeom prst="rect">
            <a:avLst/>
          </a:prstGeom>
        </p:spPr>
      </p:pic>
      <p:sp>
        <p:nvSpPr>
          <p:cNvPr id="10" name="Rectangle 2">
            <a:extLst>
              <a:ext uri="{FF2B5EF4-FFF2-40B4-BE49-F238E27FC236}">
                <a16:creationId xmlns:a16="http://schemas.microsoft.com/office/drawing/2014/main" id="{2A5E1EE2-CFC2-5A1E-FE88-442119F3F6AF}"/>
              </a:ext>
            </a:extLst>
          </p:cNvPr>
          <p:cNvSpPr>
            <a:spLocks noChangeArrowheads="1"/>
          </p:cNvSpPr>
          <p:nvPr/>
        </p:nvSpPr>
        <p:spPr bwMode="auto">
          <a:xfrm>
            <a:off x="623758" y="1806182"/>
            <a:ext cx="5749109" cy="27776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28600" marR="0" lvl="0" indent="-228600" algn="l" defTabSz="914400" rtl="0" eaLnBrk="0" fontAlgn="base" latinLnBrk="0" hangingPunct="0">
              <a:lnSpc>
                <a:spcPct val="250000"/>
              </a:lnSpc>
              <a:spcBef>
                <a:spcPct val="0"/>
              </a:spcBef>
              <a:spcAft>
                <a:spcPct val="0"/>
              </a:spcAft>
              <a:buClr>
                <a:schemeClr val="bg2"/>
              </a:buClr>
              <a:buSzTx/>
              <a:buFont typeface="+mj-lt"/>
              <a:buAutoNum type="arabicPeriod"/>
              <a:tabLst/>
            </a:pP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hiện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sớm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hổng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cấu</a:t>
            </a:r>
            <a:r>
              <a:rPr kumimoji="0" lang="en-US" altLang="en-US" sz="1200" b="0" i="0" u="none" strike="noStrike" cap="none" normalizeH="0" baseline="0" dirty="0">
                <a:ln>
                  <a:noFill/>
                </a:ln>
                <a:solidFill>
                  <a:schemeClr val="bg1"/>
                </a:solidFill>
                <a:effectLst/>
                <a:latin typeface="Barlow" panose="00000500000000000000" pitchFamily="2" charset="0"/>
              </a:rPr>
              <a:t> hình </a:t>
            </a:r>
            <a:r>
              <a:rPr kumimoji="0" lang="en-US" altLang="en-US" sz="1200" b="0" i="0" u="none" strike="noStrike" cap="none" normalizeH="0" baseline="0" dirty="0" err="1">
                <a:ln>
                  <a:noFill/>
                </a:ln>
                <a:solidFill>
                  <a:schemeClr val="bg1"/>
                </a:solidFill>
                <a:effectLst/>
                <a:latin typeface="Barlow" panose="00000500000000000000" pitchFamily="2" charset="0"/>
              </a:rPr>
              <a:t>sai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quyền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truy</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cập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thừa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rủi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trong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nguồn</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250000"/>
              </a:lnSpc>
              <a:spcBef>
                <a:spcPct val="0"/>
              </a:spcBef>
              <a:spcAft>
                <a:spcPct val="0"/>
              </a:spcAft>
              <a:buClr>
                <a:schemeClr val="bg2"/>
              </a:buClr>
              <a:buSzTx/>
              <a:buFont typeface="+mj-lt"/>
              <a:buAutoNum type="arabicPeriod"/>
              <a:tabLst/>
            </a:pPr>
            <a:r>
              <a:rPr kumimoji="0" lang="en-US" altLang="en-US" sz="1200" b="0" i="0" u="none" strike="noStrike" cap="none" normalizeH="0" baseline="0" dirty="0" err="1">
                <a:ln>
                  <a:noFill/>
                </a:ln>
                <a:solidFill>
                  <a:schemeClr val="bg1"/>
                </a:solidFill>
                <a:effectLst/>
                <a:latin typeface="Barlow" panose="00000500000000000000" pitchFamily="2" charset="0"/>
              </a:rPr>
              <a:t>Hỗ</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trợ</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phân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tích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tĩnh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phân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tích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động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kiểm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thử</a:t>
            </a:r>
            <a:r>
              <a:rPr kumimoji="0" lang="en-US" altLang="en-US" sz="1200" b="0" i="0" u="none" strike="noStrike" cap="none" normalizeH="0" baseline="0" dirty="0">
                <a:ln>
                  <a:noFill/>
                </a:ln>
                <a:solidFill>
                  <a:schemeClr val="bg1"/>
                </a:solidFill>
                <a:effectLst/>
                <a:latin typeface="Barlow" panose="00000500000000000000" pitchFamily="2" charset="0"/>
              </a:rPr>
              <a:t> runtime, </a:t>
            </a:r>
            <a:r>
              <a:rPr kumimoji="0" lang="en-US" altLang="en-US" sz="1200" b="0" i="0" u="none" strike="noStrike" cap="none" normalizeH="0" baseline="0" dirty="0" err="1">
                <a:ln>
                  <a:noFill/>
                </a:ln>
                <a:solidFill>
                  <a:schemeClr val="bg1"/>
                </a:solidFill>
                <a:effectLst/>
                <a:latin typeface="Barlow" panose="00000500000000000000" pitchFamily="2" charset="0"/>
              </a:rPr>
              <a:t>lưu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lượng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mạng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hành</a:t>
            </a:r>
            <a:r>
              <a:rPr kumimoji="0" lang="en-US" altLang="en-US" sz="1200" b="0" i="0" u="none" strike="noStrike" cap="none" normalizeH="0" baseline="0" dirty="0">
                <a:ln>
                  <a:noFill/>
                </a:ln>
                <a:solidFill>
                  <a:schemeClr val="bg1"/>
                </a:solidFill>
                <a:effectLst/>
                <a:latin typeface="Barlow" panose="00000500000000000000" pitchFamily="2" charset="0"/>
              </a:rPr>
              <a:t> vi </a:t>
            </a:r>
            <a:r>
              <a:rPr kumimoji="0" lang="en-US" altLang="en-US" sz="1200" b="0" i="0" u="none" strike="noStrike" cap="none" normalizeH="0" baseline="0" dirty="0" err="1">
                <a:ln>
                  <a:noFill/>
                </a:ln>
                <a:solidFill>
                  <a:schemeClr val="bg1"/>
                </a:solidFill>
                <a:effectLst/>
                <a:latin typeface="Barlow" panose="00000500000000000000" pitchFamily="2" charset="0"/>
              </a:rPr>
              <a:t>ứng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dụng</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250000"/>
              </a:lnSpc>
              <a:spcBef>
                <a:spcPct val="0"/>
              </a:spcBef>
              <a:spcAft>
                <a:spcPct val="0"/>
              </a:spcAft>
              <a:buClr>
                <a:schemeClr val="bg2"/>
              </a:buClr>
              <a:buSzTx/>
              <a:buFont typeface="+mj-lt"/>
              <a:buAutoNum type="arabicPeriod"/>
              <a:tabLst/>
            </a:pPr>
            <a:r>
              <a:rPr kumimoji="0" lang="en-US" altLang="en-US" sz="1200" b="0" i="0" u="none" strike="noStrike" cap="none" normalizeH="0" baseline="0" dirty="0" err="1">
                <a:ln>
                  <a:noFill/>
                </a:ln>
                <a:solidFill>
                  <a:schemeClr val="bg1"/>
                </a:solidFill>
                <a:effectLst/>
                <a:latin typeface="Barlow" panose="00000500000000000000" pitchFamily="2" charset="0"/>
              </a:rPr>
              <a:t>Tự</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động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hóa</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kiểm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thử</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bảo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mật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trong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quy</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trình</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triển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phần</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mềm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i="0" u="none" strike="noStrike" cap="none" normalizeH="0" baseline="0" dirty="0">
                <a:ln>
                  <a:noFill/>
                </a:ln>
                <a:solidFill>
                  <a:schemeClr val="bg1"/>
                </a:solidFill>
                <a:effectLst/>
                <a:latin typeface="Barlow" panose="00000500000000000000" pitchFamily="2" charset="0"/>
              </a:rPr>
              <a:t>SDLC.</a:t>
            </a:r>
          </a:p>
          <a:p>
            <a:pPr marL="228600" marR="0" lvl="0" indent="-228600" defTabSz="914400" rtl="0" eaLnBrk="0" fontAlgn="base" latinLnBrk="0" hangingPunct="0">
              <a:lnSpc>
                <a:spcPct val="250000"/>
              </a:lnSpc>
              <a:spcBef>
                <a:spcPct val="0"/>
              </a:spcBef>
              <a:spcAft>
                <a:spcPct val="0"/>
              </a:spcAft>
              <a:buClr>
                <a:schemeClr val="bg2"/>
              </a:buClr>
              <a:buSzTx/>
              <a:buFont typeface="+mj-lt"/>
              <a:buAutoNum type="arabicPeriod"/>
              <a:tabLst/>
            </a:pPr>
            <a:r>
              <a:rPr kumimoji="0" lang="en-US" altLang="en-US" sz="1200" b="0" i="0" u="none" strike="noStrike" cap="none" normalizeH="0" baseline="0" dirty="0">
                <a:ln>
                  <a:noFill/>
                </a:ln>
                <a:solidFill>
                  <a:schemeClr val="bg1"/>
                </a:solidFill>
                <a:effectLst/>
                <a:latin typeface="Barlow" panose="00000500000000000000" pitchFamily="2" charset="0"/>
              </a:rPr>
              <a:t>Cung </a:t>
            </a:r>
            <a:r>
              <a:rPr kumimoji="0" lang="en-US" altLang="en-US" sz="1200" b="0" i="0" u="none" strike="noStrike" cap="none" normalizeH="0" baseline="0" dirty="0" err="1">
                <a:ln>
                  <a:noFill/>
                </a:ln>
                <a:solidFill>
                  <a:schemeClr val="bg1"/>
                </a:solidFill>
                <a:effectLst/>
                <a:latin typeface="Barlow" panose="00000500000000000000" pitchFamily="2" charset="0"/>
              </a:rPr>
              <a:t>cấp</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báo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cáo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rủi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vị</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trí</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gợi</a:t>
            </a:r>
            <a:r>
              <a:rPr kumimoji="0" lang="en-US" altLang="en-US" sz="1200" b="0" i="0" u="none" strike="noStrike" cap="none" normalizeH="0" baseline="0" dirty="0">
                <a:ln>
                  <a:noFill/>
                </a:ln>
                <a:solidFill>
                  <a:schemeClr val="bg1"/>
                </a:solidFill>
                <a:effectLst/>
                <a:latin typeface="Barlow" panose="00000500000000000000" pitchFamily="2" charset="0"/>
              </a:rPr>
              <a:t> ý </a:t>
            </a:r>
            <a:r>
              <a:rPr kumimoji="0" lang="en-US" altLang="en-US" sz="1200" b="0" i="0" u="none" strike="noStrike" cap="none" normalizeH="0" baseline="0" dirty="0" err="1">
                <a:ln>
                  <a:noFill/>
                </a:ln>
                <a:solidFill>
                  <a:schemeClr val="bg1"/>
                </a:solidFill>
                <a:effectLst/>
                <a:latin typeface="Barlow" panose="00000500000000000000" pitchFamily="2" charset="0"/>
              </a:rPr>
              <a:t>khắc</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phục</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cho</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đội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triển</a:t>
            </a:r>
            <a:r>
              <a:rPr kumimoji="0" lang="en-US" altLang="en-US" sz="1200" b="0" i="0" u="none" strike="noStrike" cap="none" normalizeH="0" baseline="0" dirty="0">
                <a:ln>
                  <a:noFill/>
                </a:ln>
                <a:solidFill>
                  <a:schemeClr val="bg1"/>
                </a:solidFill>
                <a:effectLst/>
                <a:latin typeface="Barlow" panose="00000500000000000000" pitchFamily="2" charset="0"/>
              </a:rPr>
              <a:t>. </a:t>
            </a:r>
          </a:p>
          <a:p>
            <a:pPr marL="228600" marR="0" lvl="0" indent="-228600" algn="l" defTabSz="914400" rtl="0" eaLnBrk="0" fontAlgn="base" latinLnBrk="0" hangingPunct="0">
              <a:lnSpc>
                <a:spcPct val="250000"/>
              </a:lnSpc>
              <a:spcBef>
                <a:spcPct val="0"/>
              </a:spcBef>
              <a:spcAft>
                <a:spcPct val="0"/>
              </a:spcAft>
              <a:buClr>
                <a:schemeClr val="bg2"/>
              </a:buClr>
              <a:buSzTx/>
              <a:buFont typeface="+mj-lt"/>
              <a:buAutoNum type="arabicPeriod"/>
              <a:tabLst/>
            </a:pPr>
            <a:r>
              <a:rPr kumimoji="0" lang="en-US" altLang="en-US" sz="1200" b="0" i="0" u="none" strike="noStrike" cap="none" normalizeH="0" baseline="0" dirty="0" err="1">
                <a:ln>
                  <a:noFill/>
                </a:ln>
                <a:solidFill>
                  <a:schemeClr val="bg1"/>
                </a:solidFill>
                <a:effectLst/>
                <a:latin typeface="Barlow" panose="00000500000000000000" pitchFamily="2" charset="0"/>
              </a:rPr>
              <a:t>Giảm</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nguy</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cơ</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rò</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rỉ</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dữ</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liệu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khai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thác</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lỗ</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hổng</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và</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sự</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cố</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sau</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khi</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phát</a:t>
            </a:r>
            <a:r>
              <a:rPr kumimoji="0" lang="en-US" altLang="en-US" sz="1200" b="0" i="0" u="none" strike="noStrike" cap="none" normalizeH="0" baseline="0" dirty="0">
                <a:ln>
                  <a:noFill/>
                </a:ln>
                <a:solidFill>
                  <a:schemeClr val="bg1"/>
                </a:solidFill>
                <a:effectLst/>
                <a:latin typeface="Barlow" panose="00000500000000000000" pitchFamily="2" charset="0"/>
              </a:rPr>
              <a:t> </a:t>
            </a:r>
            <a:r>
              <a:rPr kumimoji="0" lang="en-US" altLang="en-US" sz="1200" b="0" i="0" u="none" strike="noStrike" cap="none" normalizeH="0" baseline="0" dirty="0" err="1">
                <a:ln>
                  <a:noFill/>
                </a:ln>
                <a:solidFill>
                  <a:schemeClr val="bg1"/>
                </a:solidFill>
                <a:effectLst/>
                <a:latin typeface="Barlow" panose="00000500000000000000" pitchFamily="2" charset="0"/>
              </a:rPr>
              <a:t>hành</a:t>
            </a:r>
            <a:r>
              <a:rPr kumimoji="0" lang="en-US" altLang="en-US" sz="1200" b="0" i="0" u="none" strike="noStrike" cap="none" normalizeH="0" baseline="0" dirty="0">
                <a:ln>
                  <a:noFill/>
                </a:ln>
                <a:solidFill>
                  <a:schemeClr val="bg1"/>
                </a:solidFill>
                <a:effectLst/>
                <a:latin typeface="Barlow" panose="00000500000000000000" pitchFamily="2" charset="0"/>
              </a:rPr>
              <a:t>. </a:t>
            </a:r>
          </a:p>
        </p:txBody>
      </p:sp>
    </p:spTree>
    <p:extLst>
      <p:ext uri="{BB962C8B-B14F-4D97-AF65-F5344CB8AC3E}">
        <p14:creationId xmlns:p14="http://schemas.microsoft.com/office/powerpoint/2010/main" val="1920785337"/>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9948">
          <a:extLst>
            <a:ext uri="{FF2B5EF4-FFF2-40B4-BE49-F238E27FC236}">
              <a16:creationId xmlns:a16="http://schemas.microsoft.com/office/drawing/2014/main" id="{7A46D358-B164-6F7F-8652-DCA8BFCB812B}"/>
            </a:ext>
          </a:extLst>
        </p:cNvPr>
        <p:cNvGrpSpPr/>
        <p:nvPr/>
      </p:nvGrpSpPr>
      <p:grpSpPr>
        <a:xfrm>
          <a:off x="0" y="0"/>
          <a:ext cx="0" cy="0"/>
          <a:chOff x="0" y="0"/>
          <a:chExt cx="0" cy="0"/>
        </a:xfrm>
      </p:grpSpPr>
      <p:sp>
        <p:nvSpPr>
          <p:cNvPr id="49949" name="Google Shape;49949;p52">
            <a:extLst>
              <a:ext uri="{FF2B5EF4-FFF2-40B4-BE49-F238E27FC236}">
                <a16:creationId xmlns:a16="http://schemas.microsoft.com/office/drawing/2014/main" id="{028B010E-E915-779B-1A83-7FEF7C16FD19}"/>
              </a:ext>
            </a:extLst>
          </p:cNvPr>
          <p:cNvSpPr txBox="1">
            <a:spLocks noGrp="1"/>
          </p:cNvSpPr>
          <p:nvPr>
            <p:ph type="title"/>
          </p:nvPr>
        </p:nvSpPr>
        <p:spPr>
          <a:xfrm>
            <a:off x="713250" y="125266"/>
            <a:ext cx="7717500" cy="564600"/>
          </a:xfrm>
          <a:prstGeom prst="rect">
            <a:avLst/>
          </a:prstGeom>
        </p:spPr>
        <p:txBody>
          <a:bodyPr spcFirstLastPara="1" wrap="square" lIns="91425" tIns="91425" rIns="91425" bIns="91425" anchor="t" anchorCtr="0">
            <a:noAutofit/>
          </a:bodyPr>
          <a:lstStyle/>
          <a:p>
            <a:pPr lvl="0"/>
            <a:r>
              <a:rPr lang="en-US" b="1" dirty="0">
                <a:solidFill>
                  <a:schemeClr val="bg2"/>
                </a:solidFill>
              </a:rPr>
              <a:t>NGUYÊN LÝ HOẠT ĐỘNG CHUNG CỦA MOBILE SECURITY TOOLS</a:t>
            </a:r>
          </a:p>
        </p:txBody>
      </p:sp>
      <p:sp>
        <p:nvSpPr>
          <p:cNvPr id="49951" name="Google Shape;49951;p52">
            <a:extLst>
              <a:ext uri="{FF2B5EF4-FFF2-40B4-BE49-F238E27FC236}">
                <a16:creationId xmlns:a16="http://schemas.microsoft.com/office/drawing/2014/main" id="{95D1C921-34B3-A114-54BB-C80AE1EEA844}"/>
              </a:ext>
            </a:extLst>
          </p:cNvPr>
          <p:cNvSpPr txBox="1">
            <a:spLocks noGrp="1"/>
          </p:cNvSpPr>
          <p:nvPr>
            <p:ph type="subTitle" idx="2"/>
          </p:nvPr>
        </p:nvSpPr>
        <p:spPr>
          <a:xfrm>
            <a:off x="1874967" y="1638858"/>
            <a:ext cx="2427300" cy="55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000" dirty="0"/>
              <a:t>Phân tích tĩnh</a:t>
            </a:r>
            <a:endParaRPr sz="2000" dirty="0"/>
          </a:p>
        </p:txBody>
      </p:sp>
      <p:sp>
        <p:nvSpPr>
          <p:cNvPr id="49953" name="Google Shape;49953;p52">
            <a:extLst>
              <a:ext uri="{FF2B5EF4-FFF2-40B4-BE49-F238E27FC236}">
                <a16:creationId xmlns:a16="http://schemas.microsoft.com/office/drawing/2014/main" id="{C4667960-37A5-5B3B-7AEB-8133153B64DA}"/>
              </a:ext>
            </a:extLst>
          </p:cNvPr>
          <p:cNvSpPr txBox="1">
            <a:spLocks noGrp="1"/>
          </p:cNvSpPr>
          <p:nvPr>
            <p:ph type="subTitle" idx="4"/>
          </p:nvPr>
        </p:nvSpPr>
        <p:spPr>
          <a:xfrm>
            <a:off x="1851938" y="3956257"/>
            <a:ext cx="5457634" cy="554100"/>
          </a:xfrm>
          <a:prstGeom prst="rect">
            <a:avLst/>
          </a:prstGeom>
        </p:spPr>
        <p:txBody>
          <a:bodyPr spcFirstLastPara="1" wrap="square" lIns="91425" tIns="91425" rIns="91425" bIns="91425" anchor="b" anchorCtr="0">
            <a:noAutofit/>
          </a:bodyPr>
          <a:lstStyle/>
          <a:p>
            <a:pPr marL="0" lvl="0" indent="0"/>
            <a:r>
              <a:rPr lang="vi-VN" sz="2000" dirty="0"/>
              <a:t>Xác minh toàn vẹn môi trường</a:t>
            </a:r>
            <a:endParaRPr sz="2000" dirty="0"/>
          </a:p>
        </p:txBody>
      </p:sp>
      <p:sp>
        <p:nvSpPr>
          <p:cNvPr id="49955" name="Google Shape;49955;p52">
            <a:extLst>
              <a:ext uri="{FF2B5EF4-FFF2-40B4-BE49-F238E27FC236}">
                <a16:creationId xmlns:a16="http://schemas.microsoft.com/office/drawing/2014/main" id="{D9E7D021-775E-D239-952D-F4B30EA5D63A}"/>
              </a:ext>
            </a:extLst>
          </p:cNvPr>
          <p:cNvSpPr txBox="1">
            <a:spLocks noGrp="1"/>
          </p:cNvSpPr>
          <p:nvPr>
            <p:ph type="subTitle" idx="6"/>
          </p:nvPr>
        </p:nvSpPr>
        <p:spPr>
          <a:xfrm>
            <a:off x="1803310" y="2824257"/>
            <a:ext cx="2427300" cy="554100"/>
          </a:xfrm>
          <a:prstGeom prst="rect">
            <a:avLst/>
          </a:prstGeom>
        </p:spPr>
        <p:txBody>
          <a:bodyPr spcFirstLastPara="1" wrap="square" lIns="91425" tIns="91425" rIns="91425" bIns="91425" anchor="b" anchorCtr="0">
            <a:noAutofit/>
          </a:bodyPr>
          <a:lstStyle/>
          <a:p>
            <a:pPr marL="0" lvl="0" indent="0"/>
            <a:r>
              <a:rPr lang="en-US" sz="2000" dirty="0" err="1"/>
              <a:t>Giám</a:t>
            </a:r>
            <a:r>
              <a:rPr lang="en-US" sz="2000" dirty="0"/>
              <a:t> </a:t>
            </a:r>
            <a:r>
              <a:rPr lang="en-US" sz="2000" dirty="0" err="1"/>
              <a:t>sát</a:t>
            </a:r>
            <a:r>
              <a:rPr lang="en-US" sz="2000" dirty="0"/>
              <a:t> </a:t>
            </a:r>
            <a:r>
              <a:rPr lang="en-US" sz="2000" dirty="0" err="1"/>
              <a:t>mạng</a:t>
            </a:r>
            <a:endParaRPr sz="2000" dirty="0"/>
          </a:p>
        </p:txBody>
      </p:sp>
      <p:sp>
        <p:nvSpPr>
          <p:cNvPr id="49957" name="Google Shape;49957;p52">
            <a:extLst>
              <a:ext uri="{FF2B5EF4-FFF2-40B4-BE49-F238E27FC236}">
                <a16:creationId xmlns:a16="http://schemas.microsoft.com/office/drawing/2014/main" id="{6CD51934-0E37-7903-2680-975C0D55A357}"/>
              </a:ext>
            </a:extLst>
          </p:cNvPr>
          <p:cNvSpPr txBox="1">
            <a:spLocks noGrp="1"/>
          </p:cNvSpPr>
          <p:nvPr>
            <p:ph type="subTitle" idx="8"/>
          </p:nvPr>
        </p:nvSpPr>
        <p:spPr>
          <a:xfrm>
            <a:off x="5954721" y="1631820"/>
            <a:ext cx="2427300" cy="554100"/>
          </a:xfrm>
          <a:prstGeom prst="rect">
            <a:avLst/>
          </a:prstGeom>
        </p:spPr>
        <p:txBody>
          <a:bodyPr spcFirstLastPara="1" wrap="square" lIns="91425" tIns="91425" rIns="91425" bIns="91425" anchor="b" anchorCtr="0">
            <a:noAutofit/>
          </a:bodyPr>
          <a:lstStyle/>
          <a:p>
            <a:pPr marL="0" lvl="0" indent="0"/>
            <a:r>
              <a:rPr lang="en-US" sz="2000" dirty="0" err="1"/>
              <a:t>Phân</a:t>
            </a:r>
            <a:r>
              <a:rPr lang="en-US" sz="2000" dirty="0"/>
              <a:t> </a:t>
            </a:r>
            <a:r>
              <a:rPr lang="en-US" sz="2000" dirty="0" err="1"/>
              <a:t>tích</a:t>
            </a:r>
            <a:r>
              <a:rPr lang="en-US" sz="2000" dirty="0"/>
              <a:t> </a:t>
            </a:r>
            <a:r>
              <a:rPr lang="en-US" sz="2000" dirty="0" err="1"/>
              <a:t>động</a:t>
            </a:r>
            <a:endParaRPr sz="2000" dirty="0"/>
          </a:p>
        </p:txBody>
      </p:sp>
      <p:sp>
        <p:nvSpPr>
          <p:cNvPr id="49961" name="Google Shape;49961;p52">
            <a:extLst>
              <a:ext uri="{FF2B5EF4-FFF2-40B4-BE49-F238E27FC236}">
                <a16:creationId xmlns:a16="http://schemas.microsoft.com/office/drawing/2014/main" id="{606372BB-B276-63B0-DFF8-00670112C826}"/>
              </a:ext>
            </a:extLst>
          </p:cNvPr>
          <p:cNvSpPr txBox="1">
            <a:spLocks noGrp="1"/>
          </p:cNvSpPr>
          <p:nvPr>
            <p:ph type="subTitle" idx="15"/>
          </p:nvPr>
        </p:nvSpPr>
        <p:spPr>
          <a:xfrm>
            <a:off x="5818824" y="2927386"/>
            <a:ext cx="2863129" cy="554100"/>
          </a:xfrm>
          <a:prstGeom prst="rect">
            <a:avLst/>
          </a:prstGeom>
        </p:spPr>
        <p:txBody>
          <a:bodyPr spcFirstLastPara="1" wrap="square" lIns="91425" tIns="91425" rIns="91425" bIns="91425" anchor="b" anchorCtr="0">
            <a:noAutofit/>
          </a:bodyPr>
          <a:lstStyle/>
          <a:p>
            <a:pPr marL="0" lvl="0" indent="0" algn="ctr"/>
            <a:r>
              <a:rPr lang="vi-VN" sz="2000" dirty="0"/>
              <a:t>Quản trị &amp; cưỡng chế chính sách</a:t>
            </a:r>
            <a:endParaRPr sz="2000" dirty="0"/>
          </a:p>
        </p:txBody>
      </p:sp>
      <p:grpSp>
        <p:nvGrpSpPr>
          <p:cNvPr id="49962" name="Google Shape;49962;p52">
            <a:extLst>
              <a:ext uri="{FF2B5EF4-FFF2-40B4-BE49-F238E27FC236}">
                <a16:creationId xmlns:a16="http://schemas.microsoft.com/office/drawing/2014/main" id="{C50A7089-D5FB-1F49-0EB6-0CACDF1D6524}"/>
              </a:ext>
            </a:extLst>
          </p:cNvPr>
          <p:cNvGrpSpPr/>
          <p:nvPr/>
        </p:nvGrpSpPr>
        <p:grpSpPr>
          <a:xfrm>
            <a:off x="979067" y="1593102"/>
            <a:ext cx="720745" cy="698420"/>
            <a:chOff x="3620597" y="1738568"/>
            <a:chExt cx="932761" cy="903870"/>
          </a:xfrm>
        </p:grpSpPr>
        <p:grpSp>
          <p:nvGrpSpPr>
            <p:cNvPr id="49963" name="Google Shape;49963;p52">
              <a:extLst>
                <a:ext uri="{FF2B5EF4-FFF2-40B4-BE49-F238E27FC236}">
                  <a16:creationId xmlns:a16="http://schemas.microsoft.com/office/drawing/2014/main" id="{5C67C52A-7856-7A4E-C6EA-5A4FC9A9942B}"/>
                </a:ext>
              </a:extLst>
            </p:cNvPr>
            <p:cNvGrpSpPr/>
            <p:nvPr/>
          </p:nvGrpSpPr>
          <p:grpSpPr>
            <a:xfrm>
              <a:off x="3620597" y="1738586"/>
              <a:ext cx="932690" cy="903852"/>
              <a:chOff x="1954207" y="514898"/>
              <a:chExt cx="1032308" cy="1000500"/>
            </a:xfrm>
          </p:grpSpPr>
          <p:sp>
            <p:nvSpPr>
              <p:cNvPr id="49964" name="Google Shape;49964;p52">
                <a:extLst>
                  <a:ext uri="{FF2B5EF4-FFF2-40B4-BE49-F238E27FC236}">
                    <a16:creationId xmlns:a16="http://schemas.microsoft.com/office/drawing/2014/main" id="{9423B032-CA1E-3C5A-E65D-A09EC4BFCC69}"/>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5" name="Google Shape;49965;p52">
                <a:extLst>
                  <a:ext uri="{FF2B5EF4-FFF2-40B4-BE49-F238E27FC236}">
                    <a16:creationId xmlns:a16="http://schemas.microsoft.com/office/drawing/2014/main" id="{F9CF2B69-45B7-BB88-EBBB-C4F937DAAA31}"/>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6" name="Google Shape;49966;p52">
              <a:extLst>
                <a:ext uri="{FF2B5EF4-FFF2-40B4-BE49-F238E27FC236}">
                  <a16:creationId xmlns:a16="http://schemas.microsoft.com/office/drawing/2014/main" id="{2A37FEB0-79FC-0B7B-1BE9-9EE05E00A6D3}"/>
                </a:ext>
              </a:extLst>
            </p:cNvPr>
            <p:cNvGrpSpPr/>
            <p:nvPr/>
          </p:nvGrpSpPr>
          <p:grpSpPr>
            <a:xfrm>
              <a:off x="3620817" y="1738568"/>
              <a:ext cx="932541" cy="903851"/>
              <a:chOff x="4056003" y="764391"/>
              <a:chExt cx="1032143" cy="1000499"/>
            </a:xfrm>
          </p:grpSpPr>
          <p:sp>
            <p:nvSpPr>
              <p:cNvPr id="49967" name="Google Shape;49967;p52">
                <a:extLst>
                  <a:ext uri="{FF2B5EF4-FFF2-40B4-BE49-F238E27FC236}">
                    <a16:creationId xmlns:a16="http://schemas.microsoft.com/office/drawing/2014/main" id="{93AD03CB-35F5-7465-E5C0-45189CEF9F01}"/>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68" name="Google Shape;49968;p52">
                <a:extLst>
                  <a:ext uri="{FF2B5EF4-FFF2-40B4-BE49-F238E27FC236}">
                    <a16:creationId xmlns:a16="http://schemas.microsoft.com/office/drawing/2014/main" id="{7A526B93-6D16-BB25-0AF8-16A4644FA704}"/>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69" name="Google Shape;49969;p52">
                <a:extLst>
                  <a:ext uri="{FF2B5EF4-FFF2-40B4-BE49-F238E27FC236}">
                    <a16:creationId xmlns:a16="http://schemas.microsoft.com/office/drawing/2014/main" id="{97896C32-BBBA-BDBA-D5F9-94A35B6B571B}"/>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0" name="Google Shape;49970;p52">
                <a:extLst>
                  <a:ext uri="{FF2B5EF4-FFF2-40B4-BE49-F238E27FC236}">
                    <a16:creationId xmlns:a16="http://schemas.microsoft.com/office/drawing/2014/main" id="{A342207B-042F-5822-FACD-1E2B38CA5927}"/>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71" name="Google Shape;49971;p52">
            <a:extLst>
              <a:ext uri="{FF2B5EF4-FFF2-40B4-BE49-F238E27FC236}">
                <a16:creationId xmlns:a16="http://schemas.microsoft.com/office/drawing/2014/main" id="{7FCFE836-558B-1692-231B-80637199A43F}"/>
              </a:ext>
            </a:extLst>
          </p:cNvPr>
          <p:cNvGrpSpPr/>
          <p:nvPr/>
        </p:nvGrpSpPr>
        <p:grpSpPr>
          <a:xfrm>
            <a:off x="5076492" y="1593102"/>
            <a:ext cx="720745" cy="698420"/>
            <a:chOff x="3620597" y="1738568"/>
            <a:chExt cx="932761" cy="903870"/>
          </a:xfrm>
        </p:grpSpPr>
        <p:grpSp>
          <p:nvGrpSpPr>
            <p:cNvPr id="49972" name="Google Shape;49972;p52">
              <a:extLst>
                <a:ext uri="{FF2B5EF4-FFF2-40B4-BE49-F238E27FC236}">
                  <a16:creationId xmlns:a16="http://schemas.microsoft.com/office/drawing/2014/main" id="{FF9C5CBD-AC89-9472-ADBD-4DF732D40144}"/>
                </a:ext>
              </a:extLst>
            </p:cNvPr>
            <p:cNvGrpSpPr/>
            <p:nvPr/>
          </p:nvGrpSpPr>
          <p:grpSpPr>
            <a:xfrm>
              <a:off x="3620597" y="1738586"/>
              <a:ext cx="932690" cy="903852"/>
              <a:chOff x="1954207" y="514898"/>
              <a:chExt cx="1032308" cy="1000500"/>
            </a:xfrm>
          </p:grpSpPr>
          <p:sp>
            <p:nvSpPr>
              <p:cNvPr id="49973" name="Google Shape;49973;p52">
                <a:extLst>
                  <a:ext uri="{FF2B5EF4-FFF2-40B4-BE49-F238E27FC236}">
                    <a16:creationId xmlns:a16="http://schemas.microsoft.com/office/drawing/2014/main" id="{682AAE78-13AF-4F2B-37E7-0CCC3E15850F}"/>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4" name="Google Shape;49974;p52">
                <a:extLst>
                  <a:ext uri="{FF2B5EF4-FFF2-40B4-BE49-F238E27FC236}">
                    <a16:creationId xmlns:a16="http://schemas.microsoft.com/office/drawing/2014/main" id="{B45DC238-D2CA-27F7-E5D4-5F1BED4EE8D7}"/>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75" name="Google Shape;49975;p52">
              <a:extLst>
                <a:ext uri="{FF2B5EF4-FFF2-40B4-BE49-F238E27FC236}">
                  <a16:creationId xmlns:a16="http://schemas.microsoft.com/office/drawing/2014/main" id="{64E89C5B-2F11-685B-AFD9-1E8546A55869}"/>
                </a:ext>
              </a:extLst>
            </p:cNvPr>
            <p:cNvGrpSpPr/>
            <p:nvPr/>
          </p:nvGrpSpPr>
          <p:grpSpPr>
            <a:xfrm>
              <a:off x="3620817" y="1738568"/>
              <a:ext cx="932541" cy="903851"/>
              <a:chOff x="4056003" y="764391"/>
              <a:chExt cx="1032143" cy="1000499"/>
            </a:xfrm>
          </p:grpSpPr>
          <p:sp>
            <p:nvSpPr>
              <p:cNvPr id="49976" name="Google Shape;49976;p52">
                <a:extLst>
                  <a:ext uri="{FF2B5EF4-FFF2-40B4-BE49-F238E27FC236}">
                    <a16:creationId xmlns:a16="http://schemas.microsoft.com/office/drawing/2014/main" id="{D07EDB1C-37E0-AB27-EEF4-072021F25382}"/>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7" name="Google Shape;49977;p52">
                <a:extLst>
                  <a:ext uri="{FF2B5EF4-FFF2-40B4-BE49-F238E27FC236}">
                    <a16:creationId xmlns:a16="http://schemas.microsoft.com/office/drawing/2014/main" id="{1A16A3D7-74CD-CE33-878E-DE3591E7CBA3}"/>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8" name="Google Shape;49978;p52">
                <a:extLst>
                  <a:ext uri="{FF2B5EF4-FFF2-40B4-BE49-F238E27FC236}">
                    <a16:creationId xmlns:a16="http://schemas.microsoft.com/office/drawing/2014/main" id="{BAAEF18A-5ADE-2CC6-3BE9-F74617518BE2}"/>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79" name="Google Shape;49979;p52">
                <a:extLst>
                  <a:ext uri="{FF2B5EF4-FFF2-40B4-BE49-F238E27FC236}">
                    <a16:creationId xmlns:a16="http://schemas.microsoft.com/office/drawing/2014/main" id="{8F1FE9C9-ACDA-B3AE-5D5A-2AE3961C23AC}"/>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80" name="Google Shape;49980;p52">
            <a:extLst>
              <a:ext uri="{FF2B5EF4-FFF2-40B4-BE49-F238E27FC236}">
                <a16:creationId xmlns:a16="http://schemas.microsoft.com/office/drawing/2014/main" id="{B1696491-2BE2-AC2C-CFE6-AD8A0EE3595A}"/>
              </a:ext>
            </a:extLst>
          </p:cNvPr>
          <p:cNvGrpSpPr/>
          <p:nvPr/>
        </p:nvGrpSpPr>
        <p:grpSpPr>
          <a:xfrm>
            <a:off x="979067" y="3893349"/>
            <a:ext cx="720745" cy="698420"/>
            <a:chOff x="3620597" y="1738568"/>
            <a:chExt cx="932761" cy="903870"/>
          </a:xfrm>
        </p:grpSpPr>
        <p:grpSp>
          <p:nvGrpSpPr>
            <p:cNvPr id="49981" name="Google Shape;49981;p52">
              <a:extLst>
                <a:ext uri="{FF2B5EF4-FFF2-40B4-BE49-F238E27FC236}">
                  <a16:creationId xmlns:a16="http://schemas.microsoft.com/office/drawing/2014/main" id="{208EB7A8-8381-47C2-B036-DF1366B9CC56}"/>
                </a:ext>
              </a:extLst>
            </p:cNvPr>
            <p:cNvGrpSpPr/>
            <p:nvPr/>
          </p:nvGrpSpPr>
          <p:grpSpPr>
            <a:xfrm>
              <a:off x="3620597" y="1738586"/>
              <a:ext cx="932690" cy="903852"/>
              <a:chOff x="1954207" y="514898"/>
              <a:chExt cx="1032308" cy="1000500"/>
            </a:xfrm>
          </p:grpSpPr>
          <p:sp>
            <p:nvSpPr>
              <p:cNvPr id="49982" name="Google Shape;49982;p52">
                <a:extLst>
                  <a:ext uri="{FF2B5EF4-FFF2-40B4-BE49-F238E27FC236}">
                    <a16:creationId xmlns:a16="http://schemas.microsoft.com/office/drawing/2014/main" id="{F092A611-0BA7-1169-494C-049FB3199165}"/>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3" name="Google Shape;49983;p52">
                <a:extLst>
                  <a:ext uri="{FF2B5EF4-FFF2-40B4-BE49-F238E27FC236}">
                    <a16:creationId xmlns:a16="http://schemas.microsoft.com/office/drawing/2014/main" id="{E25FEF06-70AE-1B8A-5AB2-2E5A6E735F55}"/>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4" name="Google Shape;49984;p52">
              <a:extLst>
                <a:ext uri="{FF2B5EF4-FFF2-40B4-BE49-F238E27FC236}">
                  <a16:creationId xmlns:a16="http://schemas.microsoft.com/office/drawing/2014/main" id="{831D7CFA-B040-03B5-6C22-F64F7D94A707}"/>
                </a:ext>
              </a:extLst>
            </p:cNvPr>
            <p:cNvGrpSpPr/>
            <p:nvPr/>
          </p:nvGrpSpPr>
          <p:grpSpPr>
            <a:xfrm>
              <a:off x="3620817" y="1738568"/>
              <a:ext cx="932541" cy="903851"/>
              <a:chOff x="4056003" y="764391"/>
              <a:chExt cx="1032143" cy="1000499"/>
            </a:xfrm>
          </p:grpSpPr>
          <p:sp>
            <p:nvSpPr>
              <p:cNvPr id="49985" name="Google Shape;49985;p52">
                <a:extLst>
                  <a:ext uri="{FF2B5EF4-FFF2-40B4-BE49-F238E27FC236}">
                    <a16:creationId xmlns:a16="http://schemas.microsoft.com/office/drawing/2014/main" id="{7E79BEB2-D73C-FBC1-74A6-07C935B3ED0F}"/>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6" name="Google Shape;49986;p52">
                <a:extLst>
                  <a:ext uri="{FF2B5EF4-FFF2-40B4-BE49-F238E27FC236}">
                    <a16:creationId xmlns:a16="http://schemas.microsoft.com/office/drawing/2014/main" id="{26A510D5-7A04-D3C6-B009-A29CB7798071}"/>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7" name="Google Shape;49987;p52">
                <a:extLst>
                  <a:ext uri="{FF2B5EF4-FFF2-40B4-BE49-F238E27FC236}">
                    <a16:creationId xmlns:a16="http://schemas.microsoft.com/office/drawing/2014/main" id="{090A9113-6281-EB41-D67D-CE9918ACE606}"/>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49988" name="Google Shape;49988;p52">
                <a:extLst>
                  <a:ext uri="{FF2B5EF4-FFF2-40B4-BE49-F238E27FC236}">
                    <a16:creationId xmlns:a16="http://schemas.microsoft.com/office/drawing/2014/main" id="{491D8F8D-9CF5-853D-068D-7AB88B097EC8}"/>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49998" name="Google Shape;49998;p52">
            <a:extLst>
              <a:ext uri="{FF2B5EF4-FFF2-40B4-BE49-F238E27FC236}">
                <a16:creationId xmlns:a16="http://schemas.microsoft.com/office/drawing/2014/main" id="{3D3F53D0-E1D1-21EF-5AE0-BEAB68F42C9D}"/>
              </a:ext>
            </a:extLst>
          </p:cNvPr>
          <p:cNvGrpSpPr/>
          <p:nvPr/>
        </p:nvGrpSpPr>
        <p:grpSpPr>
          <a:xfrm>
            <a:off x="979067" y="2731739"/>
            <a:ext cx="720745" cy="698420"/>
            <a:chOff x="3620597" y="1738568"/>
            <a:chExt cx="932761" cy="903870"/>
          </a:xfrm>
        </p:grpSpPr>
        <p:grpSp>
          <p:nvGrpSpPr>
            <p:cNvPr id="49999" name="Google Shape;49999;p52">
              <a:extLst>
                <a:ext uri="{FF2B5EF4-FFF2-40B4-BE49-F238E27FC236}">
                  <a16:creationId xmlns:a16="http://schemas.microsoft.com/office/drawing/2014/main" id="{D53A81B0-385B-5A0B-92E5-02F5C2A60375}"/>
                </a:ext>
              </a:extLst>
            </p:cNvPr>
            <p:cNvGrpSpPr/>
            <p:nvPr/>
          </p:nvGrpSpPr>
          <p:grpSpPr>
            <a:xfrm>
              <a:off x="3620597" y="1738586"/>
              <a:ext cx="932690" cy="903852"/>
              <a:chOff x="1954207" y="514898"/>
              <a:chExt cx="1032308" cy="1000500"/>
            </a:xfrm>
          </p:grpSpPr>
          <p:sp>
            <p:nvSpPr>
              <p:cNvPr id="50000" name="Google Shape;50000;p52">
                <a:extLst>
                  <a:ext uri="{FF2B5EF4-FFF2-40B4-BE49-F238E27FC236}">
                    <a16:creationId xmlns:a16="http://schemas.microsoft.com/office/drawing/2014/main" id="{653EA9CD-35AB-1F8E-A4F4-CB43F573CDEE}"/>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1" name="Google Shape;50001;p52">
                <a:extLst>
                  <a:ext uri="{FF2B5EF4-FFF2-40B4-BE49-F238E27FC236}">
                    <a16:creationId xmlns:a16="http://schemas.microsoft.com/office/drawing/2014/main" id="{A099B67A-9569-347A-AD40-8CF789E76425}"/>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2" name="Google Shape;50002;p52">
              <a:extLst>
                <a:ext uri="{FF2B5EF4-FFF2-40B4-BE49-F238E27FC236}">
                  <a16:creationId xmlns:a16="http://schemas.microsoft.com/office/drawing/2014/main" id="{AD2AF0B3-6483-436E-85FE-C03282F1D53C}"/>
                </a:ext>
              </a:extLst>
            </p:cNvPr>
            <p:cNvGrpSpPr/>
            <p:nvPr/>
          </p:nvGrpSpPr>
          <p:grpSpPr>
            <a:xfrm>
              <a:off x="3620817" y="1738568"/>
              <a:ext cx="932541" cy="903851"/>
              <a:chOff x="4056003" y="764391"/>
              <a:chExt cx="1032143" cy="1000499"/>
            </a:xfrm>
          </p:grpSpPr>
          <p:sp>
            <p:nvSpPr>
              <p:cNvPr id="50003" name="Google Shape;50003;p52">
                <a:extLst>
                  <a:ext uri="{FF2B5EF4-FFF2-40B4-BE49-F238E27FC236}">
                    <a16:creationId xmlns:a16="http://schemas.microsoft.com/office/drawing/2014/main" id="{3BC29BA0-2353-7C69-82BC-A40ED87A68FE}"/>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4" name="Google Shape;50004;p52">
                <a:extLst>
                  <a:ext uri="{FF2B5EF4-FFF2-40B4-BE49-F238E27FC236}">
                    <a16:creationId xmlns:a16="http://schemas.microsoft.com/office/drawing/2014/main" id="{42B5FCF9-F3A8-0524-4726-5B60978CB444}"/>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5" name="Google Shape;50005;p52">
                <a:extLst>
                  <a:ext uri="{FF2B5EF4-FFF2-40B4-BE49-F238E27FC236}">
                    <a16:creationId xmlns:a16="http://schemas.microsoft.com/office/drawing/2014/main" id="{CAAC852B-4619-7EF9-A003-DD1E0EC4769C}"/>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06" name="Google Shape;50006;p52">
                <a:extLst>
                  <a:ext uri="{FF2B5EF4-FFF2-40B4-BE49-F238E27FC236}">
                    <a16:creationId xmlns:a16="http://schemas.microsoft.com/office/drawing/2014/main" id="{80658C0E-9B6D-8EC0-BA75-D71A3A9EA90C}"/>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50007" name="Google Shape;50007;p52">
            <a:extLst>
              <a:ext uri="{FF2B5EF4-FFF2-40B4-BE49-F238E27FC236}">
                <a16:creationId xmlns:a16="http://schemas.microsoft.com/office/drawing/2014/main" id="{FC89A6FC-DD51-2931-CFFE-F7DEBB3C8DEC}"/>
              </a:ext>
            </a:extLst>
          </p:cNvPr>
          <p:cNvGrpSpPr/>
          <p:nvPr/>
        </p:nvGrpSpPr>
        <p:grpSpPr>
          <a:xfrm>
            <a:off x="5076492" y="2731739"/>
            <a:ext cx="720745" cy="698420"/>
            <a:chOff x="3620597" y="1738568"/>
            <a:chExt cx="932761" cy="903870"/>
          </a:xfrm>
        </p:grpSpPr>
        <p:grpSp>
          <p:nvGrpSpPr>
            <p:cNvPr id="50008" name="Google Shape;50008;p52">
              <a:extLst>
                <a:ext uri="{FF2B5EF4-FFF2-40B4-BE49-F238E27FC236}">
                  <a16:creationId xmlns:a16="http://schemas.microsoft.com/office/drawing/2014/main" id="{4B8AA0FC-519E-798C-4C78-C329213A0DB8}"/>
                </a:ext>
              </a:extLst>
            </p:cNvPr>
            <p:cNvGrpSpPr/>
            <p:nvPr/>
          </p:nvGrpSpPr>
          <p:grpSpPr>
            <a:xfrm>
              <a:off x="3620597" y="1738586"/>
              <a:ext cx="932690" cy="903852"/>
              <a:chOff x="1954207" y="514898"/>
              <a:chExt cx="1032308" cy="1000500"/>
            </a:xfrm>
          </p:grpSpPr>
          <p:sp>
            <p:nvSpPr>
              <p:cNvPr id="50009" name="Google Shape;50009;p52">
                <a:extLst>
                  <a:ext uri="{FF2B5EF4-FFF2-40B4-BE49-F238E27FC236}">
                    <a16:creationId xmlns:a16="http://schemas.microsoft.com/office/drawing/2014/main" id="{4A2C6586-9C6B-5EBB-2CF2-7732425BB2CC}"/>
                  </a:ext>
                </a:extLst>
              </p:cNvPr>
              <p:cNvSpPr/>
              <p:nvPr/>
            </p:nvSpPr>
            <p:spPr>
              <a:xfrm>
                <a:off x="1954215" y="514898"/>
                <a:ext cx="1032300" cy="1000500"/>
              </a:xfrm>
              <a:prstGeom prst="roundRect">
                <a:avLst>
                  <a:gd name="adj" fmla="val 0"/>
                </a:avLst>
              </a:prstGeom>
              <a:noFill/>
              <a:ln w="19050" cap="flat" cmpd="sng">
                <a:solidFill>
                  <a:schemeClr val="dk2"/>
                </a:solidFill>
                <a:prstDash val="solid"/>
                <a:miter lim="8000"/>
                <a:headEnd type="none" w="sm" len="sm"/>
                <a:tailEnd type="none" w="sm" len="sm"/>
              </a:ln>
              <a:effectLst>
                <a:outerShdw blurRad="57150" dist="1905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0" name="Google Shape;50010;p52">
                <a:extLst>
                  <a:ext uri="{FF2B5EF4-FFF2-40B4-BE49-F238E27FC236}">
                    <a16:creationId xmlns:a16="http://schemas.microsoft.com/office/drawing/2014/main" id="{51AD4CF6-403A-8910-8091-70C0974E8759}"/>
                  </a:ext>
                </a:extLst>
              </p:cNvPr>
              <p:cNvSpPr/>
              <p:nvPr/>
            </p:nvSpPr>
            <p:spPr>
              <a:xfrm>
                <a:off x="1954207" y="514898"/>
                <a:ext cx="1032300" cy="1000500"/>
              </a:xfrm>
              <a:prstGeom prst="roundRect">
                <a:avLst>
                  <a:gd name="adj" fmla="val 0"/>
                </a:avLst>
              </a:prstGeom>
              <a:noFill/>
              <a:ln w="9525" cap="flat" cmpd="sng">
                <a:solidFill>
                  <a:schemeClr val="lt1"/>
                </a:solidFill>
                <a:prstDash val="solid"/>
                <a:miter lim="8000"/>
                <a:headEnd type="none" w="sm" len="sm"/>
                <a:tailEnd type="none" w="sm" len="sm"/>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1" name="Google Shape;50011;p52">
              <a:extLst>
                <a:ext uri="{FF2B5EF4-FFF2-40B4-BE49-F238E27FC236}">
                  <a16:creationId xmlns:a16="http://schemas.microsoft.com/office/drawing/2014/main" id="{204CF916-880E-68DE-8EB7-5C6A991061FC}"/>
                </a:ext>
              </a:extLst>
            </p:cNvPr>
            <p:cNvGrpSpPr/>
            <p:nvPr/>
          </p:nvGrpSpPr>
          <p:grpSpPr>
            <a:xfrm>
              <a:off x="3620817" y="1738568"/>
              <a:ext cx="932541" cy="903851"/>
              <a:chOff x="4056003" y="764391"/>
              <a:chExt cx="1032143" cy="1000499"/>
            </a:xfrm>
          </p:grpSpPr>
          <p:sp>
            <p:nvSpPr>
              <p:cNvPr id="50012" name="Google Shape;50012;p52">
                <a:extLst>
                  <a:ext uri="{FF2B5EF4-FFF2-40B4-BE49-F238E27FC236}">
                    <a16:creationId xmlns:a16="http://schemas.microsoft.com/office/drawing/2014/main" id="{4FD03419-2C77-AE16-8026-1C48B4E0113D}"/>
                  </a:ext>
                </a:extLst>
              </p:cNvPr>
              <p:cNvSpPr/>
              <p:nvPr/>
            </p:nvSpPr>
            <p:spPr>
              <a:xfrm flipH="1">
                <a:off x="487245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3" name="Google Shape;50013;p52">
                <a:extLst>
                  <a:ext uri="{FF2B5EF4-FFF2-40B4-BE49-F238E27FC236}">
                    <a16:creationId xmlns:a16="http://schemas.microsoft.com/office/drawing/2014/main" id="{FF75BEDB-9045-929B-0C03-BDF54DC27BB6}"/>
                  </a:ext>
                </a:extLst>
              </p:cNvPr>
              <p:cNvSpPr/>
              <p:nvPr/>
            </p:nvSpPr>
            <p:spPr>
              <a:xfrm>
                <a:off x="4056003" y="764391"/>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4" name="Google Shape;50014;p52">
                <a:extLst>
                  <a:ext uri="{FF2B5EF4-FFF2-40B4-BE49-F238E27FC236}">
                    <a16:creationId xmlns:a16="http://schemas.microsoft.com/office/drawing/2014/main" id="{D88CC80F-71F1-C49C-4F83-7BE6503D7775}"/>
                  </a:ext>
                </a:extLst>
              </p:cNvPr>
              <p:cNvSpPr/>
              <p:nvPr/>
            </p:nvSpPr>
            <p:spPr>
              <a:xfrm rot="10800000" flipH="1">
                <a:off x="405600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sp>
            <p:nvSpPr>
              <p:cNvPr id="50015" name="Google Shape;50015;p52">
                <a:extLst>
                  <a:ext uri="{FF2B5EF4-FFF2-40B4-BE49-F238E27FC236}">
                    <a16:creationId xmlns:a16="http://schemas.microsoft.com/office/drawing/2014/main" id="{80BAF67F-6691-1FD7-5566-156CF5F17FF9}"/>
                  </a:ext>
                </a:extLst>
              </p:cNvPr>
              <p:cNvSpPr/>
              <p:nvPr/>
            </p:nvSpPr>
            <p:spPr>
              <a:xfrm rot="10800000">
                <a:off x="4872453" y="1616516"/>
                <a:ext cx="215693" cy="148374"/>
              </a:xfrm>
              <a:custGeom>
                <a:avLst/>
                <a:gdLst/>
                <a:ahLst/>
                <a:cxnLst/>
                <a:rect l="l" t="t" r="r" b="b"/>
                <a:pathLst>
                  <a:path w="16977" h="12036" extrusionOk="0">
                    <a:moveTo>
                      <a:pt x="0" y="12036"/>
                    </a:moveTo>
                    <a:lnTo>
                      <a:pt x="0" y="0"/>
                    </a:lnTo>
                    <a:lnTo>
                      <a:pt x="16977" y="0"/>
                    </a:lnTo>
                  </a:path>
                </a:pathLst>
              </a:custGeom>
              <a:noFill/>
              <a:ln w="76200" cap="flat" cmpd="sng">
                <a:solidFill>
                  <a:schemeClr val="dk2"/>
                </a:solidFill>
                <a:prstDash val="solid"/>
                <a:round/>
                <a:headEnd type="none" w="med" len="med"/>
                <a:tailEnd type="none" w="med" len="med"/>
              </a:ln>
              <a:effectLst>
                <a:outerShdw blurRad="57150" dist="19050" algn="bl" rotWithShape="0">
                  <a:schemeClr val="dk2">
                    <a:alpha val="50000"/>
                  </a:schemeClr>
                </a:outerShdw>
              </a:effectLst>
            </p:spPr>
            <p:txBody>
              <a:bodyPr/>
              <a:lstStyle/>
              <a:p>
                <a:endParaRPr lang="en-US"/>
              </a:p>
            </p:txBody>
          </p:sp>
        </p:grpSp>
      </p:grpSp>
      <p:grpSp>
        <p:nvGrpSpPr>
          <p:cNvPr id="50016" name="Google Shape;50016;p52">
            <a:extLst>
              <a:ext uri="{FF2B5EF4-FFF2-40B4-BE49-F238E27FC236}">
                <a16:creationId xmlns:a16="http://schemas.microsoft.com/office/drawing/2014/main" id="{866A6748-690C-D4CA-51A6-88C5A06ECB48}"/>
              </a:ext>
            </a:extLst>
          </p:cNvPr>
          <p:cNvGrpSpPr/>
          <p:nvPr/>
        </p:nvGrpSpPr>
        <p:grpSpPr>
          <a:xfrm>
            <a:off x="5251714" y="1757389"/>
            <a:ext cx="370290" cy="369845"/>
            <a:chOff x="2645309" y="1623840"/>
            <a:chExt cx="388796" cy="388330"/>
          </a:xfrm>
        </p:grpSpPr>
        <p:sp>
          <p:nvSpPr>
            <p:cNvPr id="50017" name="Google Shape;50017;p52">
              <a:extLst>
                <a:ext uri="{FF2B5EF4-FFF2-40B4-BE49-F238E27FC236}">
                  <a16:creationId xmlns:a16="http://schemas.microsoft.com/office/drawing/2014/main" id="{B9472059-9562-2243-DAC1-B93A7821B3FF}"/>
                </a:ext>
              </a:extLst>
            </p:cNvPr>
            <p:cNvSpPr/>
            <p:nvPr/>
          </p:nvSpPr>
          <p:spPr>
            <a:xfrm>
              <a:off x="2851072" y="1761836"/>
              <a:ext cx="35130" cy="112317"/>
            </a:xfrm>
            <a:custGeom>
              <a:avLst/>
              <a:gdLst/>
              <a:ahLst/>
              <a:cxnLst/>
              <a:rect l="l" t="t" r="r" b="b"/>
              <a:pathLst>
                <a:path w="1646" h="5262" extrusionOk="0">
                  <a:moveTo>
                    <a:pt x="0" y="1"/>
                  </a:moveTo>
                  <a:lnTo>
                    <a:pt x="0" y="5262"/>
                  </a:lnTo>
                  <a:cubicBezTo>
                    <a:pt x="951" y="5030"/>
                    <a:pt x="1646" y="4172"/>
                    <a:pt x="1646" y="3176"/>
                  </a:cubicBezTo>
                  <a:lnTo>
                    <a:pt x="1646" y="2110"/>
                  </a:lnTo>
                  <a:cubicBezTo>
                    <a:pt x="1646" y="1090"/>
                    <a:pt x="951" y="23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8" name="Google Shape;50018;p52">
              <a:extLst>
                <a:ext uri="{FF2B5EF4-FFF2-40B4-BE49-F238E27FC236}">
                  <a16:creationId xmlns:a16="http://schemas.microsoft.com/office/drawing/2014/main" id="{57CC12F0-31AB-6C5C-CDAD-3622FF13E9F1}"/>
                </a:ext>
              </a:extLst>
            </p:cNvPr>
            <p:cNvSpPr/>
            <p:nvPr/>
          </p:nvSpPr>
          <p:spPr>
            <a:xfrm>
              <a:off x="2793704" y="1761836"/>
              <a:ext cx="34639" cy="112317"/>
            </a:xfrm>
            <a:custGeom>
              <a:avLst/>
              <a:gdLst/>
              <a:ahLst/>
              <a:cxnLst/>
              <a:rect l="l" t="t" r="r" b="b"/>
              <a:pathLst>
                <a:path w="1623" h="5262" extrusionOk="0">
                  <a:moveTo>
                    <a:pt x="1622" y="1"/>
                  </a:moveTo>
                  <a:cubicBezTo>
                    <a:pt x="695" y="233"/>
                    <a:pt x="0" y="1090"/>
                    <a:pt x="0" y="2110"/>
                  </a:cubicBezTo>
                  <a:lnTo>
                    <a:pt x="0" y="3176"/>
                  </a:lnTo>
                  <a:cubicBezTo>
                    <a:pt x="0" y="4172"/>
                    <a:pt x="695" y="5030"/>
                    <a:pt x="1622" y="5262"/>
                  </a:cubicBezTo>
                  <a:lnTo>
                    <a:pt x="162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9" name="Google Shape;50019;p52">
              <a:extLst>
                <a:ext uri="{FF2B5EF4-FFF2-40B4-BE49-F238E27FC236}">
                  <a16:creationId xmlns:a16="http://schemas.microsoft.com/office/drawing/2014/main" id="{F54BD669-634E-2BAC-EEB4-7F0C5E5AFF71}"/>
                </a:ext>
              </a:extLst>
            </p:cNvPr>
            <p:cNvSpPr/>
            <p:nvPr/>
          </p:nvSpPr>
          <p:spPr>
            <a:xfrm>
              <a:off x="2736805" y="1714855"/>
              <a:ext cx="206275" cy="206299"/>
            </a:xfrm>
            <a:custGeom>
              <a:avLst/>
              <a:gdLst/>
              <a:ahLst/>
              <a:cxnLst/>
              <a:rect l="l" t="t" r="r" b="b"/>
              <a:pathLst>
                <a:path w="9665" h="9665" extrusionOk="0">
                  <a:moveTo>
                    <a:pt x="4821" y="1066"/>
                  </a:moveTo>
                  <a:cubicBezTo>
                    <a:pt x="6606" y="1066"/>
                    <a:pt x="8066" y="2526"/>
                    <a:pt x="8066" y="4311"/>
                  </a:cubicBezTo>
                  <a:lnTo>
                    <a:pt x="8066" y="5377"/>
                  </a:lnTo>
                  <a:cubicBezTo>
                    <a:pt x="8066" y="7161"/>
                    <a:pt x="6606" y="8598"/>
                    <a:pt x="4821" y="8598"/>
                  </a:cubicBezTo>
                  <a:cubicBezTo>
                    <a:pt x="3037" y="8598"/>
                    <a:pt x="1600" y="7161"/>
                    <a:pt x="1600" y="5377"/>
                  </a:cubicBezTo>
                  <a:lnTo>
                    <a:pt x="1600" y="4311"/>
                  </a:lnTo>
                  <a:cubicBezTo>
                    <a:pt x="1600" y="2526"/>
                    <a:pt x="3037" y="1066"/>
                    <a:pt x="4821" y="1066"/>
                  </a:cubicBezTo>
                  <a:close/>
                  <a:moveTo>
                    <a:pt x="4821" y="0"/>
                  </a:moveTo>
                  <a:cubicBezTo>
                    <a:pt x="2156" y="0"/>
                    <a:pt x="1" y="2179"/>
                    <a:pt x="1" y="4844"/>
                  </a:cubicBezTo>
                  <a:cubicBezTo>
                    <a:pt x="1" y="7509"/>
                    <a:pt x="2156" y="9664"/>
                    <a:pt x="4821" y="9664"/>
                  </a:cubicBezTo>
                  <a:cubicBezTo>
                    <a:pt x="7486" y="9664"/>
                    <a:pt x="9665" y="7509"/>
                    <a:pt x="9665" y="4844"/>
                  </a:cubicBezTo>
                  <a:cubicBezTo>
                    <a:pt x="9665" y="2179"/>
                    <a:pt x="7486" y="0"/>
                    <a:pt x="4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0" name="Google Shape;50020;p52">
              <a:extLst>
                <a:ext uri="{FF2B5EF4-FFF2-40B4-BE49-F238E27FC236}">
                  <a16:creationId xmlns:a16="http://schemas.microsoft.com/office/drawing/2014/main" id="{BCB979BF-6240-563C-EB95-E3FCAE5D7B86}"/>
                </a:ext>
              </a:extLst>
            </p:cNvPr>
            <p:cNvSpPr/>
            <p:nvPr/>
          </p:nvSpPr>
          <p:spPr>
            <a:xfrm>
              <a:off x="2645309" y="1623840"/>
              <a:ext cx="388796" cy="388330"/>
            </a:xfrm>
            <a:custGeom>
              <a:avLst/>
              <a:gdLst/>
              <a:ahLst/>
              <a:cxnLst/>
              <a:rect l="l" t="t" r="r" b="b"/>
              <a:pathLst>
                <a:path w="18217" h="18193" extrusionOk="0">
                  <a:moveTo>
                    <a:pt x="9108" y="3198"/>
                  </a:moveTo>
                  <a:cubicBezTo>
                    <a:pt x="12376" y="3198"/>
                    <a:pt x="15018" y="5840"/>
                    <a:pt x="15018" y="9108"/>
                  </a:cubicBezTo>
                  <a:cubicBezTo>
                    <a:pt x="15018" y="12352"/>
                    <a:pt x="12376" y="14994"/>
                    <a:pt x="9108" y="14994"/>
                  </a:cubicBezTo>
                  <a:cubicBezTo>
                    <a:pt x="5864" y="14994"/>
                    <a:pt x="3222" y="12352"/>
                    <a:pt x="3222" y="9108"/>
                  </a:cubicBezTo>
                  <a:cubicBezTo>
                    <a:pt x="3222" y="5840"/>
                    <a:pt x="5864" y="3198"/>
                    <a:pt x="9108" y="3198"/>
                  </a:cubicBezTo>
                  <a:close/>
                  <a:moveTo>
                    <a:pt x="7092" y="0"/>
                  </a:moveTo>
                  <a:lnTo>
                    <a:pt x="6744" y="1414"/>
                  </a:lnTo>
                  <a:cubicBezTo>
                    <a:pt x="6258" y="1576"/>
                    <a:pt x="5794" y="1761"/>
                    <a:pt x="5354" y="1993"/>
                  </a:cubicBezTo>
                  <a:lnTo>
                    <a:pt x="4102" y="1251"/>
                  </a:lnTo>
                  <a:lnTo>
                    <a:pt x="1252" y="4102"/>
                  </a:lnTo>
                  <a:lnTo>
                    <a:pt x="2017" y="5353"/>
                  </a:lnTo>
                  <a:cubicBezTo>
                    <a:pt x="1785" y="5794"/>
                    <a:pt x="1576" y="6257"/>
                    <a:pt x="1437" y="6744"/>
                  </a:cubicBezTo>
                  <a:lnTo>
                    <a:pt x="0" y="7092"/>
                  </a:lnTo>
                  <a:lnTo>
                    <a:pt x="0" y="11124"/>
                  </a:lnTo>
                  <a:lnTo>
                    <a:pt x="1437" y="11472"/>
                  </a:lnTo>
                  <a:cubicBezTo>
                    <a:pt x="1576" y="11958"/>
                    <a:pt x="1785" y="12399"/>
                    <a:pt x="2017" y="12862"/>
                  </a:cubicBezTo>
                  <a:lnTo>
                    <a:pt x="1252" y="14114"/>
                  </a:lnTo>
                  <a:lnTo>
                    <a:pt x="4102" y="16964"/>
                  </a:lnTo>
                  <a:lnTo>
                    <a:pt x="5354" y="16199"/>
                  </a:lnTo>
                  <a:cubicBezTo>
                    <a:pt x="5794" y="16431"/>
                    <a:pt x="6258" y="16640"/>
                    <a:pt x="6744" y="16779"/>
                  </a:cubicBezTo>
                  <a:lnTo>
                    <a:pt x="7092" y="18193"/>
                  </a:lnTo>
                  <a:lnTo>
                    <a:pt x="11125" y="18193"/>
                  </a:lnTo>
                  <a:lnTo>
                    <a:pt x="11472" y="16779"/>
                  </a:lnTo>
                  <a:cubicBezTo>
                    <a:pt x="11959" y="16640"/>
                    <a:pt x="12422" y="16431"/>
                    <a:pt x="12863" y="16199"/>
                  </a:cubicBezTo>
                  <a:lnTo>
                    <a:pt x="14114" y="16964"/>
                  </a:lnTo>
                  <a:lnTo>
                    <a:pt x="16965" y="14114"/>
                  </a:lnTo>
                  <a:lnTo>
                    <a:pt x="16200" y="12862"/>
                  </a:lnTo>
                  <a:cubicBezTo>
                    <a:pt x="16455" y="12399"/>
                    <a:pt x="16640" y="11958"/>
                    <a:pt x="16779" y="11472"/>
                  </a:cubicBezTo>
                  <a:lnTo>
                    <a:pt x="18216" y="11124"/>
                  </a:lnTo>
                  <a:lnTo>
                    <a:pt x="18216" y="7092"/>
                  </a:lnTo>
                  <a:lnTo>
                    <a:pt x="16779" y="6744"/>
                  </a:lnTo>
                  <a:cubicBezTo>
                    <a:pt x="16640" y="6257"/>
                    <a:pt x="16455" y="5794"/>
                    <a:pt x="16200" y="5353"/>
                  </a:cubicBezTo>
                  <a:lnTo>
                    <a:pt x="16965" y="4102"/>
                  </a:lnTo>
                  <a:lnTo>
                    <a:pt x="14114" y="1251"/>
                  </a:lnTo>
                  <a:lnTo>
                    <a:pt x="12863" y="1993"/>
                  </a:lnTo>
                  <a:cubicBezTo>
                    <a:pt x="12422" y="1761"/>
                    <a:pt x="11959" y="1576"/>
                    <a:pt x="11472" y="1414"/>
                  </a:cubicBezTo>
                  <a:lnTo>
                    <a:pt x="111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21" name="Google Shape;50021;p52">
            <a:extLst>
              <a:ext uri="{FF2B5EF4-FFF2-40B4-BE49-F238E27FC236}">
                <a16:creationId xmlns:a16="http://schemas.microsoft.com/office/drawing/2014/main" id="{9DD02847-C4F6-3A22-16CA-50D45FD6B9A1}"/>
              </a:ext>
            </a:extLst>
          </p:cNvPr>
          <p:cNvGrpSpPr/>
          <p:nvPr/>
        </p:nvGrpSpPr>
        <p:grpSpPr>
          <a:xfrm>
            <a:off x="5251958" y="2896017"/>
            <a:ext cx="369802" cy="369865"/>
            <a:chOff x="4739030" y="1654492"/>
            <a:chExt cx="388284" cy="388351"/>
          </a:xfrm>
        </p:grpSpPr>
        <p:sp>
          <p:nvSpPr>
            <p:cNvPr id="50022" name="Google Shape;50022;p52">
              <a:extLst>
                <a:ext uri="{FF2B5EF4-FFF2-40B4-BE49-F238E27FC236}">
                  <a16:creationId xmlns:a16="http://schemas.microsoft.com/office/drawing/2014/main" id="{FC3EF62E-974D-9D23-5D91-C5E397A9B3BC}"/>
                </a:ext>
              </a:extLst>
            </p:cNvPr>
            <p:cNvSpPr/>
            <p:nvPr/>
          </p:nvSpPr>
          <p:spPr>
            <a:xfrm>
              <a:off x="4886912" y="1792018"/>
              <a:ext cx="34639" cy="112808"/>
            </a:xfrm>
            <a:custGeom>
              <a:avLst/>
              <a:gdLst/>
              <a:ahLst/>
              <a:cxnLst/>
              <a:rect l="l" t="t" r="r" b="b"/>
              <a:pathLst>
                <a:path w="1623" h="5285" extrusionOk="0">
                  <a:moveTo>
                    <a:pt x="1623" y="1"/>
                  </a:moveTo>
                  <a:cubicBezTo>
                    <a:pt x="696" y="255"/>
                    <a:pt x="0" y="1090"/>
                    <a:pt x="0" y="2110"/>
                  </a:cubicBezTo>
                  <a:lnTo>
                    <a:pt x="0" y="3176"/>
                  </a:lnTo>
                  <a:cubicBezTo>
                    <a:pt x="0" y="4195"/>
                    <a:pt x="696" y="5030"/>
                    <a:pt x="1623" y="5284"/>
                  </a:cubicBezTo>
                  <a:lnTo>
                    <a:pt x="16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3" name="Google Shape;50023;p52">
              <a:extLst>
                <a:ext uri="{FF2B5EF4-FFF2-40B4-BE49-F238E27FC236}">
                  <a16:creationId xmlns:a16="http://schemas.microsoft.com/office/drawing/2014/main" id="{59A865C6-BD54-91B7-A3A4-33116010A46B}"/>
                </a:ext>
              </a:extLst>
            </p:cNvPr>
            <p:cNvSpPr/>
            <p:nvPr/>
          </p:nvSpPr>
          <p:spPr>
            <a:xfrm>
              <a:off x="4944281" y="1792018"/>
              <a:ext cx="35151" cy="112808"/>
            </a:xfrm>
            <a:custGeom>
              <a:avLst/>
              <a:gdLst/>
              <a:ahLst/>
              <a:cxnLst/>
              <a:rect l="l" t="t" r="r" b="b"/>
              <a:pathLst>
                <a:path w="1647" h="5285" extrusionOk="0">
                  <a:moveTo>
                    <a:pt x="1" y="1"/>
                  </a:moveTo>
                  <a:lnTo>
                    <a:pt x="1" y="5284"/>
                  </a:lnTo>
                  <a:cubicBezTo>
                    <a:pt x="951" y="5030"/>
                    <a:pt x="1646" y="4195"/>
                    <a:pt x="1646" y="3176"/>
                  </a:cubicBezTo>
                  <a:lnTo>
                    <a:pt x="1646" y="2110"/>
                  </a:lnTo>
                  <a:cubicBezTo>
                    <a:pt x="1646" y="1090"/>
                    <a:pt x="951" y="25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4" name="Google Shape;50024;p52">
              <a:extLst>
                <a:ext uri="{FF2B5EF4-FFF2-40B4-BE49-F238E27FC236}">
                  <a16:creationId xmlns:a16="http://schemas.microsoft.com/office/drawing/2014/main" id="{267BFFFB-645D-3DA8-63C2-C8CEA97AC503}"/>
                </a:ext>
              </a:extLst>
            </p:cNvPr>
            <p:cNvSpPr/>
            <p:nvPr/>
          </p:nvSpPr>
          <p:spPr>
            <a:xfrm>
              <a:off x="4739030" y="1654492"/>
              <a:ext cx="388284" cy="388351"/>
            </a:xfrm>
            <a:custGeom>
              <a:avLst/>
              <a:gdLst/>
              <a:ahLst/>
              <a:cxnLst/>
              <a:rect l="l" t="t" r="r" b="b"/>
              <a:pathLst>
                <a:path w="18193" h="18194" extrusionOk="0">
                  <a:moveTo>
                    <a:pt x="9085" y="5331"/>
                  </a:moveTo>
                  <a:cubicBezTo>
                    <a:pt x="10869" y="5331"/>
                    <a:pt x="12329" y="6768"/>
                    <a:pt x="12329" y="8553"/>
                  </a:cubicBezTo>
                  <a:lnTo>
                    <a:pt x="12329" y="9619"/>
                  </a:lnTo>
                  <a:cubicBezTo>
                    <a:pt x="12329" y="11403"/>
                    <a:pt x="10869" y="12863"/>
                    <a:pt x="9085" y="12863"/>
                  </a:cubicBezTo>
                  <a:cubicBezTo>
                    <a:pt x="7300" y="12863"/>
                    <a:pt x="5863" y="11403"/>
                    <a:pt x="5863" y="9619"/>
                  </a:cubicBezTo>
                  <a:lnTo>
                    <a:pt x="5863" y="8553"/>
                  </a:lnTo>
                  <a:cubicBezTo>
                    <a:pt x="5863" y="6768"/>
                    <a:pt x="7300" y="5331"/>
                    <a:pt x="9085" y="5331"/>
                  </a:cubicBezTo>
                  <a:close/>
                  <a:moveTo>
                    <a:pt x="4264" y="1"/>
                  </a:moveTo>
                  <a:lnTo>
                    <a:pt x="4264" y="3199"/>
                  </a:lnTo>
                  <a:lnTo>
                    <a:pt x="3198" y="3199"/>
                  </a:lnTo>
                  <a:lnTo>
                    <a:pt x="3198" y="4265"/>
                  </a:lnTo>
                  <a:lnTo>
                    <a:pt x="0" y="4265"/>
                  </a:lnTo>
                  <a:lnTo>
                    <a:pt x="0" y="5331"/>
                  </a:lnTo>
                  <a:lnTo>
                    <a:pt x="3198" y="5331"/>
                  </a:lnTo>
                  <a:lnTo>
                    <a:pt x="3198" y="6397"/>
                  </a:lnTo>
                  <a:lnTo>
                    <a:pt x="0" y="6397"/>
                  </a:lnTo>
                  <a:lnTo>
                    <a:pt x="0" y="7463"/>
                  </a:lnTo>
                  <a:lnTo>
                    <a:pt x="3198" y="7463"/>
                  </a:lnTo>
                  <a:lnTo>
                    <a:pt x="3198" y="8553"/>
                  </a:lnTo>
                  <a:lnTo>
                    <a:pt x="0" y="8553"/>
                  </a:lnTo>
                  <a:lnTo>
                    <a:pt x="0" y="9619"/>
                  </a:lnTo>
                  <a:lnTo>
                    <a:pt x="3198" y="9619"/>
                  </a:lnTo>
                  <a:lnTo>
                    <a:pt x="3198" y="10708"/>
                  </a:lnTo>
                  <a:lnTo>
                    <a:pt x="0" y="10708"/>
                  </a:lnTo>
                  <a:lnTo>
                    <a:pt x="0" y="11774"/>
                  </a:lnTo>
                  <a:lnTo>
                    <a:pt x="3198" y="11774"/>
                  </a:lnTo>
                  <a:lnTo>
                    <a:pt x="3198" y="12863"/>
                  </a:lnTo>
                  <a:lnTo>
                    <a:pt x="0" y="12863"/>
                  </a:lnTo>
                  <a:lnTo>
                    <a:pt x="0" y="13929"/>
                  </a:lnTo>
                  <a:lnTo>
                    <a:pt x="3198" y="13929"/>
                  </a:lnTo>
                  <a:lnTo>
                    <a:pt x="3198" y="14995"/>
                  </a:lnTo>
                  <a:lnTo>
                    <a:pt x="4264" y="14995"/>
                  </a:lnTo>
                  <a:lnTo>
                    <a:pt x="4264" y="18193"/>
                  </a:lnTo>
                  <a:lnTo>
                    <a:pt x="5330" y="18193"/>
                  </a:lnTo>
                  <a:lnTo>
                    <a:pt x="5330" y="14995"/>
                  </a:lnTo>
                  <a:lnTo>
                    <a:pt x="6396" y="14995"/>
                  </a:lnTo>
                  <a:lnTo>
                    <a:pt x="6396" y="18193"/>
                  </a:lnTo>
                  <a:lnTo>
                    <a:pt x="7462" y="18193"/>
                  </a:lnTo>
                  <a:lnTo>
                    <a:pt x="7462" y="14995"/>
                  </a:lnTo>
                  <a:lnTo>
                    <a:pt x="8552" y="14995"/>
                  </a:lnTo>
                  <a:lnTo>
                    <a:pt x="8552" y="18193"/>
                  </a:lnTo>
                  <a:lnTo>
                    <a:pt x="9618" y="18193"/>
                  </a:lnTo>
                  <a:lnTo>
                    <a:pt x="9618" y="14995"/>
                  </a:lnTo>
                  <a:lnTo>
                    <a:pt x="10707" y="14995"/>
                  </a:lnTo>
                  <a:lnTo>
                    <a:pt x="10707" y="18193"/>
                  </a:lnTo>
                  <a:lnTo>
                    <a:pt x="11773" y="18193"/>
                  </a:lnTo>
                  <a:lnTo>
                    <a:pt x="11773" y="14995"/>
                  </a:lnTo>
                  <a:lnTo>
                    <a:pt x="12862" y="14995"/>
                  </a:lnTo>
                  <a:lnTo>
                    <a:pt x="12862" y="18193"/>
                  </a:lnTo>
                  <a:lnTo>
                    <a:pt x="13928" y="18193"/>
                  </a:lnTo>
                  <a:lnTo>
                    <a:pt x="13928" y="14995"/>
                  </a:lnTo>
                  <a:lnTo>
                    <a:pt x="14994" y="14995"/>
                  </a:lnTo>
                  <a:lnTo>
                    <a:pt x="14994" y="13929"/>
                  </a:lnTo>
                  <a:lnTo>
                    <a:pt x="18193" y="13929"/>
                  </a:lnTo>
                  <a:lnTo>
                    <a:pt x="18193" y="12863"/>
                  </a:lnTo>
                  <a:lnTo>
                    <a:pt x="14994" y="12863"/>
                  </a:lnTo>
                  <a:lnTo>
                    <a:pt x="14994" y="11774"/>
                  </a:lnTo>
                  <a:lnTo>
                    <a:pt x="18193" y="11774"/>
                  </a:lnTo>
                  <a:lnTo>
                    <a:pt x="18193" y="10708"/>
                  </a:lnTo>
                  <a:lnTo>
                    <a:pt x="14994" y="10708"/>
                  </a:lnTo>
                  <a:lnTo>
                    <a:pt x="14994" y="9619"/>
                  </a:lnTo>
                  <a:lnTo>
                    <a:pt x="18193" y="9619"/>
                  </a:lnTo>
                  <a:lnTo>
                    <a:pt x="18193" y="8553"/>
                  </a:lnTo>
                  <a:lnTo>
                    <a:pt x="14994" y="8553"/>
                  </a:lnTo>
                  <a:lnTo>
                    <a:pt x="14994" y="7463"/>
                  </a:lnTo>
                  <a:lnTo>
                    <a:pt x="18193" y="7463"/>
                  </a:lnTo>
                  <a:lnTo>
                    <a:pt x="18193" y="6397"/>
                  </a:lnTo>
                  <a:lnTo>
                    <a:pt x="14994" y="6397"/>
                  </a:lnTo>
                  <a:lnTo>
                    <a:pt x="14994" y="5331"/>
                  </a:lnTo>
                  <a:lnTo>
                    <a:pt x="18193" y="5331"/>
                  </a:lnTo>
                  <a:lnTo>
                    <a:pt x="18193" y="4265"/>
                  </a:lnTo>
                  <a:lnTo>
                    <a:pt x="14994" y="4265"/>
                  </a:lnTo>
                  <a:lnTo>
                    <a:pt x="14994" y="3199"/>
                  </a:lnTo>
                  <a:lnTo>
                    <a:pt x="13928" y="3199"/>
                  </a:lnTo>
                  <a:lnTo>
                    <a:pt x="13928" y="1"/>
                  </a:lnTo>
                  <a:lnTo>
                    <a:pt x="12862" y="1"/>
                  </a:lnTo>
                  <a:lnTo>
                    <a:pt x="12862" y="3199"/>
                  </a:lnTo>
                  <a:lnTo>
                    <a:pt x="11773" y="3199"/>
                  </a:lnTo>
                  <a:lnTo>
                    <a:pt x="11773" y="1"/>
                  </a:lnTo>
                  <a:lnTo>
                    <a:pt x="10707" y="1"/>
                  </a:lnTo>
                  <a:lnTo>
                    <a:pt x="10707" y="3199"/>
                  </a:lnTo>
                  <a:lnTo>
                    <a:pt x="9618" y="3199"/>
                  </a:lnTo>
                  <a:lnTo>
                    <a:pt x="9618" y="1"/>
                  </a:lnTo>
                  <a:lnTo>
                    <a:pt x="8552" y="1"/>
                  </a:lnTo>
                  <a:lnTo>
                    <a:pt x="8552" y="3199"/>
                  </a:lnTo>
                  <a:lnTo>
                    <a:pt x="7462" y="3199"/>
                  </a:lnTo>
                  <a:lnTo>
                    <a:pt x="7462" y="1"/>
                  </a:lnTo>
                  <a:lnTo>
                    <a:pt x="6396" y="1"/>
                  </a:lnTo>
                  <a:lnTo>
                    <a:pt x="6396" y="3199"/>
                  </a:lnTo>
                  <a:lnTo>
                    <a:pt x="5330" y="3199"/>
                  </a:lnTo>
                  <a:lnTo>
                    <a:pt x="53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25" name="Google Shape;50025;p52">
            <a:extLst>
              <a:ext uri="{FF2B5EF4-FFF2-40B4-BE49-F238E27FC236}">
                <a16:creationId xmlns:a16="http://schemas.microsoft.com/office/drawing/2014/main" id="{CA43D606-5EC2-63FB-2481-9A781B5C7748}"/>
              </a:ext>
            </a:extLst>
          </p:cNvPr>
          <p:cNvGrpSpPr/>
          <p:nvPr/>
        </p:nvGrpSpPr>
        <p:grpSpPr>
          <a:xfrm>
            <a:off x="1175967" y="2896027"/>
            <a:ext cx="326933" cy="369845"/>
            <a:chOff x="1244558" y="2236741"/>
            <a:chExt cx="343273" cy="388330"/>
          </a:xfrm>
        </p:grpSpPr>
        <p:sp>
          <p:nvSpPr>
            <p:cNvPr id="50026" name="Google Shape;50026;p52">
              <a:extLst>
                <a:ext uri="{FF2B5EF4-FFF2-40B4-BE49-F238E27FC236}">
                  <a16:creationId xmlns:a16="http://schemas.microsoft.com/office/drawing/2014/main" id="{397148F6-0F0B-0E5C-937A-C3B5CDB37D59}"/>
                </a:ext>
              </a:extLst>
            </p:cNvPr>
            <p:cNvSpPr/>
            <p:nvPr/>
          </p:nvSpPr>
          <p:spPr>
            <a:xfrm>
              <a:off x="1346938" y="2236741"/>
              <a:ext cx="57902" cy="159298"/>
            </a:xfrm>
            <a:custGeom>
              <a:avLst/>
              <a:gdLst/>
              <a:ahLst/>
              <a:cxnLst/>
              <a:rect l="l" t="t" r="r" b="b"/>
              <a:pathLst>
                <a:path w="2713" h="7463" extrusionOk="0">
                  <a:moveTo>
                    <a:pt x="2712" y="0"/>
                  </a:moveTo>
                  <a:cubicBezTo>
                    <a:pt x="1183" y="255"/>
                    <a:pt x="1" y="1599"/>
                    <a:pt x="1" y="3198"/>
                  </a:cubicBezTo>
                  <a:lnTo>
                    <a:pt x="1" y="4264"/>
                  </a:lnTo>
                  <a:cubicBezTo>
                    <a:pt x="1" y="5863"/>
                    <a:pt x="1183" y="7207"/>
                    <a:pt x="2712" y="7462"/>
                  </a:cubicBezTo>
                  <a:lnTo>
                    <a:pt x="27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7" name="Google Shape;50027;p52">
              <a:extLst>
                <a:ext uri="{FF2B5EF4-FFF2-40B4-BE49-F238E27FC236}">
                  <a16:creationId xmlns:a16="http://schemas.microsoft.com/office/drawing/2014/main" id="{28D5A696-C135-3FE6-4DAA-4E9DC09D31A8}"/>
                </a:ext>
              </a:extLst>
            </p:cNvPr>
            <p:cNvSpPr/>
            <p:nvPr/>
          </p:nvSpPr>
          <p:spPr>
            <a:xfrm>
              <a:off x="1427570" y="2236741"/>
              <a:ext cx="57881" cy="159298"/>
            </a:xfrm>
            <a:custGeom>
              <a:avLst/>
              <a:gdLst/>
              <a:ahLst/>
              <a:cxnLst/>
              <a:rect l="l" t="t" r="r" b="b"/>
              <a:pathLst>
                <a:path w="2712" h="7463" extrusionOk="0">
                  <a:moveTo>
                    <a:pt x="0" y="0"/>
                  </a:moveTo>
                  <a:lnTo>
                    <a:pt x="0" y="7462"/>
                  </a:lnTo>
                  <a:cubicBezTo>
                    <a:pt x="1530" y="7207"/>
                    <a:pt x="2712" y="5863"/>
                    <a:pt x="2712" y="4264"/>
                  </a:cubicBezTo>
                  <a:lnTo>
                    <a:pt x="2712" y="3198"/>
                  </a:lnTo>
                  <a:cubicBezTo>
                    <a:pt x="2712" y="1599"/>
                    <a:pt x="1530" y="255"/>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8" name="Google Shape;50028;p52">
              <a:extLst>
                <a:ext uri="{FF2B5EF4-FFF2-40B4-BE49-F238E27FC236}">
                  <a16:creationId xmlns:a16="http://schemas.microsoft.com/office/drawing/2014/main" id="{4C82EDE7-2763-C903-9B45-880D17F74B01}"/>
                </a:ext>
              </a:extLst>
            </p:cNvPr>
            <p:cNvSpPr/>
            <p:nvPr/>
          </p:nvSpPr>
          <p:spPr>
            <a:xfrm>
              <a:off x="1267309" y="2419753"/>
              <a:ext cx="297771" cy="91058"/>
            </a:xfrm>
            <a:custGeom>
              <a:avLst/>
              <a:gdLst/>
              <a:ahLst/>
              <a:cxnLst/>
              <a:rect l="l" t="t" r="r" b="b"/>
              <a:pathLst>
                <a:path w="13952" h="4266" extrusionOk="0">
                  <a:moveTo>
                    <a:pt x="3199" y="1600"/>
                  </a:moveTo>
                  <a:lnTo>
                    <a:pt x="3199" y="2666"/>
                  </a:lnTo>
                  <a:lnTo>
                    <a:pt x="2133" y="2666"/>
                  </a:lnTo>
                  <a:lnTo>
                    <a:pt x="2133" y="1600"/>
                  </a:lnTo>
                  <a:close/>
                  <a:moveTo>
                    <a:pt x="5331" y="1600"/>
                  </a:moveTo>
                  <a:lnTo>
                    <a:pt x="5331" y="2666"/>
                  </a:lnTo>
                  <a:lnTo>
                    <a:pt x="4265" y="2666"/>
                  </a:lnTo>
                  <a:lnTo>
                    <a:pt x="4265" y="1600"/>
                  </a:lnTo>
                  <a:close/>
                  <a:moveTo>
                    <a:pt x="9688" y="1600"/>
                  </a:moveTo>
                  <a:lnTo>
                    <a:pt x="9688" y="2666"/>
                  </a:lnTo>
                  <a:lnTo>
                    <a:pt x="8622" y="2666"/>
                  </a:lnTo>
                  <a:lnTo>
                    <a:pt x="8622" y="1600"/>
                  </a:lnTo>
                  <a:close/>
                  <a:moveTo>
                    <a:pt x="11820" y="1600"/>
                  </a:moveTo>
                  <a:lnTo>
                    <a:pt x="11820" y="2666"/>
                  </a:lnTo>
                  <a:lnTo>
                    <a:pt x="10754" y="2666"/>
                  </a:lnTo>
                  <a:lnTo>
                    <a:pt x="10754" y="1600"/>
                  </a:lnTo>
                  <a:close/>
                  <a:moveTo>
                    <a:pt x="0" y="1"/>
                  </a:moveTo>
                  <a:lnTo>
                    <a:pt x="0" y="4265"/>
                  </a:lnTo>
                  <a:lnTo>
                    <a:pt x="13952" y="4265"/>
                  </a:lnTo>
                  <a:lnTo>
                    <a:pt x="139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9" name="Google Shape;50029;p52">
              <a:extLst>
                <a:ext uri="{FF2B5EF4-FFF2-40B4-BE49-F238E27FC236}">
                  <a16:creationId xmlns:a16="http://schemas.microsoft.com/office/drawing/2014/main" id="{4E88CAED-4B4A-3FBC-900A-D128EE2B97B8}"/>
                </a:ext>
              </a:extLst>
            </p:cNvPr>
            <p:cNvSpPr/>
            <p:nvPr/>
          </p:nvSpPr>
          <p:spPr>
            <a:xfrm>
              <a:off x="1267309" y="2534034"/>
              <a:ext cx="297771" cy="91036"/>
            </a:xfrm>
            <a:custGeom>
              <a:avLst/>
              <a:gdLst/>
              <a:ahLst/>
              <a:cxnLst/>
              <a:rect l="l" t="t" r="r" b="b"/>
              <a:pathLst>
                <a:path w="13952" h="4265" extrusionOk="0">
                  <a:moveTo>
                    <a:pt x="3199" y="1599"/>
                  </a:moveTo>
                  <a:lnTo>
                    <a:pt x="3199" y="2665"/>
                  </a:lnTo>
                  <a:lnTo>
                    <a:pt x="2133" y="2665"/>
                  </a:lnTo>
                  <a:lnTo>
                    <a:pt x="2133" y="1599"/>
                  </a:lnTo>
                  <a:close/>
                  <a:moveTo>
                    <a:pt x="5331" y="1599"/>
                  </a:moveTo>
                  <a:lnTo>
                    <a:pt x="5331" y="2665"/>
                  </a:lnTo>
                  <a:lnTo>
                    <a:pt x="4265" y="2665"/>
                  </a:lnTo>
                  <a:lnTo>
                    <a:pt x="4265" y="1599"/>
                  </a:lnTo>
                  <a:close/>
                  <a:moveTo>
                    <a:pt x="9688" y="1599"/>
                  </a:moveTo>
                  <a:lnTo>
                    <a:pt x="9688" y="2665"/>
                  </a:lnTo>
                  <a:lnTo>
                    <a:pt x="8622" y="2665"/>
                  </a:lnTo>
                  <a:lnTo>
                    <a:pt x="8622" y="1599"/>
                  </a:lnTo>
                  <a:close/>
                  <a:moveTo>
                    <a:pt x="11820" y="1599"/>
                  </a:moveTo>
                  <a:lnTo>
                    <a:pt x="11820" y="2665"/>
                  </a:lnTo>
                  <a:lnTo>
                    <a:pt x="10754" y="2665"/>
                  </a:lnTo>
                  <a:lnTo>
                    <a:pt x="10754" y="1599"/>
                  </a:lnTo>
                  <a:close/>
                  <a:moveTo>
                    <a:pt x="0" y="0"/>
                  </a:moveTo>
                  <a:lnTo>
                    <a:pt x="0" y="4265"/>
                  </a:lnTo>
                  <a:lnTo>
                    <a:pt x="13952" y="4265"/>
                  </a:lnTo>
                  <a:lnTo>
                    <a:pt x="13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0" name="Google Shape;50030;p52">
              <a:extLst>
                <a:ext uri="{FF2B5EF4-FFF2-40B4-BE49-F238E27FC236}">
                  <a16:creationId xmlns:a16="http://schemas.microsoft.com/office/drawing/2014/main" id="{3695A2BE-DF4C-F36A-C0BB-354AB5EDAC0A}"/>
                </a:ext>
              </a:extLst>
            </p:cNvPr>
            <p:cNvSpPr/>
            <p:nvPr/>
          </p:nvSpPr>
          <p:spPr>
            <a:xfrm>
              <a:off x="1511638" y="2267904"/>
              <a:ext cx="30691" cy="97461"/>
            </a:xfrm>
            <a:custGeom>
              <a:avLst/>
              <a:gdLst/>
              <a:ahLst/>
              <a:cxnLst/>
              <a:rect l="l" t="t" r="r" b="b"/>
              <a:pathLst>
                <a:path w="1438" h="4566" extrusionOk="0">
                  <a:moveTo>
                    <a:pt x="997" y="0"/>
                  </a:moveTo>
                  <a:lnTo>
                    <a:pt x="1" y="417"/>
                  </a:lnTo>
                  <a:cubicBezTo>
                    <a:pt x="256" y="997"/>
                    <a:pt x="372" y="1622"/>
                    <a:pt x="372" y="2271"/>
                  </a:cubicBezTo>
                  <a:cubicBezTo>
                    <a:pt x="372" y="2920"/>
                    <a:pt x="256" y="3569"/>
                    <a:pt x="1" y="4148"/>
                  </a:cubicBezTo>
                  <a:lnTo>
                    <a:pt x="974" y="4566"/>
                  </a:lnTo>
                  <a:cubicBezTo>
                    <a:pt x="1276" y="3847"/>
                    <a:pt x="1438" y="3059"/>
                    <a:pt x="1438" y="2271"/>
                  </a:cubicBezTo>
                  <a:cubicBezTo>
                    <a:pt x="1438" y="1483"/>
                    <a:pt x="1299" y="718"/>
                    <a:pt x="9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1" name="Google Shape;50031;p52">
              <a:extLst>
                <a:ext uri="{FF2B5EF4-FFF2-40B4-BE49-F238E27FC236}">
                  <a16:creationId xmlns:a16="http://schemas.microsoft.com/office/drawing/2014/main" id="{5F432C4A-5783-899F-5D34-9373069A8E7B}"/>
                </a:ext>
              </a:extLst>
            </p:cNvPr>
            <p:cNvSpPr/>
            <p:nvPr/>
          </p:nvSpPr>
          <p:spPr>
            <a:xfrm>
              <a:off x="1553683" y="2250572"/>
              <a:ext cx="34148" cy="132595"/>
            </a:xfrm>
            <a:custGeom>
              <a:avLst/>
              <a:gdLst/>
              <a:ahLst/>
              <a:cxnLst/>
              <a:rect l="l" t="t" r="r" b="b"/>
              <a:pathLst>
                <a:path w="1600" h="6212" extrusionOk="0">
                  <a:moveTo>
                    <a:pt x="997" y="1"/>
                  </a:moveTo>
                  <a:lnTo>
                    <a:pt x="1" y="418"/>
                  </a:lnTo>
                  <a:cubicBezTo>
                    <a:pt x="348" y="1252"/>
                    <a:pt x="534" y="2156"/>
                    <a:pt x="534" y="3083"/>
                  </a:cubicBezTo>
                  <a:cubicBezTo>
                    <a:pt x="534" y="4010"/>
                    <a:pt x="348" y="4937"/>
                    <a:pt x="1" y="5795"/>
                  </a:cubicBezTo>
                  <a:lnTo>
                    <a:pt x="974" y="6212"/>
                  </a:lnTo>
                  <a:cubicBezTo>
                    <a:pt x="1391" y="5215"/>
                    <a:pt x="1600" y="4172"/>
                    <a:pt x="1600" y="3083"/>
                  </a:cubicBezTo>
                  <a:cubicBezTo>
                    <a:pt x="1600" y="1994"/>
                    <a:pt x="1391" y="974"/>
                    <a:pt x="9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2" name="Google Shape;50032;p52">
              <a:extLst>
                <a:ext uri="{FF2B5EF4-FFF2-40B4-BE49-F238E27FC236}">
                  <a16:creationId xmlns:a16="http://schemas.microsoft.com/office/drawing/2014/main" id="{98102C6C-9281-FFEE-9B93-67F70C619983}"/>
                </a:ext>
              </a:extLst>
            </p:cNvPr>
            <p:cNvSpPr/>
            <p:nvPr/>
          </p:nvSpPr>
          <p:spPr>
            <a:xfrm>
              <a:off x="1290061" y="2267392"/>
              <a:ext cx="30691" cy="97483"/>
            </a:xfrm>
            <a:custGeom>
              <a:avLst/>
              <a:gdLst/>
              <a:ahLst/>
              <a:cxnLst/>
              <a:rect l="l" t="t" r="r" b="b"/>
              <a:pathLst>
                <a:path w="1438" h="4567" extrusionOk="0">
                  <a:moveTo>
                    <a:pt x="464" y="1"/>
                  </a:moveTo>
                  <a:cubicBezTo>
                    <a:pt x="163" y="719"/>
                    <a:pt x="0" y="1507"/>
                    <a:pt x="0" y="2295"/>
                  </a:cubicBezTo>
                  <a:cubicBezTo>
                    <a:pt x="0" y="3083"/>
                    <a:pt x="139" y="3848"/>
                    <a:pt x="441" y="4566"/>
                  </a:cubicBezTo>
                  <a:lnTo>
                    <a:pt x="1437" y="4149"/>
                  </a:lnTo>
                  <a:cubicBezTo>
                    <a:pt x="1182" y="3570"/>
                    <a:pt x="1067" y="2944"/>
                    <a:pt x="1067" y="2295"/>
                  </a:cubicBezTo>
                  <a:cubicBezTo>
                    <a:pt x="1067" y="1646"/>
                    <a:pt x="1206" y="997"/>
                    <a:pt x="1437" y="418"/>
                  </a:cubicBezTo>
                  <a:lnTo>
                    <a:pt x="46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3" name="Google Shape;50033;p52">
              <a:extLst>
                <a:ext uri="{FF2B5EF4-FFF2-40B4-BE49-F238E27FC236}">
                  <a16:creationId xmlns:a16="http://schemas.microsoft.com/office/drawing/2014/main" id="{325A126C-21F8-764B-B8FE-8ADDDC4B0BBB}"/>
                </a:ext>
              </a:extLst>
            </p:cNvPr>
            <p:cNvSpPr/>
            <p:nvPr/>
          </p:nvSpPr>
          <p:spPr>
            <a:xfrm>
              <a:off x="1244558" y="2249590"/>
              <a:ext cx="34148" cy="132595"/>
            </a:xfrm>
            <a:custGeom>
              <a:avLst/>
              <a:gdLst/>
              <a:ahLst/>
              <a:cxnLst/>
              <a:rect l="l" t="t" r="r" b="b"/>
              <a:pathLst>
                <a:path w="1600" h="6212" extrusionOk="0">
                  <a:moveTo>
                    <a:pt x="626" y="1"/>
                  </a:moveTo>
                  <a:cubicBezTo>
                    <a:pt x="209" y="997"/>
                    <a:pt x="0" y="2040"/>
                    <a:pt x="0" y="3129"/>
                  </a:cubicBezTo>
                  <a:cubicBezTo>
                    <a:pt x="0" y="4218"/>
                    <a:pt x="186" y="5238"/>
                    <a:pt x="603" y="6212"/>
                  </a:cubicBezTo>
                  <a:lnTo>
                    <a:pt x="1599" y="5794"/>
                  </a:lnTo>
                  <a:cubicBezTo>
                    <a:pt x="1252" y="4960"/>
                    <a:pt x="1066" y="4056"/>
                    <a:pt x="1066" y="3129"/>
                  </a:cubicBezTo>
                  <a:cubicBezTo>
                    <a:pt x="1066" y="2202"/>
                    <a:pt x="1252" y="1275"/>
                    <a:pt x="1599" y="418"/>
                  </a:cubicBezTo>
                  <a:lnTo>
                    <a:pt x="6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7" name="Google Shape;50037;p52">
            <a:extLst>
              <a:ext uri="{FF2B5EF4-FFF2-40B4-BE49-F238E27FC236}">
                <a16:creationId xmlns:a16="http://schemas.microsoft.com/office/drawing/2014/main" id="{391B0470-FC1D-D76E-C992-BCEFBAB394CC}"/>
              </a:ext>
            </a:extLst>
          </p:cNvPr>
          <p:cNvGrpSpPr/>
          <p:nvPr/>
        </p:nvGrpSpPr>
        <p:grpSpPr>
          <a:xfrm>
            <a:off x="1187035" y="4057636"/>
            <a:ext cx="304797" cy="369845"/>
            <a:chOff x="5522001" y="3565424"/>
            <a:chExt cx="320031" cy="388330"/>
          </a:xfrm>
        </p:grpSpPr>
        <p:sp>
          <p:nvSpPr>
            <p:cNvPr id="50038" name="Google Shape;50038;p52">
              <a:extLst>
                <a:ext uri="{FF2B5EF4-FFF2-40B4-BE49-F238E27FC236}">
                  <a16:creationId xmlns:a16="http://schemas.microsoft.com/office/drawing/2014/main" id="{4C025323-7C3F-1CD9-76FC-0B8F14FF6240}"/>
                </a:ext>
              </a:extLst>
            </p:cNvPr>
            <p:cNvSpPr/>
            <p:nvPr/>
          </p:nvSpPr>
          <p:spPr>
            <a:xfrm>
              <a:off x="5658998" y="3565424"/>
              <a:ext cx="22772" cy="22775"/>
            </a:xfrm>
            <a:custGeom>
              <a:avLst/>
              <a:gdLst/>
              <a:ahLst/>
              <a:cxnLst/>
              <a:rect l="l" t="t" r="r" b="b"/>
              <a:pathLst>
                <a:path w="1067" h="1067" extrusionOk="0">
                  <a:moveTo>
                    <a:pt x="1" y="0"/>
                  </a:moveTo>
                  <a:lnTo>
                    <a:pt x="1" y="1067"/>
                  </a:lnTo>
                  <a:lnTo>
                    <a:pt x="1067" y="1067"/>
                  </a:lnTo>
                  <a:lnTo>
                    <a:pt x="10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9" name="Google Shape;50039;p52">
              <a:extLst>
                <a:ext uri="{FF2B5EF4-FFF2-40B4-BE49-F238E27FC236}">
                  <a16:creationId xmlns:a16="http://schemas.microsoft.com/office/drawing/2014/main" id="{7899EB4D-39D9-0BD4-ECB2-60E332565CA7}"/>
                </a:ext>
              </a:extLst>
            </p:cNvPr>
            <p:cNvSpPr/>
            <p:nvPr/>
          </p:nvSpPr>
          <p:spPr>
            <a:xfrm>
              <a:off x="5613496" y="3588178"/>
              <a:ext cx="22772" cy="22775"/>
            </a:xfrm>
            <a:custGeom>
              <a:avLst/>
              <a:gdLst/>
              <a:ahLst/>
              <a:cxnLst/>
              <a:rect l="l" t="t" r="r" b="b"/>
              <a:pathLst>
                <a:path w="1067" h="1067" extrusionOk="0">
                  <a:moveTo>
                    <a:pt x="1" y="1"/>
                  </a:moveTo>
                  <a:lnTo>
                    <a:pt x="1" y="1067"/>
                  </a:lnTo>
                  <a:lnTo>
                    <a:pt x="1067" y="1067"/>
                  </a:lnTo>
                  <a:lnTo>
                    <a:pt x="10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0" name="Google Shape;50040;p52">
              <a:extLst>
                <a:ext uri="{FF2B5EF4-FFF2-40B4-BE49-F238E27FC236}">
                  <a16:creationId xmlns:a16="http://schemas.microsoft.com/office/drawing/2014/main" id="{58FAB8DE-248B-3DBF-C352-EBCA6B4DF262}"/>
                </a:ext>
              </a:extLst>
            </p:cNvPr>
            <p:cNvSpPr/>
            <p:nvPr/>
          </p:nvSpPr>
          <p:spPr>
            <a:xfrm>
              <a:off x="5681749" y="3610932"/>
              <a:ext cx="22772" cy="22775"/>
            </a:xfrm>
            <a:custGeom>
              <a:avLst/>
              <a:gdLst/>
              <a:ahLst/>
              <a:cxnLst/>
              <a:rect l="l" t="t" r="r" b="b"/>
              <a:pathLst>
                <a:path w="1067" h="1067" extrusionOk="0">
                  <a:moveTo>
                    <a:pt x="1" y="1"/>
                  </a:moveTo>
                  <a:lnTo>
                    <a:pt x="1" y="1067"/>
                  </a:lnTo>
                  <a:lnTo>
                    <a:pt x="1067" y="1067"/>
                  </a:lnTo>
                  <a:lnTo>
                    <a:pt x="10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1" name="Google Shape;50041;p52">
              <a:extLst>
                <a:ext uri="{FF2B5EF4-FFF2-40B4-BE49-F238E27FC236}">
                  <a16:creationId xmlns:a16="http://schemas.microsoft.com/office/drawing/2014/main" id="{326E656A-B118-07C2-F443-704CE533766B}"/>
                </a:ext>
              </a:extLst>
            </p:cNvPr>
            <p:cNvSpPr/>
            <p:nvPr/>
          </p:nvSpPr>
          <p:spPr>
            <a:xfrm>
              <a:off x="5727273" y="3588178"/>
              <a:ext cx="22772" cy="22775"/>
            </a:xfrm>
            <a:custGeom>
              <a:avLst/>
              <a:gdLst/>
              <a:ahLst/>
              <a:cxnLst/>
              <a:rect l="l" t="t" r="r" b="b"/>
              <a:pathLst>
                <a:path w="1067" h="1067" extrusionOk="0">
                  <a:moveTo>
                    <a:pt x="0" y="1"/>
                  </a:moveTo>
                  <a:lnTo>
                    <a:pt x="0" y="1067"/>
                  </a:lnTo>
                  <a:lnTo>
                    <a:pt x="1066" y="1067"/>
                  </a:lnTo>
                  <a:lnTo>
                    <a:pt x="106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2" name="Google Shape;50042;p52">
              <a:extLst>
                <a:ext uri="{FF2B5EF4-FFF2-40B4-BE49-F238E27FC236}">
                  <a16:creationId xmlns:a16="http://schemas.microsoft.com/office/drawing/2014/main" id="{A35F3000-5B75-5B3F-24A3-8E4C43313216}"/>
                </a:ext>
              </a:extLst>
            </p:cNvPr>
            <p:cNvSpPr/>
            <p:nvPr/>
          </p:nvSpPr>
          <p:spPr>
            <a:xfrm>
              <a:off x="5522001" y="3908225"/>
              <a:ext cx="320031" cy="45529"/>
            </a:xfrm>
            <a:custGeom>
              <a:avLst/>
              <a:gdLst/>
              <a:ahLst/>
              <a:cxnLst/>
              <a:rect l="l" t="t" r="r" b="b"/>
              <a:pathLst>
                <a:path w="14995" h="2133" extrusionOk="0">
                  <a:moveTo>
                    <a:pt x="0" y="1"/>
                  </a:moveTo>
                  <a:lnTo>
                    <a:pt x="0" y="2133"/>
                  </a:lnTo>
                  <a:lnTo>
                    <a:pt x="14995" y="2133"/>
                  </a:lnTo>
                  <a:lnTo>
                    <a:pt x="149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3" name="Google Shape;50043;p52">
              <a:extLst>
                <a:ext uri="{FF2B5EF4-FFF2-40B4-BE49-F238E27FC236}">
                  <a16:creationId xmlns:a16="http://schemas.microsoft.com/office/drawing/2014/main" id="{E8C56376-0642-B872-4A60-30CC57677286}"/>
                </a:ext>
              </a:extLst>
            </p:cNvPr>
            <p:cNvSpPr/>
            <p:nvPr/>
          </p:nvSpPr>
          <p:spPr>
            <a:xfrm>
              <a:off x="5544752" y="3724701"/>
              <a:ext cx="274529" cy="160792"/>
            </a:xfrm>
            <a:custGeom>
              <a:avLst/>
              <a:gdLst/>
              <a:ahLst/>
              <a:cxnLst/>
              <a:rect l="l" t="t" r="r" b="b"/>
              <a:pathLst>
                <a:path w="12863" h="7533" extrusionOk="0">
                  <a:moveTo>
                    <a:pt x="0" y="1"/>
                  </a:moveTo>
                  <a:lnTo>
                    <a:pt x="0" y="7533"/>
                  </a:lnTo>
                  <a:lnTo>
                    <a:pt x="12863" y="7533"/>
                  </a:lnTo>
                  <a:lnTo>
                    <a:pt x="12863" y="1"/>
                  </a:lnTo>
                  <a:lnTo>
                    <a:pt x="8992" y="1"/>
                  </a:lnTo>
                  <a:lnTo>
                    <a:pt x="8297" y="742"/>
                  </a:lnTo>
                  <a:lnTo>
                    <a:pt x="8297" y="6119"/>
                  </a:lnTo>
                  <a:lnTo>
                    <a:pt x="4566" y="4636"/>
                  </a:lnTo>
                  <a:lnTo>
                    <a:pt x="4566" y="742"/>
                  </a:lnTo>
                  <a:lnTo>
                    <a:pt x="387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4" name="Google Shape;50044;p52">
              <a:extLst>
                <a:ext uri="{FF2B5EF4-FFF2-40B4-BE49-F238E27FC236}">
                  <a16:creationId xmlns:a16="http://schemas.microsoft.com/office/drawing/2014/main" id="{C83E4C5E-5514-4EF0-CA21-BD0A50630925}"/>
                </a:ext>
              </a:extLst>
            </p:cNvPr>
            <p:cNvSpPr/>
            <p:nvPr/>
          </p:nvSpPr>
          <p:spPr>
            <a:xfrm>
              <a:off x="5616463" y="3679193"/>
              <a:ext cx="131107" cy="142499"/>
            </a:xfrm>
            <a:custGeom>
              <a:avLst/>
              <a:gdLst/>
              <a:ahLst/>
              <a:cxnLst/>
              <a:rect l="l" t="t" r="r" b="b"/>
              <a:pathLst>
                <a:path w="6143" h="6676" extrusionOk="0">
                  <a:moveTo>
                    <a:pt x="1" y="1"/>
                  </a:moveTo>
                  <a:lnTo>
                    <a:pt x="2272" y="2457"/>
                  </a:lnTo>
                  <a:lnTo>
                    <a:pt x="2272" y="6026"/>
                  </a:lnTo>
                  <a:lnTo>
                    <a:pt x="3871" y="6675"/>
                  </a:lnTo>
                  <a:lnTo>
                    <a:pt x="3871" y="2457"/>
                  </a:lnTo>
                  <a:lnTo>
                    <a:pt x="61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45" name="Google Shape;50045;p52">
            <a:extLst>
              <a:ext uri="{FF2B5EF4-FFF2-40B4-BE49-F238E27FC236}">
                <a16:creationId xmlns:a16="http://schemas.microsoft.com/office/drawing/2014/main" id="{7D5E2004-014E-0F80-86AA-F957261EFB8A}"/>
              </a:ext>
            </a:extLst>
          </p:cNvPr>
          <p:cNvGrpSpPr/>
          <p:nvPr/>
        </p:nvGrpSpPr>
        <p:grpSpPr>
          <a:xfrm>
            <a:off x="1154532" y="1757379"/>
            <a:ext cx="369802" cy="369865"/>
            <a:chOff x="3118665" y="4311880"/>
            <a:chExt cx="388284" cy="388351"/>
          </a:xfrm>
        </p:grpSpPr>
        <p:sp>
          <p:nvSpPr>
            <p:cNvPr id="50046" name="Google Shape;50046;p52">
              <a:extLst>
                <a:ext uri="{FF2B5EF4-FFF2-40B4-BE49-F238E27FC236}">
                  <a16:creationId xmlns:a16="http://schemas.microsoft.com/office/drawing/2014/main" id="{45F53666-F9D4-3624-1D18-FF6A8A4F50FD}"/>
                </a:ext>
              </a:extLst>
            </p:cNvPr>
            <p:cNvSpPr/>
            <p:nvPr/>
          </p:nvSpPr>
          <p:spPr>
            <a:xfrm>
              <a:off x="3209669" y="4516685"/>
              <a:ext cx="69769" cy="47002"/>
            </a:xfrm>
            <a:custGeom>
              <a:avLst/>
              <a:gdLst/>
              <a:ahLst/>
              <a:cxnLst/>
              <a:rect l="l" t="t" r="r" b="b"/>
              <a:pathLst>
                <a:path w="3269" h="2202" extrusionOk="0">
                  <a:moveTo>
                    <a:pt x="1646" y="0"/>
                  </a:moveTo>
                  <a:cubicBezTo>
                    <a:pt x="742" y="0"/>
                    <a:pt x="0" y="719"/>
                    <a:pt x="0" y="1623"/>
                  </a:cubicBezTo>
                  <a:lnTo>
                    <a:pt x="0" y="2202"/>
                  </a:lnTo>
                  <a:lnTo>
                    <a:pt x="3268" y="2202"/>
                  </a:lnTo>
                  <a:lnTo>
                    <a:pt x="3268" y="1623"/>
                  </a:lnTo>
                  <a:cubicBezTo>
                    <a:pt x="3268" y="719"/>
                    <a:pt x="2550" y="0"/>
                    <a:pt x="16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7" name="Google Shape;50047;p52">
              <a:extLst>
                <a:ext uri="{FF2B5EF4-FFF2-40B4-BE49-F238E27FC236}">
                  <a16:creationId xmlns:a16="http://schemas.microsoft.com/office/drawing/2014/main" id="{E507F07B-A13B-8696-56B0-66CF7FCEF41A}"/>
                </a:ext>
              </a:extLst>
            </p:cNvPr>
            <p:cNvSpPr/>
            <p:nvPr/>
          </p:nvSpPr>
          <p:spPr>
            <a:xfrm>
              <a:off x="3222026" y="4448424"/>
              <a:ext cx="45524" cy="45038"/>
            </a:xfrm>
            <a:custGeom>
              <a:avLst/>
              <a:gdLst/>
              <a:ahLst/>
              <a:cxnLst/>
              <a:rect l="l" t="t" r="r" b="b"/>
              <a:pathLst>
                <a:path w="2133" h="2110" extrusionOk="0">
                  <a:moveTo>
                    <a:pt x="1067" y="0"/>
                  </a:moveTo>
                  <a:cubicBezTo>
                    <a:pt x="487" y="0"/>
                    <a:pt x="1" y="464"/>
                    <a:pt x="1" y="1066"/>
                  </a:cubicBezTo>
                  <a:cubicBezTo>
                    <a:pt x="1" y="1646"/>
                    <a:pt x="487" y="2109"/>
                    <a:pt x="1067" y="2109"/>
                  </a:cubicBezTo>
                  <a:cubicBezTo>
                    <a:pt x="1646" y="2109"/>
                    <a:pt x="2133" y="1646"/>
                    <a:pt x="2133" y="1066"/>
                  </a:cubicBezTo>
                  <a:cubicBezTo>
                    <a:pt x="2133" y="464"/>
                    <a:pt x="1646" y="0"/>
                    <a:pt x="10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8" name="Google Shape;50048;p52">
              <a:extLst>
                <a:ext uri="{FF2B5EF4-FFF2-40B4-BE49-F238E27FC236}">
                  <a16:creationId xmlns:a16="http://schemas.microsoft.com/office/drawing/2014/main" id="{61A57C6F-D58E-E321-DA26-0ECB09A7E63E}"/>
                </a:ext>
              </a:extLst>
            </p:cNvPr>
            <p:cNvSpPr/>
            <p:nvPr/>
          </p:nvSpPr>
          <p:spPr>
            <a:xfrm>
              <a:off x="3118665" y="4311880"/>
              <a:ext cx="251777" cy="388351"/>
            </a:xfrm>
            <a:custGeom>
              <a:avLst/>
              <a:gdLst/>
              <a:ahLst/>
              <a:cxnLst/>
              <a:rect l="l" t="t" r="r" b="b"/>
              <a:pathLst>
                <a:path w="11797" h="18194" extrusionOk="0">
                  <a:moveTo>
                    <a:pt x="5910" y="5331"/>
                  </a:moveTo>
                  <a:cubicBezTo>
                    <a:pt x="7092" y="5331"/>
                    <a:pt x="8042" y="6281"/>
                    <a:pt x="8042" y="7463"/>
                  </a:cubicBezTo>
                  <a:cubicBezTo>
                    <a:pt x="8042" y="8043"/>
                    <a:pt x="7787" y="8576"/>
                    <a:pt x="7393" y="8970"/>
                  </a:cubicBezTo>
                  <a:cubicBezTo>
                    <a:pt x="8135" y="9456"/>
                    <a:pt x="8598" y="10291"/>
                    <a:pt x="8598" y="11218"/>
                  </a:cubicBezTo>
                  <a:lnTo>
                    <a:pt x="8598" y="12863"/>
                  </a:lnTo>
                  <a:lnTo>
                    <a:pt x="3198" y="12863"/>
                  </a:lnTo>
                  <a:lnTo>
                    <a:pt x="3198" y="11218"/>
                  </a:lnTo>
                  <a:cubicBezTo>
                    <a:pt x="3198" y="10291"/>
                    <a:pt x="3685" y="9456"/>
                    <a:pt x="4403" y="8970"/>
                  </a:cubicBezTo>
                  <a:cubicBezTo>
                    <a:pt x="4009" y="8576"/>
                    <a:pt x="3778" y="8043"/>
                    <a:pt x="3778" y="7463"/>
                  </a:cubicBezTo>
                  <a:cubicBezTo>
                    <a:pt x="3778" y="6281"/>
                    <a:pt x="4728" y="5331"/>
                    <a:pt x="5910" y="5331"/>
                  </a:cubicBezTo>
                  <a:close/>
                  <a:moveTo>
                    <a:pt x="6443" y="16061"/>
                  </a:moveTo>
                  <a:lnTo>
                    <a:pt x="6443" y="17127"/>
                  </a:lnTo>
                  <a:lnTo>
                    <a:pt x="5377" y="17127"/>
                  </a:lnTo>
                  <a:lnTo>
                    <a:pt x="5377" y="16061"/>
                  </a:lnTo>
                  <a:close/>
                  <a:moveTo>
                    <a:pt x="0" y="1"/>
                  </a:moveTo>
                  <a:lnTo>
                    <a:pt x="0" y="18193"/>
                  </a:lnTo>
                  <a:lnTo>
                    <a:pt x="11796" y="18193"/>
                  </a:lnTo>
                  <a:lnTo>
                    <a:pt x="11796" y="12330"/>
                  </a:lnTo>
                  <a:lnTo>
                    <a:pt x="9664" y="12330"/>
                  </a:lnTo>
                  <a:lnTo>
                    <a:pt x="9664" y="3732"/>
                  </a:lnTo>
                  <a:lnTo>
                    <a:pt x="11796" y="3732"/>
                  </a:lnTo>
                  <a:lnTo>
                    <a:pt x="11796" y="1"/>
                  </a:lnTo>
                  <a:lnTo>
                    <a:pt x="9664" y="1"/>
                  </a:lnTo>
                  <a:lnTo>
                    <a:pt x="9664" y="2133"/>
                  </a:lnTo>
                  <a:lnTo>
                    <a:pt x="2132" y="2133"/>
                  </a:lnTo>
                  <a:lnTo>
                    <a:pt x="2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9" name="Google Shape;50049;p52">
              <a:extLst>
                <a:ext uri="{FF2B5EF4-FFF2-40B4-BE49-F238E27FC236}">
                  <a16:creationId xmlns:a16="http://schemas.microsoft.com/office/drawing/2014/main" id="{39897C58-5966-2171-A59A-DC7CB34C37AA}"/>
                </a:ext>
              </a:extLst>
            </p:cNvPr>
            <p:cNvSpPr/>
            <p:nvPr/>
          </p:nvSpPr>
          <p:spPr>
            <a:xfrm>
              <a:off x="3186918" y="4311880"/>
              <a:ext cx="115271" cy="22775"/>
            </a:xfrm>
            <a:custGeom>
              <a:avLst/>
              <a:gdLst/>
              <a:ahLst/>
              <a:cxnLst/>
              <a:rect l="l" t="t" r="r" b="b"/>
              <a:pathLst>
                <a:path w="5401" h="1067" extrusionOk="0">
                  <a:moveTo>
                    <a:pt x="0" y="1"/>
                  </a:moveTo>
                  <a:lnTo>
                    <a:pt x="0" y="1067"/>
                  </a:lnTo>
                  <a:lnTo>
                    <a:pt x="5400" y="1067"/>
                  </a:lnTo>
                  <a:lnTo>
                    <a:pt x="54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0" name="Google Shape;50050;p52">
              <a:extLst>
                <a:ext uri="{FF2B5EF4-FFF2-40B4-BE49-F238E27FC236}">
                  <a16:creationId xmlns:a16="http://schemas.microsoft.com/office/drawing/2014/main" id="{1C377070-E50B-016A-21F2-FD695146DB6D}"/>
                </a:ext>
              </a:extLst>
            </p:cNvPr>
            <p:cNvSpPr/>
            <p:nvPr/>
          </p:nvSpPr>
          <p:spPr>
            <a:xfrm>
              <a:off x="3347670" y="4414294"/>
              <a:ext cx="159279" cy="160771"/>
            </a:xfrm>
            <a:custGeom>
              <a:avLst/>
              <a:gdLst/>
              <a:ahLst/>
              <a:cxnLst/>
              <a:rect l="l" t="t" r="r" b="b"/>
              <a:pathLst>
                <a:path w="7463" h="7532" extrusionOk="0">
                  <a:moveTo>
                    <a:pt x="5864" y="1622"/>
                  </a:moveTo>
                  <a:lnTo>
                    <a:pt x="5864" y="2688"/>
                  </a:lnTo>
                  <a:lnTo>
                    <a:pt x="1599" y="2688"/>
                  </a:lnTo>
                  <a:lnTo>
                    <a:pt x="1599" y="1622"/>
                  </a:lnTo>
                  <a:close/>
                  <a:moveTo>
                    <a:pt x="5864" y="3754"/>
                  </a:moveTo>
                  <a:lnTo>
                    <a:pt x="5864" y="4820"/>
                  </a:lnTo>
                  <a:lnTo>
                    <a:pt x="1599" y="4820"/>
                  </a:lnTo>
                  <a:lnTo>
                    <a:pt x="1599" y="3754"/>
                  </a:lnTo>
                  <a:close/>
                  <a:moveTo>
                    <a:pt x="0" y="0"/>
                  </a:moveTo>
                  <a:lnTo>
                    <a:pt x="0" y="6466"/>
                  </a:lnTo>
                  <a:lnTo>
                    <a:pt x="2665" y="6466"/>
                  </a:lnTo>
                  <a:lnTo>
                    <a:pt x="3731" y="7532"/>
                  </a:lnTo>
                  <a:lnTo>
                    <a:pt x="4797" y="6466"/>
                  </a:lnTo>
                  <a:lnTo>
                    <a:pt x="7463" y="6466"/>
                  </a:lnTo>
                  <a:lnTo>
                    <a:pt x="74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52411871"/>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0054"/>
        <p:cNvGrpSpPr/>
        <p:nvPr/>
      </p:nvGrpSpPr>
      <p:grpSpPr>
        <a:xfrm>
          <a:off x="0" y="0"/>
          <a:ext cx="0" cy="0"/>
          <a:chOff x="0" y="0"/>
          <a:chExt cx="0" cy="0"/>
        </a:xfrm>
      </p:grpSpPr>
      <p:sp>
        <p:nvSpPr>
          <p:cNvPr id="50055" name="Google Shape;50055;p53"/>
          <p:cNvSpPr txBox="1">
            <a:spLocks noGrp="1"/>
          </p:cNvSpPr>
          <p:nvPr>
            <p:ph type="title"/>
          </p:nvPr>
        </p:nvSpPr>
        <p:spPr>
          <a:xfrm>
            <a:off x="2254050" y="1648200"/>
            <a:ext cx="4635900" cy="184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THANKS FOR </a:t>
            </a:r>
            <a:r>
              <a:rPr lang="en" dirty="0">
                <a:solidFill>
                  <a:schemeClr val="dk2"/>
                </a:solidFill>
              </a:rPr>
              <a:t>LISTENING</a:t>
            </a:r>
            <a:endParaRPr dirty="0">
              <a:solidFill>
                <a:schemeClr val="dk2"/>
              </a:solidFill>
            </a:endParaRPr>
          </a:p>
        </p:txBody>
      </p:sp>
      <p:grpSp>
        <p:nvGrpSpPr>
          <p:cNvPr id="50056" name="Google Shape;50056;p53"/>
          <p:cNvGrpSpPr/>
          <p:nvPr/>
        </p:nvGrpSpPr>
        <p:grpSpPr>
          <a:xfrm rot="10800000">
            <a:off x="-387959" y="294120"/>
            <a:ext cx="4810263" cy="537379"/>
            <a:chOff x="2765878" y="4436723"/>
            <a:chExt cx="7690269" cy="1225772"/>
          </a:xfrm>
        </p:grpSpPr>
        <p:grpSp>
          <p:nvGrpSpPr>
            <p:cNvPr id="50057" name="Google Shape;50057;p53"/>
            <p:cNvGrpSpPr/>
            <p:nvPr/>
          </p:nvGrpSpPr>
          <p:grpSpPr>
            <a:xfrm flipH="1">
              <a:off x="2765878" y="4436723"/>
              <a:ext cx="7690269" cy="1225772"/>
              <a:chOff x="2763020" y="4436723"/>
              <a:chExt cx="7690269" cy="1225772"/>
            </a:xfrm>
          </p:grpSpPr>
          <p:sp>
            <p:nvSpPr>
              <p:cNvPr id="50058" name="Google Shape;50058;p5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9" name="Google Shape;50059;p5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0" name="Google Shape;50060;p5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1" name="Google Shape;50061;p5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2" name="Google Shape;50062;p53"/>
            <p:cNvGrpSpPr/>
            <p:nvPr/>
          </p:nvGrpSpPr>
          <p:grpSpPr>
            <a:xfrm flipH="1">
              <a:off x="2765878" y="4436723"/>
              <a:ext cx="7690269" cy="1225772"/>
              <a:chOff x="2763020" y="4436723"/>
              <a:chExt cx="7690269" cy="1225772"/>
            </a:xfrm>
          </p:grpSpPr>
          <p:sp>
            <p:nvSpPr>
              <p:cNvPr id="50063" name="Google Shape;50063;p53"/>
              <p:cNvSpPr/>
              <p:nvPr/>
            </p:nvSpPr>
            <p:spPr>
              <a:xfrm>
                <a:off x="2768735" y="4436723"/>
                <a:ext cx="7681697" cy="1222915"/>
              </a:xfrm>
              <a:custGeom>
                <a:avLst/>
                <a:gdLst/>
                <a:ahLst/>
                <a:cxnLst/>
                <a:rect l="l" t="t" r="r" b="b"/>
                <a:pathLst>
                  <a:path w="29572" h="4708" extrusionOk="0">
                    <a:moveTo>
                      <a:pt x="12229" y="1"/>
                    </a:moveTo>
                    <a:cubicBezTo>
                      <a:pt x="11558" y="1"/>
                      <a:pt x="11008" y="506"/>
                      <a:pt x="10436" y="1034"/>
                    </a:cubicBezTo>
                    <a:cubicBezTo>
                      <a:pt x="9777" y="1650"/>
                      <a:pt x="9029" y="2332"/>
                      <a:pt x="7962" y="2332"/>
                    </a:cubicBezTo>
                    <a:lnTo>
                      <a:pt x="7907" y="2332"/>
                    </a:lnTo>
                    <a:cubicBezTo>
                      <a:pt x="6664" y="2310"/>
                      <a:pt x="6071" y="1958"/>
                      <a:pt x="5378" y="1551"/>
                    </a:cubicBezTo>
                    <a:cubicBezTo>
                      <a:pt x="4927" y="1276"/>
                      <a:pt x="4465" y="1001"/>
                      <a:pt x="3761" y="781"/>
                    </a:cubicBezTo>
                    <a:cubicBezTo>
                      <a:pt x="3455" y="684"/>
                      <a:pt x="3142" y="643"/>
                      <a:pt x="2835" y="643"/>
                    </a:cubicBezTo>
                    <a:cubicBezTo>
                      <a:pt x="1373" y="643"/>
                      <a:pt x="20" y="1553"/>
                      <a:pt x="11" y="1562"/>
                    </a:cubicBezTo>
                    <a:cubicBezTo>
                      <a:pt x="0" y="1562"/>
                      <a:pt x="0" y="1573"/>
                      <a:pt x="0" y="1584"/>
                    </a:cubicBezTo>
                    <a:lnTo>
                      <a:pt x="22" y="1584"/>
                    </a:lnTo>
                    <a:cubicBezTo>
                      <a:pt x="40" y="1575"/>
                      <a:pt x="1383" y="676"/>
                      <a:pt x="2828" y="676"/>
                    </a:cubicBezTo>
                    <a:cubicBezTo>
                      <a:pt x="3135" y="676"/>
                      <a:pt x="3446" y="716"/>
                      <a:pt x="3750" y="814"/>
                    </a:cubicBezTo>
                    <a:cubicBezTo>
                      <a:pt x="4454" y="1034"/>
                      <a:pt x="4916" y="1309"/>
                      <a:pt x="5367" y="1573"/>
                    </a:cubicBezTo>
                    <a:cubicBezTo>
                      <a:pt x="6060" y="1991"/>
                      <a:pt x="6664" y="2343"/>
                      <a:pt x="7907" y="2365"/>
                    </a:cubicBezTo>
                    <a:lnTo>
                      <a:pt x="7951" y="2365"/>
                    </a:lnTo>
                    <a:cubicBezTo>
                      <a:pt x="9040" y="2365"/>
                      <a:pt x="9788" y="1672"/>
                      <a:pt x="10458" y="1056"/>
                    </a:cubicBezTo>
                    <a:cubicBezTo>
                      <a:pt x="11030" y="528"/>
                      <a:pt x="11569" y="33"/>
                      <a:pt x="12229" y="33"/>
                    </a:cubicBezTo>
                    <a:cubicBezTo>
                      <a:pt x="13010" y="33"/>
                      <a:pt x="13307" y="1419"/>
                      <a:pt x="13571" y="2629"/>
                    </a:cubicBezTo>
                    <a:cubicBezTo>
                      <a:pt x="13802" y="3696"/>
                      <a:pt x="14022" y="4707"/>
                      <a:pt x="14527" y="4707"/>
                    </a:cubicBezTo>
                    <a:lnTo>
                      <a:pt x="14527" y="4696"/>
                    </a:lnTo>
                    <a:cubicBezTo>
                      <a:pt x="15077" y="4696"/>
                      <a:pt x="15198" y="3707"/>
                      <a:pt x="15319" y="2739"/>
                    </a:cubicBezTo>
                    <a:cubicBezTo>
                      <a:pt x="15429" y="1815"/>
                      <a:pt x="15550" y="858"/>
                      <a:pt x="16045" y="858"/>
                    </a:cubicBezTo>
                    <a:cubicBezTo>
                      <a:pt x="16529" y="858"/>
                      <a:pt x="16573" y="1551"/>
                      <a:pt x="16617" y="2288"/>
                    </a:cubicBezTo>
                    <a:cubicBezTo>
                      <a:pt x="16672" y="3069"/>
                      <a:pt x="16694" y="3882"/>
                      <a:pt x="17332" y="3882"/>
                    </a:cubicBezTo>
                    <a:cubicBezTo>
                      <a:pt x="17970" y="3882"/>
                      <a:pt x="18189" y="3190"/>
                      <a:pt x="18376" y="2585"/>
                    </a:cubicBezTo>
                    <a:cubicBezTo>
                      <a:pt x="18530" y="2068"/>
                      <a:pt x="18684" y="1595"/>
                      <a:pt x="19047" y="1595"/>
                    </a:cubicBezTo>
                    <a:cubicBezTo>
                      <a:pt x="19443" y="1595"/>
                      <a:pt x="19586" y="2013"/>
                      <a:pt x="19729" y="2453"/>
                    </a:cubicBezTo>
                    <a:cubicBezTo>
                      <a:pt x="19883" y="2904"/>
                      <a:pt x="20048" y="3366"/>
                      <a:pt x="20488" y="3366"/>
                    </a:cubicBezTo>
                    <a:cubicBezTo>
                      <a:pt x="20895" y="3366"/>
                      <a:pt x="21049" y="3003"/>
                      <a:pt x="21203" y="2618"/>
                    </a:cubicBezTo>
                    <a:cubicBezTo>
                      <a:pt x="21379" y="2189"/>
                      <a:pt x="21577" y="1694"/>
                      <a:pt x="22192" y="1628"/>
                    </a:cubicBezTo>
                    <a:cubicBezTo>
                      <a:pt x="22205" y="1627"/>
                      <a:pt x="22218" y="1626"/>
                      <a:pt x="22231" y="1626"/>
                    </a:cubicBezTo>
                    <a:cubicBezTo>
                      <a:pt x="22553" y="1626"/>
                      <a:pt x="22798" y="2020"/>
                      <a:pt x="23083" y="2475"/>
                    </a:cubicBezTo>
                    <a:cubicBezTo>
                      <a:pt x="23490" y="3135"/>
                      <a:pt x="24007" y="3970"/>
                      <a:pt x="25030" y="3970"/>
                    </a:cubicBezTo>
                    <a:cubicBezTo>
                      <a:pt x="25799" y="3970"/>
                      <a:pt x="26272" y="3608"/>
                      <a:pt x="26756" y="3223"/>
                    </a:cubicBezTo>
                    <a:cubicBezTo>
                      <a:pt x="27372" y="2739"/>
                      <a:pt x="28076" y="2200"/>
                      <a:pt x="29561" y="2200"/>
                    </a:cubicBezTo>
                    <a:cubicBezTo>
                      <a:pt x="29572" y="2200"/>
                      <a:pt x="29572" y="2189"/>
                      <a:pt x="29572" y="2178"/>
                    </a:cubicBezTo>
                    <a:cubicBezTo>
                      <a:pt x="29572" y="2167"/>
                      <a:pt x="29561" y="2167"/>
                      <a:pt x="29561" y="2167"/>
                    </a:cubicBezTo>
                    <a:cubicBezTo>
                      <a:pt x="28065" y="2167"/>
                      <a:pt x="27361" y="2717"/>
                      <a:pt x="26745" y="3201"/>
                    </a:cubicBezTo>
                    <a:cubicBezTo>
                      <a:pt x="26228" y="3597"/>
                      <a:pt x="25788" y="3937"/>
                      <a:pt x="25030" y="3937"/>
                    </a:cubicBezTo>
                    <a:cubicBezTo>
                      <a:pt x="24029" y="3937"/>
                      <a:pt x="23523" y="3113"/>
                      <a:pt x="23105" y="2453"/>
                    </a:cubicBezTo>
                    <a:cubicBezTo>
                      <a:pt x="22820" y="1998"/>
                      <a:pt x="22575" y="1604"/>
                      <a:pt x="22233" y="1604"/>
                    </a:cubicBezTo>
                    <a:cubicBezTo>
                      <a:pt x="22220" y="1604"/>
                      <a:pt x="22206" y="1605"/>
                      <a:pt x="22192" y="1606"/>
                    </a:cubicBezTo>
                    <a:cubicBezTo>
                      <a:pt x="21555" y="1661"/>
                      <a:pt x="21357" y="2167"/>
                      <a:pt x="21181" y="2607"/>
                    </a:cubicBezTo>
                    <a:cubicBezTo>
                      <a:pt x="21016" y="2992"/>
                      <a:pt x="20884" y="3333"/>
                      <a:pt x="20488" y="3333"/>
                    </a:cubicBezTo>
                    <a:cubicBezTo>
                      <a:pt x="20070" y="3333"/>
                      <a:pt x="19916" y="2882"/>
                      <a:pt x="19762" y="2442"/>
                    </a:cubicBezTo>
                    <a:cubicBezTo>
                      <a:pt x="19619" y="2013"/>
                      <a:pt x="19465" y="1562"/>
                      <a:pt x="19047" y="1562"/>
                    </a:cubicBezTo>
                    <a:cubicBezTo>
                      <a:pt x="18662" y="1562"/>
                      <a:pt x="18508" y="2057"/>
                      <a:pt x="18354" y="2574"/>
                    </a:cubicBezTo>
                    <a:cubicBezTo>
                      <a:pt x="18167" y="3168"/>
                      <a:pt x="17959" y="3849"/>
                      <a:pt x="17332" y="3849"/>
                    </a:cubicBezTo>
                    <a:cubicBezTo>
                      <a:pt x="16749" y="3849"/>
                      <a:pt x="16705" y="3058"/>
                      <a:pt x="16650" y="2288"/>
                    </a:cubicBezTo>
                    <a:cubicBezTo>
                      <a:pt x="16606" y="1540"/>
                      <a:pt x="16573" y="825"/>
                      <a:pt x="16045" y="825"/>
                    </a:cubicBezTo>
                    <a:cubicBezTo>
                      <a:pt x="15517" y="825"/>
                      <a:pt x="15407" y="1749"/>
                      <a:pt x="15286" y="2739"/>
                    </a:cubicBezTo>
                    <a:cubicBezTo>
                      <a:pt x="15176" y="3685"/>
                      <a:pt x="15055" y="4674"/>
                      <a:pt x="14527" y="4674"/>
                    </a:cubicBezTo>
                    <a:cubicBezTo>
                      <a:pt x="14044" y="4674"/>
                      <a:pt x="13835" y="3674"/>
                      <a:pt x="13604" y="2618"/>
                    </a:cubicBezTo>
                    <a:cubicBezTo>
                      <a:pt x="13329" y="1331"/>
                      <a:pt x="13032" y="1"/>
                      <a:pt x="1222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4" name="Google Shape;50064;p53"/>
              <p:cNvSpPr/>
              <p:nvPr/>
            </p:nvSpPr>
            <p:spPr>
              <a:xfrm>
                <a:off x="2768735" y="4713879"/>
                <a:ext cx="7681697" cy="668603"/>
              </a:xfrm>
              <a:custGeom>
                <a:avLst/>
                <a:gdLst/>
                <a:ahLst/>
                <a:cxnLst/>
                <a:rect l="l" t="t" r="r" b="b"/>
                <a:pathLst>
                  <a:path w="29572" h="2574" extrusionOk="0">
                    <a:moveTo>
                      <a:pt x="12427" y="0"/>
                    </a:moveTo>
                    <a:cubicBezTo>
                      <a:pt x="11734" y="0"/>
                      <a:pt x="11184" y="275"/>
                      <a:pt x="10601" y="561"/>
                    </a:cubicBezTo>
                    <a:cubicBezTo>
                      <a:pt x="9929" y="897"/>
                      <a:pt x="9171" y="1276"/>
                      <a:pt x="8075" y="1276"/>
                    </a:cubicBezTo>
                    <a:cubicBezTo>
                      <a:pt x="8059" y="1276"/>
                      <a:pt x="8044" y="1276"/>
                      <a:pt x="8028" y="1276"/>
                    </a:cubicBezTo>
                    <a:cubicBezTo>
                      <a:pt x="6774" y="1254"/>
                      <a:pt x="6170" y="1067"/>
                      <a:pt x="5466" y="836"/>
                    </a:cubicBezTo>
                    <a:cubicBezTo>
                      <a:pt x="5004" y="693"/>
                      <a:pt x="4531" y="539"/>
                      <a:pt x="3816" y="418"/>
                    </a:cubicBezTo>
                    <a:cubicBezTo>
                      <a:pt x="3514" y="368"/>
                      <a:pt x="3205" y="347"/>
                      <a:pt x="2900" y="347"/>
                    </a:cubicBezTo>
                    <a:cubicBezTo>
                      <a:pt x="1412" y="347"/>
                      <a:pt x="29" y="847"/>
                      <a:pt x="11" y="847"/>
                    </a:cubicBezTo>
                    <a:cubicBezTo>
                      <a:pt x="0" y="847"/>
                      <a:pt x="0" y="858"/>
                      <a:pt x="0" y="869"/>
                    </a:cubicBezTo>
                    <a:cubicBezTo>
                      <a:pt x="0" y="880"/>
                      <a:pt x="11" y="880"/>
                      <a:pt x="22" y="880"/>
                    </a:cubicBezTo>
                    <a:cubicBezTo>
                      <a:pt x="40" y="871"/>
                      <a:pt x="1417" y="379"/>
                      <a:pt x="2895" y="379"/>
                    </a:cubicBezTo>
                    <a:cubicBezTo>
                      <a:pt x="3201" y="379"/>
                      <a:pt x="3512" y="400"/>
                      <a:pt x="3816" y="451"/>
                    </a:cubicBezTo>
                    <a:cubicBezTo>
                      <a:pt x="4520" y="572"/>
                      <a:pt x="4993" y="726"/>
                      <a:pt x="5455" y="869"/>
                    </a:cubicBezTo>
                    <a:cubicBezTo>
                      <a:pt x="6159" y="1089"/>
                      <a:pt x="6763" y="1287"/>
                      <a:pt x="8028" y="1298"/>
                    </a:cubicBezTo>
                    <a:lnTo>
                      <a:pt x="8083" y="1298"/>
                    </a:lnTo>
                    <a:cubicBezTo>
                      <a:pt x="9183" y="1298"/>
                      <a:pt x="9942" y="924"/>
                      <a:pt x="10623" y="583"/>
                    </a:cubicBezTo>
                    <a:cubicBezTo>
                      <a:pt x="11195" y="297"/>
                      <a:pt x="11745" y="22"/>
                      <a:pt x="12427" y="22"/>
                    </a:cubicBezTo>
                    <a:cubicBezTo>
                      <a:pt x="13219" y="22"/>
                      <a:pt x="13505" y="748"/>
                      <a:pt x="13791" y="1441"/>
                    </a:cubicBezTo>
                    <a:cubicBezTo>
                      <a:pt x="14022" y="2024"/>
                      <a:pt x="14241" y="2574"/>
                      <a:pt x="14758" y="2574"/>
                    </a:cubicBezTo>
                    <a:cubicBezTo>
                      <a:pt x="15319" y="2574"/>
                      <a:pt x="15440" y="2035"/>
                      <a:pt x="15550" y="1507"/>
                    </a:cubicBezTo>
                    <a:cubicBezTo>
                      <a:pt x="15671" y="979"/>
                      <a:pt x="15792" y="473"/>
                      <a:pt x="16298" y="473"/>
                    </a:cubicBezTo>
                    <a:cubicBezTo>
                      <a:pt x="16793" y="473"/>
                      <a:pt x="16837" y="858"/>
                      <a:pt x="16881" y="1254"/>
                    </a:cubicBezTo>
                    <a:cubicBezTo>
                      <a:pt x="16936" y="1683"/>
                      <a:pt x="16958" y="2134"/>
                      <a:pt x="17607" y="2134"/>
                    </a:cubicBezTo>
                    <a:cubicBezTo>
                      <a:pt x="18255" y="2134"/>
                      <a:pt x="18475" y="1749"/>
                      <a:pt x="18662" y="1419"/>
                    </a:cubicBezTo>
                    <a:cubicBezTo>
                      <a:pt x="18827" y="1133"/>
                      <a:pt x="18970" y="880"/>
                      <a:pt x="19344" y="880"/>
                    </a:cubicBezTo>
                    <a:cubicBezTo>
                      <a:pt x="19751" y="880"/>
                      <a:pt x="19894" y="1111"/>
                      <a:pt x="20048" y="1353"/>
                    </a:cubicBezTo>
                    <a:cubicBezTo>
                      <a:pt x="20202" y="1595"/>
                      <a:pt x="20367" y="1848"/>
                      <a:pt x="20807" y="1848"/>
                    </a:cubicBezTo>
                    <a:cubicBezTo>
                      <a:pt x="21225" y="1848"/>
                      <a:pt x="21368" y="1650"/>
                      <a:pt x="21533" y="1441"/>
                    </a:cubicBezTo>
                    <a:cubicBezTo>
                      <a:pt x="21709" y="1210"/>
                      <a:pt x="21917" y="935"/>
                      <a:pt x="22544" y="902"/>
                    </a:cubicBezTo>
                    <a:cubicBezTo>
                      <a:pt x="22553" y="902"/>
                      <a:pt x="22561" y="902"/>
                      <a:pt x="22570" y="902"/>
                    </a:cubicBezTo>
                    <a:cubicBezTo>
                      <a:pt x="22908" y="902"/>
                      <a:pt x="23156" y="1117"/>
                      <a:pt x="23446" y="1364"/>
                    </a:cubicBezTo>
                    <a:cubicBezTo>
                      <a:pt x="23864" y="1727"/>
                      <a:pt x="24392" y="2178"/>
                      <a:pt x="25426" y="2178"/>
                    </a:cubicBezTo>
                    <a:cubicBezTo>
                      <a:pt x="26206" y="2178"/>
                      <a:pt x="26580" y="1980"/>
                      <a:pt x="26976" y="1771"/>
                    </a:cubicBezTo>
                    <a:cubicBezTo>
                      <a:pt x="27482" y="1507"/>
                      <a:pt x="28054" y="1210"/>
                      <a:pt x="29561" y="1210"/>
                    </a:cubicBezTo>
                    <a:cubicBezTo>
                      <a:pt x="29561" y="1210"/>
                      <a:pt x="29572" y="1199"/>
                      <a:pt x="29572" y="1199"/>
                    </a:cubicBezTo>
                    <a:cubicBezTo>
                      <a:pt x="29572" y="1188"/>
                      <a:pt x="29561" y="1177"/>
                      <a:pt x="29561" y="1177"/>
                    </a:cubicBezTo>
                    <a:cubicBezTo>
                      <a:pt x="28043" y="1177"/>
                      <a:pt x="27471" y="1485"/>
                      <a:pt x="26965" y="1749"/>
                    </a:cubicBezTo>
                    <a:cubicBezTo>
                      <a:pt x="26558" y="1958"/>
                      <a:pt x="26195" y="2145"/>
                      <a:pt x="25426" y="2145"/>
                    </a:cubicBezTo>
                    <a:cubicBezTo>
                      <a:pt x="24403" y="2145"/>
                      <a:pt x="23886" y="1694"/>
                      <a:pt x="23468" y="1342"/>
                    </a:cubicBezTo>
                    <a:cubicBezTo>
                      <a:pt x="23168" y="1084"/>
                      <a:pt x="22919" y="869"/>
                      <a:pt x="22570" y="869"/>
                    </a:cubicBezTo>
                    <a:cubicBezTo>
                      <a:pt x="22562" y="869"/>
                      <a:pt x="22553" y="869"/>
                      <a:pt x="22544" y="869"/>
                    </a:cubicBezTo>
                    <a:cubicBezTo>
                      <a:pt x="21895" y="913"/>
                      <a:pt x="21687" y="1177"/>
                      <a:pt x="21511" y="1419"/>
                    </a:cubicBezTo>
                    <a:cubicBezTo>
                      <a:pt x="21346" y="1639"/>
                      <a:pt x="21203" y="1815"/>
                      <a:pt x="20807" y="1815"/>
                    </a:cubicBezTo>
                    <a:cubicBezTo>
                      <a:pt x="20378" y="1815"/>
                      <a:pt x="20224" y="1573"/>
                      <a:pt x="20070" y="1331"/>
                    </a:cubicBezTo>
                    <a:cubicBezTo>
                      <a:pt x="19916" y="1100"/>
                      <a:pt x="19762" y="847"/>
                      <a:pt x="19344" y="847"/>
                    </a:cubicBezTo>
                    <a:cubicBezTo>
                      <a:pt x="18948" y="847"/>
                      <a:pt x="18794" y="1122"/>
                      <a:pt x="18640" y="1408"/>
                    </a:cubicBezTo>
                    <a:cubicBezTo>
                      <a:pt x="18442" y="1749"/>
                      <a:pt x="18233" y="2101"/>
                      <a:pt x="17607" y="2101"/>
                    </a:cubicBezTo>
                    <a:cubicBezTo>
                      <a:pt x="17013" y="2101"/>
                      <a:pt x="16958" y="1672"/>
                      <a:pt x="16914" y="1254"/>
                    </a:cubicBezTo>
                    <a:cubicBezTo>
                      <a:pt x="16870" y="858"/>
                      <a:pt x="16837" y="451"/>
                      <a:pt x="16298" y="451"/>
                    </a:cubicBezTo>
                    <a:cubicBezTo>
                      <a:pt x="15759" y="451"/>
                      <a:pt x="15638" y="979"/>
                      <a:pt x="15528" y="1496"/>
                    </a:cubicBezTo>
                    <a:cubicBezTo>
                      <a:pt x="15418" y="2013"/>
                      <a:pt x="15297" y="2552"/>
                      <a:pt x="14758" y="2552"/>
                    </a:cubicBezTo>
                    <a:cubicBezTo>
                      <a:pt x="14263" y="2552"/>
                      <a:pt x="14044" y="2002"/>
                      <a:pt x="13813" y="1430"/>
                    </a:cubicBezTo>
                    <a:cubicBezTo>
                      <a:pt x="13549" y="759"/>
                      <a:pt x="13241" y="0"/>
                      <a:pt x="12427"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5" name="Google Shape;50065;p53"/>
              <p:cNvSpPr/>
              <p:nvPr/>
            </p:nvSpPr>
            <p:spPr>
              <a:xfrm>
                <a:off x="2763020" y="4579587"/>
                <a:ext cx="7690269" cy="1082908"/>
              </a:xfrm>
              <a:custGeom>
                <a:avLst/>
                <a:gdLst/>
                <a:ahLst/>
                <a:cxnLst/>
                <a:rect l="l" t="t" r="r" b="b"/>
                <a:pathLst>
                  <a:path w="29605" h="4169" extrusionOk="0">
                    <a:moveTo>
                      <a:pt x="10261" y="0"/>
                    </a:moveTo>
                    <a:cubicBezTo>
                      <a:pt x="9722" y="0"/>
                      <a:pt x="9348" y="649"/>
                      <a:pt x="8952" y="1331"/>
                    </a:cubicBezTo>
                    <a:cubicBezTo>
                      <a:pt x="8523" y="2079"/>
                      <a:pt x="8050" y="2860"/>
                      <a:pt x="7357" y="2860"/>
                    </a:cubicBezTo>
                    <a:cubicBezTo>
                      <a:pt x="6675" y="2860"/>
                      <a:pt x="6005" y="2442"/>
                      <a:pt x="5345" y="2035"/>
                    </a:cubicBezTo>
                    <a:cubicBezTo>
                      <a:pt x="4685" y="1628"/>
                      <a:pt x="4003" y="1210"/>
                      <a:pt x="3299" y="1210"/>
                    </a:cubicBezTo>
                    <a:cubicBezTo>
                      <a:pt x="1925" y="1210"/>
                      <a:pt x="33" y="2453"/>
                      <a:pt x="22" y="2475"/>
                    </a:cubicBezTo>
                    <a:cubicBezTo>
                      <a:pt x="11" y="2475"/>
                      <a:pt x="0" y="2497"/>
                      <a:pt x="11" y="2508"/>
                    </a:cubicBezTo>
                    <a:cubicBezTo>
                      <a:pt x="18" y="2521"/>
                      <a:pt x="24" y="2526"/>
                      <a:pt x="33" y="2526"/>
                    </a:cubicBezTo>
                    <a:cubicBezTo>
                      <a:pt x="39" y="2526"/>
                      <a:pt x="46" y="2523"/>
                      <a:pt x="55" y="2519"/>
                    </a:cubicBezTo>
                    <a:cubicBezTo>
                      <a:pt x="66" y="2508"/>
                      <a:pt x="1936" y="1276"/>
                      <a:pt x="3299" y="1276"/>
                    </a:cubicBezTo>
                    <a:cubicBezTo>
                      <a:pt x="3981" y="1276"/>
                      <a:pt x="4663" y="1683"/>
                      <a:pt x="5312" y="2090"/>
                    </a:cubicBezTo>
                    <a:cubicBezTo>
                      <a:pt x="5972" y="2497"/>
                      <a:pt x="6664" y="2915"/>
                      <a:pt x="7357" y="2915"/>
                    </a:cubicBezTo>
                    <a:cubicBezTo>
                      <a:pt x="8116" y="2915"/>
                      <a:pt x="8567" y="2123"/>
                      <a:pt x="9007" y="1353"/>
                    </a:cubicBezTo>
                    <a:cubicBezTo>
                      <a:pt x="9392" y="693"/>
                      <a:pt x="9755" y="55"/>
                      <a:pt x="10261" y="55"/>
                    </a:cubicBezTo>
                    <a:cubicBezTo>
                      <a:pt x="10821" y="55"/>
                      <a:pt x="11019" y="1133"/>
                      <a:pt x="11206" y="2178"/>
                    </a:cubicBezTo>
                    <a:cubicBezTo>
                      <a:pt x="11393" y="3201"/>
                      <a:pt x="11569" y="4168"/>
                      <a:pt x="12075" y="4168"/>
                    </a:cubicBezTo>
                    <a:cubicBezTo>
                      <a:pt x="12625" y="4168"/>
                      <a:pt x="12856" y="3299"/>
                      <a:pt x="13076" y="2464"/>
                    </a:cubicBezTo>
                    <a:cubicBezTo>
                      <a:pt x="13252" y="1760"/>
                      <a:pt x="13417" y="1100"/>
                      <a:pt x="13769" y="1100"/>
                    </a:cubicBezTo>
                    <a:cubicBezTo>
                      <a:pt x="14121" y="1100"/>
                      <a:pt x="14307" y="1518"/>
                      <a:pt x="14494" y="1958"/>
                    </a:cubicBezTo>
                    <a:cubicBezTo>
                      <a:pt x="14703" y="2453"/>
                      <a:pt x="14923" y="2959"/>
                      <a:pt x="15407" y="2959"/>
                    </a:cubicBezTo>
                    <a:cubicBezTo>
                      <a:pt x="15847" y="2959"/>
                      <a:pt x="16023" y="2497"/>
                      <a:pt x="16221" y="2002"/>
                    </a:cubicBezTo>
                    <a:cubicBezTo>
                      <a:pt x="16441" y="1430"/>
                      <a:pt x="16694" y="836"/>
                      <a:pt x="17310" y="836"/>
                    </a:cubicBezTo>
                    <a:cubicBezTo>
                      <a:pt x="17926" y="836"/>
                      <a:pt x="18189" y="1496"/>
                      <a:pt x="18442" y="2123"/>
                    </a:cubicBezTo>
                    <a:cubicBezTo>
                      <a:pt x="18673" y="2706"/>
                      <a:pt x="18893" y="3267"/>
                      <a:pt x="19377" y="3267"/>
                    </a:cubicBezTo>
                    <a:cubicBezTo>
                      <a:pt x="19905" y="3267"/>
                      <a:pt x="20158" y="2585"/>
                      <a:pt x="20400" y="1925"/>
                    </a:cubicBezTo>
                    <a:cubicBezTo>
                      <a:pt x="20631" y="1309"/>
                      <a:pt x="20862" y="671"/>
                      <a:pt x="21324" y="671"/>
                    </a:cubicBezTo>
                    <a:cubicBezTo>
                      <a:pt x="21775" y="671"/>
                      <a:pt x="21950" y="1067"/>
                      <a:pt x="22137" y="1496"/>
                    </a:cubicBezTo>
                    <a:cubicBezTo>
                      <a:pt x="22313" y="1914"/>
                      <a:pt x="22522" y="2354"/>
                      <a:pt x="23006" y="2354"/>
                    </a:cubicBezTo>
                    <a:cubicBezTo>
                      <a:pt x="23501" y="2354"/>
                      <a:pt x="23820" y="1903"/>
                      <a:pt x="24139" y="1463"/>
                    </a:cubicBezTo>
                    <a:cubicBezTo>
                      <a:pt x="24447" y="1034"/>
                      <a:pt x="24788" y="583"/>
                      <a:pt x="25261" y="583"/>
                    </a:cubicBezTo>
                    <a:cubicBezTo>
                      <a:pt x="25723" y="583"/>
                      <a:pt x="25942" y="990"/>
                      <a:pt x="26173" y="1408"/>
                    </a:cubicBezTo>
                    <a:cubicBezTo>
                      <a:pt x="26415" y="1859"/>
                      <a:pt x="26657" y="2310"/>
                      <a:pt x="27218" y="2310"/>
                    </a:cubicBezTo>
                    <a:cubicBezTo>
                      <a:pt x="27823" y="2310"/>
                      <a:pt x="28296" y="1958"/>
                      <a:pt x="28703" y="1639"/>
                    </a:cubicBezTo>
                    <a:cubicBezTo>
                      <a:pt x="29033" y="1397"/>
                      <a:pt x="29308" y="1188"/>
                      <a:pt x="29583" y="1188"/>
                    </a:cubicBezTo>
                    <a:cubicBezTo>
                      <a:pt x="29594" y="1188"/>
                      <a:pt x="29605" y="1177"/>
                      <a:pt x="29605" y="1155"/>
                    </a:cubicBezTo>
                    <a:cubicBezTo>
                      <a:pt x="29605" y="1144"/>
                      <a:pt x="29594" y="1133"/>
                      <a:pt x="29583" y="1133"/>
                    </a:cubicBezTo>
                    <a:cubicBezTo>
                      <a:pt x="29286" y="1133"/>
                      <a:pt x="29000" y="1342"/>
                      <a:pt x="28670" y="1595"/>
                    </a:cubicBezTo>
                    <a:cubicBezTo>
                      <a:pt x="28263" y="1903"/>
                      <a:pt x="27801" y="2255"/>
                      <a:pt x="27218" y="2255"/>
                    </a:cubicBezTo>
                    <a:cubicBezTo>
                      <a:pt x="26690" y="2255"/>
                      <a:pt x="26459" y="1804"/>
                      <a:pt x="26228" y="1386"/>
                    </a:cubicBezTo>
                    <a:cubicBezTo>
                      <a:pt x="25997" y="957"/>
                      <a:pt x="25777" y="528"/>
                      <a:pt x="25261" y="528"/>
                    </a:cubicBezTo>
                    <a:cubicBezTo>
                      <a:pt x="24744" y="528"/>
                      <a:pt x="24414" y="990"/>
                      <a:pt x="24095" y="1430"/>
                    </a:cubicBezTo>
                    <a:cubicBezTo>
                      <a:pt x="23776" y="1881"/>
                      <a:pt x="23468" y="2299"/>
                      <a:pt x="23006" y="2299"/>
                    </a:cubicBezTo>
                    <a:cubicBezTo>
                      <a:pt x="22544" y="2299"/>
                      <a:pt x="22368" y="1892"/>
                      <a:pt x="22192" y="1463"/>
                    </a:cubicBezTo>
                    <a:cubicBezTo>
                      <a:pt x="22005" y="1045"/>
                      <a:pt x="21819" y="605"/>
                      <a:pt x="21324" y="605"/>
                    </a:cubicBezTo>
                    <a:cubicBezTo>
                      <a:pt x="20829" y="605"/>
                      <a:pt x="20587" y="1265"/>
                      <a:pt x="20345" y="1903"/>
                    </a:cubicBezTo>
                    <a:cubicBezTo>
                      <a:pt x="20114" y="2541"/>
                      <a:pt x="19861" y="3201"/>
                      <a:pt x="19388" y="3201"/>
                    </a:cubicBezTo>
                    <a:cubicBezTo>
                      <a:pt x="18937" y="3201"/>
                      <a:pt x="18717" y="2662"/>
                      <a:pt x="18497" y="2101"/>
                    </a:cubicBezTo>
                    <a:cubicBezTo>
                      <a:pt x="18233" y="1452"/>
                      <a:pt x="17981" y="781"/>
                      <a:pt x="17310" y="781"/>
                    </a:cubicBezTo>
                    <a:cubicBezTo>
                      <a:pt x="16628" y="781"/>
                      <a:pt x="16386" y="1419"/>
                      <a:pt x="16166" y="1980"/>
                    </a:cubicBezTo>
                    <a:cubicBezTo>
                      <a:pt x="15979" y="2453"/>
                      <a:pt x="15803" y="2893"/>
                      <a:pt x="15407" y="2893"/>
                    </a:cubicBezTo>
                    <a:cubicBezTo>
                      <a:pt x="14967" y="2893"/>
                      <a:pt x="14747" y="2409"/>
                      <a:pt x="14549" y="1936"/>
                    </a:cubicBezTo>
                    <a:cubicBezTo>
                      <a:pt x="14351" y="1474"/>
                      <a:pt x="14154" y="1034"/>
                      <a:pt x="13769" y="1034"/>
                    </a:cubicBezTo>
                    <a:cubicBezTo>
                      <a:pt x="13384" y="1034"/>
                      <a:pt x="13208" y="1727"/>
                      <a:pt x="13010" y="2453"/>
                    </a:cubicBezTo>
                    <a:cubicBezTo>
                      <a:pt x="12801" y="3267"/>
                      <a:pt x="12581" y="4102"/>
                      <a:pt x="12075" y="4102"/>
                    </a:cubicBezTo>
                    <a:cubicBezTo>
                      <a:pt x="11613" y="4102"/>
                      <a:pt x="11437" y="3124"/>
                      <a:pt x="11261" y="2167"/>
                    </a:cubicBezTo>
                    <a:cubicBezTo>
                      <a:pt x="11074" y="1100"/>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6" name="Google Shape;50066;p53"/>
              <p:cNvSpPr/>
              <p:nvPr/>
            </p:nvSpPr>
            <p:spPr>
              <a:xfrm>
                <a:off x="2763020" y="4759596"/>
                <a:ext cx="7690269" cy="722891"/>
              </a:xfrm>
              <a:custGeom>
                <a:avLst/>
                <a:gdLst/>
                <a:ahLst/>
                <a:cxnLst/>
                <a:rect l="l" t="t" r="r" b="b"/>
                <a:pathLst>
                  <a:path w="29605" h="2783" extrusionOk="0">
                    <a:moveTo>
                      <a:pt x="10261" y="0"/>
                    </a:moveTo>
                    <a:cubicBezTo>
                      <a:pt x="9722" y="0"/>
                      <a:pt x="9348" y="429"/>
                      <a:pt x="8952" y="880"/>
                    </a:cubicBezTo>
                    <a:cubicBezTo>
                      <a:pt x="8523" y="1375"/>
                      <a:pt x="8050" y="1892"/>
                      <a:pt x="7357" y="1892"/>
                    </a:cubicBezTo>
                    <a:cubicBezTo>
                      <a:pt x="6675" y="1892"/>
                      <a:pt x="5994" y="1617"/>
                      <a:pt x="5345" y="1353"/>
                    </a:cubicBezTo>
                    <a:cubicBezTo>
                      <a:pt x="4685" y="1078"/>
                      <a:pt x="4003" y="803"/>
                      <a:pt x="3299" y="803"/>
                    </a:cubicBezTo>
                    <a:cubicBezTo>
                      <a:pt x="1925" y="803"/>
                      <a:pt x="44" y="1628"/>
                      <a:pt x="22" y="1639"/>
                    </a:cubicBezTo>
                    <a:cubicBezTo>
                      <a:pt x="11" y="1639"/>
                      <a:pt x="0" y="1661"/>
                      <a:pt x="11" y="1672"/>
                    </a:cubicBezTo>
                    <a:cubicBezTo>
                      <a:pt x="11" y="1694"/>
                      <a:pt x="33" y="1694"/>
                      <a:pt x="44" y="1694"/>
                    </a:cubicBezTo>
                    <a:cubicBezTo>
                      <a:pt x="66" y="1683"/>
                      <a:pt x="1936" y="858"/>
                      <a:pt x="3299" y="858"/>
                    </a:cubicBezTo>
                    <a:cubicBezTo>
                      <a:pt x="3992" y="858"/>
                      <a:pt x="4663" y="1133"/>
                      <a:pt x="5323" y="1408"/>
                    </a:cubicBezTo>
                    <a:cubicBezTo>
                      <a:pt x="5983" y="1672"/>
                      <a:pt x="6664" y="1947"/>
                      <a:pt x="7357" y="1947"/>
                    </a:cubicBezTo>
                    <a:cubicBezTo>
                      <a:pt x="8105" y="1947"/>
                      <a:pt x="8556" y="1430"/>
                      <a:pt x="8996" y="924"/>
                    </a:cubicBezTo>
                    <a:cubicBezTo>
                      <a:pt x="9392" y="473"/>
                      <a:pt x="9755" y="55"/>
                      <a:pt x="10261" y="55"/>
                    </a:cubicBezTo>
                    <a:cubicBezTo>
                      <a:pt x="10821" y="55"/>
                      <a:pt x="11019" y="770"/>
                      <a:pt x="11206" y="1463"/>
                    </a:cubicBezTo>
                    <a:cubicBezTo>
                      <a:pt x="11393" y="2145"/>
                      <a:pt x="11569" y="2782"/>
                      <a:pt x="12075" y="2782"/>
                    </a:cubicBezTo>
                    <a:cubicBezTo>
                      <a:pt x="12625" y="2782"/>
                      <a:pt x="12856" y="2189"/>
                      <a:pt x="13065" y="1650"/>
                    </a:cubicBezTo>
                    <a:cubicBezTo>
                      <a:pt x="13252" y="1188"/>
                      <a:pt x="13406" y="748"/>
                      <a:pt x="13769" y="748"/>
                    </a:cubicBezTo>
                    <a:cubicBezTo>
                      <a:pt x="14121" y="748"/>
                      <a:pt x="14307" y="1023"/>
                      <a:pt x="14494" y="1320"/>
                    </a:cubicBezTo>
                    <a:cubicBezTo>
                      <a:pt x="14703" y="1650"/>
                      <a:pt x="14923" y="1980"/>
                      <a:pt x="15407" y="1980"/>
                    </a:cubicBezTo>
                    <a:cubicBezTo>
                      <a:pt x="15836" y="1980"/>
                      <a:pt x="16023" y="1672"/>
                      <a:pt x="16210" y="1342"/>
                    </a:cubicBezTo>
                    <a:cubicBezTo>
                      <a:pt x="16441" y="968"/>
                      <a:pt x="16683" y="583"/>
                      <a:pt x="17310" y="583"/>
                    </a:cubicBezTo>
                    <a:cubicBezTo>
                      <a:pt x="17926" y="583"/>
                      <a:pt x="18189" y="1012"/>
                      <a:pt x="18442" y="1430"/>
                    </a:cubicBezTo>
                    <a:cubicBezTo>
                      <a:pt x="18673" y="1815"/>
                      <a:pt x="18893" y="2189"/>
                      <a:pt x="19377" y="2189"/>
                    </a:cubicBezTo>
                    <a:cubicBezTo>
                      <a:pt x="19894" y="2189"/>
                      <a:pt x="20158" y="1738"/>
                      <a:pt x="20400" y="1298"/>
                    </a:cubicBezTo>
                    <a:cubicBezTo>
                      <a:pt x="20642" y="869"/>
                      <a:pt x="20862" y="462"/>
                      <a:pt x="21324" y="462"/>
                    </a:cubicBezTo>
                    <a:cubicBezTo>
                      <a:pt x="21786" y="462"/>
                      <a:pt x="21950" y="726"/>
                      <a:pt x="22137" y="1012"/>
                    </a:cubicBezTo>
                    <a:cubicBezTo>
                      <a:pt x="22324" y="1287"/>
                      <a:pt x="22522" y="1584"/>
                      <a:pt x="23006" y="1584"/>
                    </a:cubicBezTo>
                    <a:cubicBezTo>
                      <a:pt x="23501" y="1584"/>
                      <a:pt x="23820" y="1287"/>
                      <a:pt x="24139" y="990"/>
                    </a:cubicBezTo>
                    <a:cubicBezTo>
                      <a:pt x="24447" y="704"/>
                      <a:pt x="24788" y="407"/>
                      <a:pt x="25261" y="407"/>
                    </a:cubicBezTo>
                    <a:cubicBezTo>
                      <a:pt x="25734" y="407"/>
                      <a:pt x="25953" y="671"/>
                      <a:pt x="26173" y="957"/>
                    </a:cubicBezTo>
                    <a:cubicBezTo>
                      <a:pt x="26415" y="1243"/>
                      <a:pt x="26668" y="1551"/>
                      <a:pt x="27218" y="1551"/>
                    </a:cubicBezTo>
                    <a:cubicBezTo>
                      <a:pt x="27823" y="1551"/>
                      <a:pt x="28296" y="1320"/>
                      <a:pt x="28703" y="1111"/>
                    </a:cubicBezTo>
                    <a:cubicBezTo>
                      <a:pt x="29022" y="946"/>
                      <a:pt x="29297" y="803"/>
                      <a:pt x="29583" y="803"/>
                    </a:cubicBezTo>
                    <a:cubicBezTo>
                      <a:pt x="29594" y="803"/>
                      <a:pt x="29605" y="792"/>
                      <a:pt x="29605" y="781"/>
                    </a:cubicBezTo>
                    <a:cubicBezTo>
                      <a:pt x="29605" y="759"/>
                      <a:pt x="29594" y="748"/>
                      <a:pt x="29583" y="748"/>
                    </a:cubicBezTo>
                    <a:cubicBezTo>
                      <a:pt x="29286" y="748"/>
                      <a:pt x="29000" y="891"/>
                      <a:pt x="28681" y="1056"/>
                    </a:cubicBezTo>
                    <a:cubicBezTo>
                      <a:pt x="28274" y="1254"/>
                      <a:pt x="27812" y="1496"/>
                      <a:pt x="27218" y="1496"/>
                    </a:cubicBezTo>
                    <a:cubicBezTo>
                      <a:pt x="26690" y="1496"/>
                      <a:pt x="26448" y="1199"/>
                      <a:pt x="26228" y="913"/>
                    </a:cubicBezTo>
                    <a:cubicBezTo>
                      <a:pt x="25997" y="638"/>
                      <a:pt x="25766" y="341"/>
                      <a:pt x="25261" y="341"/>
                    </a:cubicBezTo>
                    <a:cubicBezTo>
                      <a:pt x="24744" y="341"/>
                      <a:pt x="24414" y="649"/>
                      <a:pt x="24095" y="946"/>
                    </a:cubicBezTo>
                    <a:cubicBezTo>
                      <a:pt x="23776" y="1243"/>
                      <a:pt x="23479" y="1518"/>
                      <a:pt x="23006" y="1518"/>
                    </a:cubicBezTo>
                    <a:cubicBezTo>
                      <a:pt x="22544" y="1518"/>
                      <a:pt x="22368" y="1254"/>
                      <a:pt x="22181" y="968"/>
                    </a:cubicBezTo>
                    <a:cubicBezTo>
                      <a:pt x="22005" y="693"/>
                      <a:pt x="21808" y="407"/>
                      <a:pt x="21324" y="407"/>
                    </a:cubicBezTo>
                    <a:cubicBezTo>
                      <a:pt x="20829" y="407"/>
                      <a:pt x="20587" y="836"/>
                      <a:pt x="20345" y="1265"/>
                    </a:cubicBezTo>
                    <a:cubicBezTo>
                      <a:pt x="20114" y="1683"/>
                      <a:pt x="19861" y="2123"/>
                      <a:pt x="19377" y="2123"/>
                    </a:cubicBezTo>
                    <a:cubicBezTo>
                      <a:pt x="18926" y="2123"/>
                      <a:pt x="18717" y="1771"/>
                      <a:pt x="18486" y="1397"/>
                    </a:cubicBezTo>
                    <a:cubicBezTo>
                      <a:pt x="18233" y="968"/>
                      <a:pt x="17981" y="517"/>
                      <a:pt x="17310" y="517"/>
                    </a:cubicBezTo>
                    <a:cubicBezTo>
                      <a:pt x="16639" y="517"/>
                      <a:pt x="16386" y="946"/>
                      <a:pt x="16166" y="1320"/>
                    </a:cubicBezTo>
                    <a:cubicBezTo>
                      <a:pt x="15968" y="1639"/>
                      <a:pt x="15803" y="1925"/>
                      <a:pt x="15407" y="1925"/>
                    </a:cubicBezTo>
                    <a:cubicBezTo>
                      <a:pt x="14967" y="1925"/>
                      <a:pt x="14747" y="1595"/>
                      <a:pt x="14549" y="1287"/>
                    </a:cubicBezTo>
                    <a:cubicBezTo>
                      <a:pt x="14351" y="990"/>
                      <a:pt x="14154" y="693"/>
                      <a:pt x="13769" y="693"/>
                    </a:cubicBezTo>
                    <a:cubicBezTo>
                      <a:pt x="13384" y="693"/>
                      <a:pt x="13208" y="1144"/>
                      <a:pt x="13010" y="1628"/>
                    </a:cubicBezTo>
                    <a:cubicBezTo>
                      <a:pt x="12801" y="2167"/>
                      <a:pt x="12581" y="2727"/>
                      <a:pt x="12075" y="2727"/>
                    </a:cubicBezTo>
                    <a:cubicBezTo>
                      <a:pt x="11613" y="2727"/>
                      <a:pt x="11437" y="2101"/>
                      <a:pt x="11261" y="1441"/>
                    </a:cubicBezTo>
                    <a:cubicBezTo>
                      <a:pt x="11063" y="737"/>
                      <a:pt x="10865" y="0"/>
                      <a:pt x="10261"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67" name="Google Shape;50067;p53"/>
          <p:cNvGrpSpPr/>
          <p:nvPr/>
        </p:nvGrpSpPr>
        <p:grpSpPr>
          <a:xfrm rot="10800000">
            <a:off x="6237737" y="3906356"/>
            <a:ext cx="5681843" cy="3181016"/>
            <a:chOff x="-2793134" y="-1946851"/>
            <a:chExt cx="5681843" cy="3181016"/>
          </a:xfrm>
        </p:grpSpPr>
        <p:grpSp>
          <p:nvGrpSpPr>
            <p:cNvPr id="50068" name="Google Shape;50068;p53"/>
            <p:cNvGrpSpPr/>
            <p:nvPr/>
          </p:nvGrpSpPr>
          <p:grpSpPr>
            <a:xfrm rot="10800000">
              <a:off x="-2793134" y="-1946851"/>
              <a:ext cx="5681843" cy="3181016"/>
              <a:chOff x="3406125" y="2174000"/>
              <a:chExt cx="2581600" cy="1445325"/>
            </a:xfrm>
          </p:grpSpPr>
          <p:sp>
            <p:nvSpPr>
              <p:cNvPr id="50069" name="Google Shape;50069;p53"/>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0" name="Google Shape;50070;p53"/>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1" name="Google Shape;50071;p53"/>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2" name="Google Shape;50072;p53"/>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3" name="Google Shape;50073;p53"/>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4" name="Google Shape;50074;p53"/>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5" name="Google Shape;50075;p53"/>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6" name="Google Shape;50076;p53"/>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7" name="Google Shape;50077;p53"/>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8" name="Google Shape;50078;p53"/>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9" name="Google Shape;50079;p53"/>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0" name="Google Shape;50080;p53"/>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1" name="Google Shape;50081;p53"/>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2" name="Google Shape;50082;p53"/>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3" name="Google Shape;50083;p53"/>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4" name="Google Shape;50084;p53"/>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5" name="Google Shape;50085;p53"/>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6" name="Google Shape;50086;p53"/>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7" name="Google Shape;50087;p53"/>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8" name="Google Shape;50088;p53"/>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9" name="Google Shape;50089;p53"/>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0" name="Google Shape;50090;p53"/>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1" name="Google Shape;50091;p53"/>
            <p:cNvGrpSpPr/>
            <p:nvPr/>
          </p:nvGrpSpPr>
          <p:grpSpPr>
            <a:xfrm rot="10800000">
              <a:off x="-2793134" y="-1946851"/>
              <a:ext cx="5681843" cy="3181016"/>
              <a:chOff x="3406125" y="2174000"/>
              <a:chExt cx="2581600" cy="1445325"/>
            </a:xfrm>
          </p:grpSpPr>
          <p:sp>
            <p:nvSpPr>
              <p:cNvPr id="50092" name="Google Shape;50092;p53"/>
              <p:cNvSpPr/>
              <p:nvPr/>
            </p:nvSpPr>
            <p:spPr>
              <a:xfrm>
                <a:off x="4313375" y="2397525"/>
                <a:ext cx="949075" cy="112475"/>
              </a:xfrm>
              <a:custGeom>
                <a:avLst/>
                <a:gdLst/>
                <a:ahLst/>
                <a:cxnLst/>
                <a:rect l="l" t="t" r="r" b="b"/>
                <a:pathLst>
                  <a:path w="37963" h="4499" extrusionOk="0">
                    <a:moveTo>
                      <a:pt x="375" y="0"/>
                    </a:moveTo>
                    <a:cubicBezTo>
                      <a:pt x="166" y="0"/>
                      <a:pt x="1" y="165"/>
                      <a:pt x="1" y="385"/>
                    </a:cubicBezTo>
                    <a:cubicBezTo>
                      <a:pt x="1" y="594"/>
                      <a:pt x="166" y="770"/>
                      <a:pt x="375" y="770"/>
                    </a:cubicBezTo>
                    <a:cubicBezTo>
                      <a:pt x="573" y="770"/>
                      <a:pt x="716" y="627"/>
                      <a:pt x="749" y="440"/>
                    </a:cubicBezTo>
                    <a:lnTo>
                      <a:pt x="7380" y="440"/>
                    </a:lnTo>
                    <a:lnTo>
                      <a:pt x="10635" y="4498"/>
                    </a:lnTo>
                    <a:lnTo>
                      <a:pt x="28593" y="4498"/>
                    </a:lnTo>
                    <a:lnTo>
                      <a:pt x="26273" y="440"/>
                    </a:lnTo>
                    <a:lnTo>
                      <a:pt x="37204" y="440"/>
                    </a:lnTo>
                    <a:cubicBezTo>
                      <a:pt x="37237" y="627"/>
                      <a:pt x="37391" y="770"/>
                      <a:pt x="37578" y="770"/>
                    </a:cubicBezTo>
                    <a:cubicBezTo>
                      <a:pt x="37787" y="770"/>
                      <a:pt x="37963" y="594"/>
                      <a:pt x="37963" y="385"/>
                    </a:cubicBezTo>
                    <a:cubicBezTo>
                      <a:pt x="37963" y="165"/>
                      <a:pt x="37787" y="0"/>
                      <a:pt x="37578" y="0"/>
                    </a:cubicBezTo>
                    <a:cubicBezTo>
                      <a:pt x="37391" y="0"/>
                      <a:pt x="37237" y="143"/>
                      <a:pt x="37204" y="319"/>
                    </a:cubicBezTo>
                    <a:lnTo>
                      <a:pt x="26064" y="319"/>
                    </a:lnTo>
                    <a:lnTo>
                      <a:pt x="28373" y="4366"/>
                    </a:lnTo>
                    <a:lnTo>
                      <a:pt x="10701" y="4366"/>
                    </a:lnTo>
                    <a:lnTo>
                      <a:pt x="7435" y="319"/>
                    </a:lnTo>
                    <a:lnTo>
                      <a:pt x="749" y="319"/>
                    </a:lnTo>
                    <a:cubicBezTo>
                      <a:pt x="716" y="132"/>
                      <a:pt x="573" y="0"/>
                      <a:pt x="37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3" name="Google Shape;50093;p53"/>
              <p:cNvSpPr/>
              <p:nvPr/>
            </p:nvSpPr>
            <p:spPr>
              <a:xfrm>
                <a:off x="3406125" y="2585575"/>
                <a:ext cx="1459075" cy="389050"/>
              </a:xfrm>
              <a:custGeom>
                <a:avLst/>
                <a:gdLst/>
                <a:ahLst/>
                <a:cxnLst/>
                <a:rect l="l" t="t" r="r" b="b"/>
                <a:pathLst>
                  <a:path w="58363" h="15562" extrusionOk="0">
                    <a:moveTo>
                      <a:pt x="385" y="0"/>
                    </a:moveTo>
                    <a:cubicBezTo>
                      <a:pt x="176" y="0"/>
                      <a:pt x="0" y="176"/>
                      <a:pt x="0" y="385"/>
                    </a:cubicBezTo>
                    <a:cubicBezTo>
                      <a:pt x="0" y="594"/>
                      <a:pt x="176" y="770"/>
                      <a:pt x="385" y="770"/>
                    </a:cubicBezTo>
                    <a:cubicBezTo>
                      <a:pt x="572" y="770"/>
                      <a:pt x="726" y="627"/>
                      <a:pt x="748" y="451"/>
                    </a:cubicBezTo>
                    <a:lnTo>
                      <a:pt x="29780" y="451"/>
                    </a:lnTo>
                    <a:lnTo>
                      <a:pt x="29780" y="440"/>
                    </a:lnTo>
                    <a:lnTo>
                      <a:pt x="35477" y="8457"/>
                    </a:lnTo>
                    <a:lnTo>
                      <a:pt x="53666" y="8457"/>
                    </a:lnTo>
                    <a:lnTo>
                      <a:pt x="58131" y="15121"/>
                    </a:lnTo>
                    <a:lnTo>
                      <a:pt x="29682" y="15121"/>
                    </a:lnTo>
                    <a:cubicBezTo>
                      <a:pt x="29649" y="14934"/>
                      <a:pt x="29506" y="14791"/>
                      <a:pt x="29308" y="14791"/>
                    </a:cubicBezTo>
                    <a:cubicBezTo>
                      <a:pt x="29099" y="14791"/>
                      <a:pt x="28934" y="14967"/>
                      <a:pt x="28934" y="15176"/>
                    </a:cubicBezTo>
                    <a:cubicBezTo>
                      <a:pt x="28934" y="15396"/>
                      <a:pt x="29099" y="15561"/>
                      <a:pt x="29308" y="15561"/>
                    </a:cubicBezTo>
                    <a:cubicBezTo>
                      <a:pt x="29506" y="15561"/>
                      <a:pt x="29649" y="15418"/>
                      <a:pt x="29682" y="15242"/>
                    </a:cubicBezTo>
                    <a:lnTo>
                      <a:pt x="58362" y="15242"/>
                    </a:lnTo>
                    <a:lnTo>
                      <a:pt x="53754" y="8369"/>
                    </a:lnTo>
                    <a:lnTo>
                      <a:pt x="53732" y="8336"/>
                    </a:lnTo>
                    <a:lnTo>
                      <a:pt x="35543" y="8336"/>
                    </a:lnTo>
                    <a:lnTo>
                      <a:pt x="29846" y="319"/>
                    </a:lnTo>
                    <a:lnTo>
                      <a:pt x="748" y="319"/>
                    </a:lnTo>
                    <a:cubicBezTo>
                      <a:pt x="726"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4" name="Google Shape;50094;p53"/>
              <p:cNvSpPr/>
              <p:nvPr/>
            </p:nvSpPr>
            <p:spPr>
              <a:xfrm>
                <a:off x="4229800" y="2475875"/>
                <a:ext cx="1272675" cy="266975"/>
              </a:xfrm>
              <a:custGeom>
                <a:avLst/>
                <a:gdLst/>
                <a:ahLst/>
                <a:cxnLst/>
                <a:rect l="l" t="t" r="r" b="b"/>
                <a:pathLst>
                  <a:path w="50907" h="10679" extrusionOk="0">
                    <a:moveTo>
                      <a:pt x="50522" y="1"/>
                    </a:moveTo>
                    <a:cubicBezTo>
                      <a:pt x="50335" y="1"/>
                      <a:pt x="50181" y="143"/>
                      <a:pt x="50148" y="319"/>
                    </a:cubicBezTo>
                    <a:lnTo>
                      <a:pt x="34532" y="319"/>
                    </a:lnTo>
                    <a:lnTo>
                      <a:pt x="34532" y="330"/>
                    </a:lnTo>
                    <a:lnTo>
                      <a:pt x="37259" y="5279"/>
                    </a:lnTo>
                    <a:lnTo>
                      <a:pt x="12515" y="5279"/>
                    </a:lnTo>
                    <a:lnTo>
                      <a:pt x="8128" y="330"/>
                    </a:lnTo>
                    <a:lnTo>
                      <a:pt x="3278" y="330"/>
                    </a:lnTo>
                    <a:lnTo>
                      <a:pt x="1" y="3773"/>
                    </a:lnTo>
                    <a:lnTo>
                      <a:pt x="4520" y="10008"/>
                    </a:lnTo>
                    <a:cubicBezTo>
                      <a:pt x="4433" y="10074"/>
                      <a:pt x="4389" y="10184"/>
                      <a:pt x="4389" y="10294"/>
                    </a:cubicBezTo>
                    <a:cubicBezTo>
                      <a:pt x="4389" y="10503"/>
                      <a:pt x="4553" y="10679"/>
                      <a:pt x="4762" y="10679"/>
                    </a:cubicBezTo>
                    <a:cubicBezTo>
                      <a:pt x="4982" y="10679"/>
                      <a:pt x="5147" y="10503"/>
                      <a:pt x="5147" y="10294"/>
                    </a:cubicBezTo>
                    <a:cubicBezTo>
                      <a:pt x="5147" y="10085"/>
                      <a:pt x="4982" y="9909"/>
                      <a:pt x="4762" y="9909"/>
                    </a:cubicBezTo>
                    <a:cubicBezTo>
                      <a:pt x="4718" y="9909"/>
                      <a:pt x="4663" y="9920"/>
                      <a:pt x="4619" y="9942"/>
                    </a:cubicBezTo>
                    <a:lnTo>
                      <a:pt x="166" y="3784"/>
                    </a:lnTo>
                    <a:lnTo>
                      <a:pt x="3333" y="451"/>
                    </a:lnTo>
                    <a:lnTo>
                      <a:pt x="8073" y="451"/>
                    </a:lnTo>
                    <a:lnTo>
                      <a:pt x="12460" y="5400"/>
                    </a:lnTo>
                    <a:lnTo>
                      <a:pt x="37468" y="5400"/>
                    </a:lnTo>
                    <a:lnTo>
                      <a:pt x="34741" y="451"/>
                    </a:lnTo>
                    <a:lnTo>
                      <a:pt x="50148" y="451"/>
                    </a:lnTo>
                    <a:cubicBezTo>
                      <a:pt x="50181" y="627"/>
                      <a:pt x="50335" y="770"/>
                      <a:pt x="50522" y="770"/>
                    </a:cubicBezTo>
                    <a:cubicBezTo>
                      <a:pt x="50731" y="770"/>
                      <a:pt x="50906" y="594"/>
                      <a:pt x="50906" y="385"/>
                    </a:cubicBezTo>
                    <a:cubicBezTo>
                      <a:pt x="50906" y="176"/>
                      <a:pt x="50731" y="1"/>
                      <a:pt x="50522"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5" name="Google Shape;50095;p53"/>
              <p:cNvSpPr/>
              <p:nvPr/>
            </p:nvSpPr>
            <p:spPr>
              <a:xfrm>
                <a:off x="4985300" y="2552025"/>
                <a:ext cx="1002425" cy="364575"/>
              </a:xfrm>
              <a:custGeom>
                <a:avLst/>
                <a:gdLst/>
                <a:ahLst/>
                <a:cxnLst/>
                <a:rect l="l" t="t" r="r" b="b"/>
                <a:pathLst>
                  <a:path w="40097" h="14583" extrusionOk="0">
                    <a:moveTo>
                      <a:pt x="10008" y="1"/>
                    </a:moveTo>
                    <a:lnTo>
                      <a:pt x="13571" y="5873"/>
                    </a:lnTo>
                    <a:lnTo>
                      <a:pt x="1" y="5873"/>
                    </a:lnTo>
                    <a:lnTo>
                      <a:pt x="6192" y="14242"/>
                    </a:lnTo>
                    <a:lnTo>
                      <a:pt x="6203" y="14264"/>
                    </a:lnTo>
                    <a:lnTo>
                      <a:pt x="15947" y="14264"/>
                    </a:lnTo>
                    <a:cubicBezTo>
                      <a:pt x="15969" y="14451"/>
                      <a:pt x="16123" y="14583"/>
                      <a:pt x="16310" y="14583"/>
                    </a:cubicBezTo>
                    <a:cubicBezTo>
                      <a:pt x="16519" y="14583"/>
                      <a:pt x="16695" y="14418"/>
                      <a:pt x="16695" y="14209"/>
                    </a:cubicBezTo>
                    <a:cubicBezTo>
                      <a:pt x="16695" y="13989"/>
                      <a:pt x="16519" y="13824"/>
                      <a:pt x="16310" y="13824"/>
                    </a:cubicBezTo>
                    <a:cubicBezTo>
                      <a:pt x="16123" y="13824"/>
                      <a:pt x="15969" y="13956"/>
                      <a:pt x="15947" y="14143"/>
                    </a:cubicBezTo>
                    <a:lnTo>
                      <a:pt x="6269" y="14143"/>
                    </a:lnTo>
                    <a:lnTo>
                      <a:pt x="243" y="5994"/>
                    </a:lnTo>
                    <a:lnTo>
                      <a:pt x="13791" y="5994"/>
                    </a:lnTo>
                    <a:lnTo>
                      <a:pt x="10228" y="133"/>
                    </a:lnTo>
                    <a:lnTo>
                      <a:pt x="21907" y="133"/>
                    </a:lnTo>
                    <a:lnTo>
                      <a:pt x="28176" y="8293"/>
                    </a:lnTo>
                    <a:lnTo>
                      <a:pt x="28198" y="8315"/>
                    </a:lnTo>
                    <a:lnTo>
                      <a:pt x="39338" y="8315"/>
                    </a:lnTo>
                    <a:cubicBezTo>
                      <a:pt x="39338" y="8326"/>
                      <a:pt x="39327" y="8326"/>
                      <a:pt x="39327" y="8337"/>
                    </a:cubicBezTo>
                    <a:cubicBezTo>
                      <a:pt x="39327" y="8545"/>
                      <a:pt x="39503" y="8721"/>
                      <a:pt x="39712" y="8721"/>
                    </a:cubicBezTo>
                    <a:cubicBezTo>
                      <a:pt x="39931" y="8721"/>
                      <a:pt x="40096" y="8545"/>
                      <a:pt x="40096" y="8337"/>
                    </a:cubicBezTo>
                    <a:cubicBezTo>
                      <a:pt x="40096" y="8128"/>
                      <a:pt x="39931" y="7952"/>
                      <a:pt x="39712" y="7952"/>
                    </a:cubicBezTo>
                    <a:cubicBezTo>
                      <a:pt x="39558" y="7952"/>
                      <a:pt x="39415" y="8051"/>
                      <a:pt x="39360" y="8194"/>
                    </a:cubicBezTo>
                    <a:lnTo>
                      <a:pt x="28253" y="8194"/>
                    </a:lnTo>
                    <a:lnTo>
                      <a:pt x="21995" y="34"/>
                    </a:lnTo>
                    <a:lnTo>
                      <a:pt x="21973" y="1"/>
                    </a:ln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6" name="Google Shape;50096;p53"/>
              <p:cNvSpPr/>
              <p:nvPr/>
            </p:nvSpPr>
            <p:spPr>
              <a:xfrm>
                <a:off x="5143950" y="2790950"/>
                <a:ext cx="843775" cy="125925"/>
              </a:xfrm>
              <a:custGeom>
                <a:avLst/>
                <a:gdLst/>
                <a:ahLst/>
                <a:cxnLst/>
                <a:rect l="l" t="t" r="r" b="b"/>
                <a:pathLst>
                  <a:path w="33751" h="5037" extrusionOk="0">
                    <a:moveTo>
                      <a:pt x="385" y="0"/>
                    </a:moveTo>
                    <a:cubicBezTo>
                      <a:pt x="176" y="0"/>
                      <a:pt x="0" y="176"/>
                      <a:pt x="0" y="385"/>
                    </a:cubicBezTo>
                    <a:cubicBezTo>
                      <a:pt x="0" y="605"/>
                      <a:pt x="176" y="770"/>
                      <a:pt x="385" y="770"/>
                    </a:cubicBezTo>
                    <a:cubicBezTo>
                      <a:pt x="594" y="770"/>
                      <a:pt x="748" y="616"/>
                      <a:pt x="759" y="418"/>
                    </a:cubicBezTo>
                    <a:lnTo>
                      <a:pt x="11679" y="418"/>
                    </a:lnTo>
                    <a:lnTo>
                      <a:pt x="15385" y="4685"/>
                    </a:lnTo>
                    <a:lnTo>
                      <a:pt x="15407" y="4707"/>
                    </a:lnTo>
                    <a:lnTo>
                      <a:pt x="33003" y="4707"/>
                    </a:lnTo>
                    <a:cubicBezTo>
                      <a:pt x="33025" y="4894"/>
                      <a:pt x="33179" y="5037"/>
                      <a:pt x="33366" y="5037"/>
                    </a:cubicBezTo>
                    <a:cubicBezTo>
                      <a:pt x="33585" y="5037"/>
                      <a:pt x="33750" y="4861"/>
                      <a:pt x="33750" y="4652"/>
                    </a:cubicBezTo>
                    <a:cubicBezTo>
                      <a:pt x="33750" y="4432"/>
                      <a:pt x="33585" y="4267"/>
                      <a:pt x="33366" y="4267"/>
                    </a:cubicBezTo>
                    <a:cubicBezTo>
                      <a:pt x="33179" y="4267"/>
                      <a:pt x="33025" y="4399"/>
                      <a:pt x="33003" y="4586"/>
                    </a:cubicBezTo>
                    <a:lnTo>
                      <a:pt x="15462" y="4586"/>
                    </a:lnTo>
                    <a:lnTo>
                      <a:pt x="11756" y="308"/>
                    </a:lnTo>
                    <a:lnTo>
                      <a:pt x="11734" y="286"/>
                    </a:lnTo>
                    <a:lnTo>
                      <a:pt x="748" y="286"/>
                    </a:lnTo>
                    <a:cubicBezTo>
                      <a:pt x="704" y="121"/>
                      <a:pt x="561"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7" name="Google Shape;50097;p53"/>
              <p:cNvSpPr/>
              <p:nvPr/>
            </p:nvSpPr>
            <p:spPr>
              <a:xfrm>
                <a:off x="4322725" y="3083475"/>
                <a:ext cx="296400" cy="168000"/>
              </a:xfrm>
              <a:custGeom>
                <a:avLst/>
                <a:gdLst/>
                <a:ahLst/>
                <a:cxnLst/>
                <a:rect l="l" t="t" r="r" b="b"/>
                <a:pathLst>
                  <a:path w="11856" h="6720" extrusionOk="0">
                    <a:moveTo>
                      <a:pt x="386" y="0"/>
                    </a:moveTo>
                    <a:cubicBezTo>
                      <a:pt x="199" y="0"/>
                      <a:pt x="45" y="132"/>
                      <a:pt x="23" y="319"/>
                    </a:cubicBezTo>
                    <a:lnTo>
                      <a:pt x="1" y="319"/>
                    </a:lnTo>
                    <a:lnTo>
                      <a:pt x="1" y="374"/>
                    </a:lnTo>
                    <a:lnTo>
                      <a:pt x="1" y="440"/>
                    </a:lnTo>
                    <a:lnTo>
                      <a:pt x="23" y="440"/>
                    </a:lnTo>
                    <a:cubicBezTo>
                      <a:pt x="45" y="616"/>
                      <a:pt x="199" y="759"/>
                      <a:pt x="386" y="759"/>
                    </a:cubicBezTo>
                    <a:cubicBezTo>
                      <a:pt x="573" y="759"/>
                      <a:pt x="727" y="616"/>
                      <a:pt x="759" y="440"/>
                    </a:cubicBezTo>
                    <a:lnTo>
                      <a:pt x="8073" y="440"/>
                    </a:lnTo>
                    <a:lnTo>
                      <a:pt x="11636" y="6279"/>
                    </a:lnTo>
                    <a:lnTo>
                      <a:pt x="3817" y="6279"/>
                    </a:lnTo>
                    <a:cubicBezTo>
                      <a:pt x="3784" y="6093"/>
                      <a:pt x="3641" y="5961"/>
                      <a:pt x="3443" y="5961"/>
                    </a:cubicBezTo>
                    <a:cubicBezTo>
                      <a:pt x="3234" y="5961"/>
                      <a:pt x="3069" y="6126"/>
                      <a:pt x="3069" y="6334"/>
                    </a:cubicBezTo>
                    <a:cubicBezTo>
                      <a:pt x="3069" y="6554"/>
                      <a:pt x="3234" y="6719"/>
                      <a:pt x="3443" y="6719"/>
                    </a:cubicBezTo>
                    <a:cubicBezTo>
                      <a:pt x="3641" y="6719"/>
                      <a:pt x="3784" y="6587"/>
                      <a:pt x="3817" y="6400"/>
                    </a:cubicBezTo>
                    <a:lnTo>
                      <a:pt x="11856" y="6400"/>
                    </a:lnTo>
                    <a:lnTo>
                      <a:pt x="8161" y="352"/>
                    </a:lnTo>
                    <a:lnTo>
                      <a:pt x="8139" y="319"/>
                    </a:lnTo>
                    <a:lnTo>
                      <a:pt x="759" y="319"/>
                    </a:lnTo>
                    <a:cubicBezTo>
                      <a:pt x="727" y="132"/>
                      <a:pt x="573"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8" name="Google Shape;50098;p53"/>
              <p:cNvSpPr/>
              <p:nvPr/>
            </p:nvSpPr>
            <p:spPr>
              <a:xfrm>
                <a:off x="4779375" y="3009225"/>
                <a:ext cx="1208350" cy="152350"/>
              </a:xfrm>
              <a:custGeom>
                <a:avLst/>
                <a:gdLst/>
                <a:ahLst/>
                <a:cxnLst/>
                <a:rect l="l" t="t" r="r" b="b"/>
                <a:pathLst>
                  <a:path w="48334" h="6094" extrusionOk="0">
                    <a:moveTo>
                      <a:pt x="47949" y="1"/>
                    </a:moveTo>
                    <a:cubicBezTo>
                      <a:pt x="47762" y="1"/>
                      <a:pt x="47608" y="144"/>
                      <a:pt x="47586" y="320"/>
                    </a:cubicBezTo>
                    <a:lnTo>
                      <a:pt x="15859" y="320"/>
                    </a:lnTo>
                    <a:lnTo>
                      <a:pt x="18509" y="5653"/>
                    </a:lnTo>
                    <a:lnTo>
                      <a:pt x="749" y="5653"/>
                    </a:lnTo>
                    <a:cubicBezTo>
                      <a:pt x="716" y="5466"/>
                      <a:pt x="573" y="5334"/>
                      <a:pt x="375" y="5334"/>
                    </a:cubicBezTo>
                    <a:cubicBezTo>
                      <a:pt x="166" y="5334"/>
                      <a:pt x="1" y="5499"/>
                      <a:pt x="1" y="5719"/>
                    </a:cubicBezTo>
                    <a:cubicBezTo>
                      <a:pt x="1" y="5928"/>
                      <a:pt x="166" y="6093"/>
                      <a:pt x="375" y="6093"/>
                    </a:cubicBezTo>
                    <a:cubicBezTo>
                      <a:pt x="573" y="6093"/>
                      <a:pt x="716" y="5961"/>
                      <a:pt x="749" y="5774"/>
                    </a:cubicBezTo>
                    <a:lnTo>
                      <a:pt x="18707" y="5774"/>
                    </a:lnTo>
                    <a:lnTo>
                      <a:pt x="16068" y="441"/>
                    </a:lnTo>
                    <a:lnTo>
                      <a:pt x="47586" y="441"/>
                    </a:lnTo>
                    <a:cubicBezTo>
                      <a:pt x="47608" y="628"/>
                      <a:pt x="47762" y="771"/>
                      <a:pt x="47949" y="771"/>
                    </a:cubicBezTo>
                    <a:cubicBezTo>
                      <a:pt x="48168" y="771"/>
                      <a:pt x="48333" y="595"/>
                      <a:pt x="48333" y="386"/>
                    </a:cubicBezTo>
                    <a:cubicBezTo>
                      <a:pt x="48333" y="166"/>
                      <a:pt x="48168" y="1"/>
                      <a:pt x="47949"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9" name="Google Shape;50099;p53"/>
              <p:cNvSpPr/>
              <p:nvPr/>
            </p:nvSpPr>
            <p:spPr>
              <a:xfrm>
                <a:off x="4970450" y="3083475"/>
                <a:ext cx="1017275" cy="256800"/>
              </a:xfrm>
              <a:custGeom>
                <a:avLst/>
                <a:gdLst/>
                <a:ahLst/>
                <a:cxnLst/>
                <a:rect l="l" t="t" r="r" b="b"/>
                <a:pathLst>
                  <a:path w="40691" h="10272" extrusionOk="0">
                    <a:moveTo>
                      <a:pt x="40306" y="0"/>
                    </a:moveTo>
                    <a:cubicBezTo>
                      <a:pt x="40119" y="0"/>
                      <a:pt x="39965" y="132"/>
                      <a:pt x="39943" y="319"/>
                    </a:cubicBezTo>
                    <a:lnTo>
                      <a:pt x="14176" y="319"/>
                    </a:lnTo>
                    <a:lnTo>
                      <a:pt x="18597" y="9832"/>
                    </a:lnTo>
                    <a:lnTo>
                      <a:pt x="760" y="9832"/>
                    </a:lnTo>
                    <a:cubicBezTo>
                      <a:pt x="727" y="9645"/>
                      <a:pt x="573" y="9513"/>
                      <a:pt x="386" y="9513"/>
                    </a:cubicBezTo>
                    <a:cubicBezTo>
                      <a:pt x="177" y="9513"/>
                      <a:pt x="1" y="9678"/>
                      <a:pt x="1" y="9898"/>
                    </a:cubicBezTo>
                    <a:cubicBezTo>
                      <a:pt x="1" y="10106"/>
                      <a:pt x="177" y="10271"/>
                      <a:pt x="386" y="10271"/>
                    </a:cubicBezTo>
                    <a:cubicBezTo>
                      <a:pt x="573" y="10271"/>
                      <a:pt x="727" y="10139"/>
                      <a:pt x="760" y="9953"/>
                    </a:cubicBezTo>
                    <a:lnTo>
                      <a:pt x="18795" y="9953"/>
                    </a:lnTo>
                    <a:lnTo>
                      <a:pt x="14363" y="440"/>
                    </a:lnTo>
                    <a:lnTo>
                      <a:pt x="39943" y="440"/>
                    </a:lnTo>
                    <a:cubicBezTo>
                      <a:pt x="39965" y="627"/>
                      <a:pt x="40119" y="759"/>
                      <a:pt x="40306" y="759"/>
                    </a:cubicBezTo>
                    <a:cubicBezTo>
                      <a:pt x="40525" y="759"/>
                      <a:pt x="40690" y="594"/>
                      <a:pt x="40690" y="374"/>
                    </a:cubicBezTo>
                    <a:cubicBezTo>
                      <a:pt x="40690" y="165"/>
                      <a:pt x="40525" y="0"/>
                      <a:pt x="4030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0" name="Google Shape;50100;p53"/>
              <p:cNvSpPr/>
              <p:nvPr/>
            </p:nvSpPr>
            <p:spPr>
              <a:xfrm>
                <a:off x="5042775" y="3441150"/>
                <a:ext cx="525400" cy="178175"/>
              </a:xfrm>
              <a:custGeom>
                <a:avLst/>
                <a:gdLst/>
                <a:ahLst/>
                <a:cxnLst/>
                <a:rect l="l" t="t" r="r" b="b"/>
                <a:pathLst>
                  <a:path w="21016" h="7127" extrusionOk="0">
                    <a:moveTo>
                      <a:pt x="385" y="0"/>
                    </a:moveTo>
                    <a:cubicBezTo>
                      <a:pt x="176" y="0"/>
                      <a:pt x="0" y="165"/>
                      <a:pt x="0" y="385"/>
                    </a:cubicBezTo>
                    <a:cubicBezTo>
                      <a:pt x="0" y="594"/>
                      <a:pt x="176" y="759"/>
                      <a:pt x="385" y="759"/>
                    </a:cubicBezTo>
                    <a:cubicBezTo>
                      <a:pt x="572" y="759"/>
                      <a:pt x="726" y="627"/>
                      <a:pt x="759" y="440"/>
                    </a:cubicBezTo>
                    <a:lnTo>
                      <a:pt x="20840" y="440"/>
                    </a:lnTo>
                    <a:lnTo>
                      <a:pt x="18442" y="6687"/>
                    </a:lnTo>
                    <a:lnTo>
                      <a:pt x="5895" y="6687"/>
                    </a:lnTo>
                    <a:cubicBezTo>
                      <a:pt x="5873" y="6500"/>
                      <a:pt x="5719" y="6368"/>
                      <a:pt x="5532" y="6368"/>
                    </a:cubicBezTo>
                    <a:cubicBezTo>
                      <a:pt x="5323" y="6368"/>
                      <a:pt x="5147" y="6533"/>
                      <a:pt x="5147" y="6753"/>
                    </a:cubicBezTo>
                    <a:cubicBezTo>
                      <a:pt x="5147" y="6962"/>
                      <a:pt x="5323" y="7126"/>
                      <a:pt x="5532" y="7126"/>
                    </a:cubicBezTo>
                    <a:cubicBezTo>
                      <a:pt x="5719" y="7126"/>
                      <a:pt x="5873" y="6995"/>
                      <a:pt x="5895" y="6808"/>
                    </a:cubicBezTo>
                    <a:lnTo>
                      <a:pt x="18530" y="6808"/>
                    </a:lnTo>
                    <a:lnTo>
                      <a:pt x="21016" y="319"/>
                    </a:lnTo>
                    <a:lnTo>
                      <a:pt x="759" y="319"/>
                    </a:lnTo>
                    <a:cubicBezTo>
                      <a:pt x="726" y="132"/>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1" name="Google Shape;50101;p53"/>
              <p:cNvSpPr/>
              <p:nvPr/>
            </p:nvSpPr>
            <p:spPr>
              <a:xfrm>
                <a:off x="5619300" y="3263550"/>
                <a:ext cx="358800" cy="19275"/>
              </a:xfrm>
              <a:custGeom>
                <a:avLst/>
                <a:gdLst/>
                <a:ahLst/>
                <a:cxnLst/>
                <a:rect l="l" t="t" r="r" b="b"/>
                <a:pathLst>
                  <a:path w="14352" h="771" extrusionOk="0">
                    <a:moveTo>
                      <a:pt x="385" y="0"/>
                    </a:moveTo>
                    <a:cubicBezTo>
                      <a:pt x="176" y="0"/>
                      <a:pt x="0" y="176"/>
                      <a:pt x="0" y="385"/>
                    </a:cubicBezTo>
                    <a:cubicBezTo>
                      <a:pt x="0" y="594"/>
                      <a:pt x="176" y="770"/>
                      <a:pt x="385" y="770"/>
                    </a:cubicBezTo>
                    <a:cubicBezTo>
                      <a:pt x="583" y="770"/>
                      <a:pt x="726" y="627"/>
                      <a:pt x="759" y="440"/>
                    </a:cubicBezTo>
                    <a:lnTo>
                      <a:pt x="13604" y="440"/>
                    </a:lnTo>
                    <a:cubicBezTo>
                      <a:pt x="13637" y="616"/>
                      <a:pt x="13780" y="759"/>
                      <a:pt x="13967" y="759"/>
                    </a:cubicBezTo>
                    <a:cubicBezTo>
                      <a:pt x="14165" y="759"/>
                      <a:pt x="14308" y="616"/>
                      <a:pt x="14341" y="440"/>
                    </a:cubicBezTo>
                    <a:lnTo>
                      <a:pt x="14352" y="440"/>
                    </a:lnTo>
                    <a:lnTo>
                      <a:pt x="14352" y="319"/>
                    </a:lnTo>
                    <a:lnTo>
                      <a:pt x="14341" y="319"/>
                    </a:lnTo>
                    <a:cubicBezTo>
                      <a:pt x="14308" y="132"/>
                      <a:pt x="14165" y="0"/>
                      <a:pt x="13967" y="0"/>
                    </a:cubicBezTo>
                    <a:cubicBezTo>
                      <a:pt x="13780" y="0"/>
                      <a:pt x="13637" y="132"/>
                      <a:pt x="13604" y="319"/>
                    </a:cubicBezTo>
                    <a:lnTo>
                      <a:pt x="748" y="319"/>
                    </a:lnTo>
                    <a:cubicBezTo>
                      <a:pt x="715" y="143"/>
                      <a:pt x="572"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2" name="Google Shape;50102;p53"/>
              <p:cNvSpPr/>
              <p:nvPr/>
            </p:nvSpPr>
            <p:spPr>
              <a:xfrm>
                <a:off x="5092250" y="3520600"/>
                <a:ext cx="372550" cy="20375"/>
              </a:xfrm>
              <a:custGeom>
                <a:avLst/>
                <a:gdLst/>
                <a:ahLst/>
                <a:cxnLst/>
                <a:rect l="l" t="t" r="r" b="b"/>
                <a:pathLst>
                  <a:path w="14902" h="815" extrusionOk="0">
                    <a:moveTo>
                      <a:pt x="386" y="1"/>
                    </a:moveTo>
                    <a:cubicBezTo>
                      <a:pt x="188" y="1"/>
                      <a:pt x="1" y="176"/>
                      <a:pt x="1" y="385"/>
                    </a:cubicBezTo>
                    <a:cubicBezTo>
                      <a:pt x="1" y="594"/>
                      <a:pt x="177" y="770"/>
                      <a:pt x="386" y="770"/>
                    </a:cubicBezTo>
                    <a:cubicBezTo>
                      <a:pt x="562" y="770"/>
                      <a:pt x="705" y="649"/>
                      <a:pt x="749" y="484"/>
                    </a:cubicBezTo>
                    <a:lnTo>
                      <a:pt x="14154" y="484"/>
                    </a:lnTo>
                    <a:cubicBezTo>
                      <a:pt x="14187" y="671"/>
                      <a:pt x="14330" y="814"/>
                      <a:pt x="14528" y="814"/>
                    </a:cubicBezTo>
                    <a:cubicBezTo>
                      <a:pt x="14737" y="814"/>
                      <a:pt x="14902" y="638"/>
                      <a:pt x="14902" y="429"/>
                    </a:cubicBezTo>
                    <a:cubicBezTo>
                      <a:pt x="14902" y="209"/>
                      <a:pt x="14737" y="45"/>
                      <a:pt x="14528" y="45"/>
                    </a:cubicBezTo>
                    <a:cubicBezTo>
                      <a:pt x="14330" y="45"/>
                      <a:pt x="14187" y="187"/>
                      <a:pt x="14154" y="363"/>
                    </a:cubicBezTo>
                    <a:lnTo>
                      <a:pt x="771" y="363"/>
                    </a:lnTo>
                    <a:cubicBezTo>
                      <a:pt x="760" y="165"/>
                      <a:pt x="595"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3" name="Google Shape;50103;p53"/>
              <p:cNvSpPr/>
              <p:nvPr/>
            </p:nvSpPr>
            <p:spPr>
              <a:xfrm>
                <a:off x="3406125" y="2312850"/>
                <a:ext cx="1618525" cy="206500"/>
              </a:xfrm>
              <a:custGeom>
                <a:avLst/>
                <a:gdLst/>
                <a:ahLst/>
                <a:cxnLst/>
                <a:rect l="l" t="t" r="r" b="b"/>
                <a:pathLst>
                  <a:path w="64741" h="8260" extrusionOk="0">
                    <a:moveTo>
                      <a:pt x="64356" y="0"/>
                    </a:moveTo>
                    <a:cubicBezTo>
                      <a:pt x="64169" y="0"/>
                      <a:pt x="64026" y="132"/>
                      <a:pt x="63993" y="319"/>
                    </a:cubicBezTo>
                    <a:lnTo>
                      <a:pt x="35818" y="319"/>
                    </a:lnTo>
                    <a:lnTo>
                      <a:pt x="28868" y="7753"/>
                    </a:lnTo>
                    <a:lnTo>
                      <a:pt x="737" y="7753"/>
                    </a:lnTo>
                    <a:cubicBezTo>
                      <a:pt x="682" y="7610"/>
                      <a:pt x="550" y="7500"/>
                      <a:pt x="385" y="7500"/>
                    </a:cubicBezTo>
                    <a:cubicBezTo>
                      <a:pt x="165" y="7500"/>
                      <a:pt x="0" y="7665"/>
                      <a:pt x="0" y="7885"/>
                    </a:cubicBezTo>
                    <a:cubicBezTo>
                      <a:pt x="0" y="8094"/>
                      <a:pt x="165" y="8259"/>
                      <a:pt x="385" y="8259"/>
                    </a:cubicBezTo>
                    <a:cubicBezTo>
                      <a:pt x="594" y="8259"/>
                      <a:pt x="759" y="8094"/>
                      <a:pt x="759" y="7885"/>
                    </a:cubicBezTo>
                    <a:lnTo>
                      <a:pt x="28923" y="7885"/>
                    </a:lnTo>
                    <a:lnTo>
                      <a:pt x="35873" y="440"/>
                    </a:lnTo>
                    <a:lnTo>
                      <a:pt x="63993" y="440"/>
                    </a:lnTo>
                    <a:cubicBezTo>
                      <a:pt x="64026" y="616"/>
                      <a:pt x="64169" y="759"/>
                      <a:pt x="64356" y="759"/>
                    </a:cubicBezTo>
                    <a:cubicBezTo>
                      <a:pt x="64575" y="759"/>
                      <a:pt x="64740" y="594"/>
                      <a:pt x="64740" y="374"/>
                    </a:cubicBezTo>
                    <a:cubicBezTo>
                      <a:pt x="64740" y="165"/>
                      <a:pt x="64575" y="0"/>
                      <a:pt x="6435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4" name="Google Shape;50104;p53"/>
              <p:cNvSpPr/>
              <p:nvPr/>
            </p:nvSpPr>
            <p:spPr>
              <a:xfrm>
                <a:off x="4606725" y="2174000"/>
                <a:ext cx="998575" cy="157850"/>
              </a:xfrm>
              <a:custGeom>
                <a:avLst/>
                <a:gdLst/>
                <a:ahLst/>
                <a:cxnLst/>
                <a:rect l="l" t="t" r="r" b="b"/>
                <a:pathLst>
                  <a:path w="39943" h="6314" extrusionOk="0">
                    <a:moveTo>
                      <a:pt x="386" y="1"/>
                    </a:moveTo>
                    <a:cubicBezTo>
                      <a:pt x="177" y="1"/>
                      <a:pt x="1" y="177"/>
                      <a:pt x="1" y="386"/>
                    </a:cubicBezTo>
                    <a:cubicBezTo>
                      <a:pt x="1" y="595"/>
                      <a:pt x="177" y="771"/>
                      <a:pt x="386" y="771"/>
                    </a:cubicBezTo>
                    <a:cubicBezTo>
                      <a:pt x="573" y="771"/>
                      <a:pt x="727" y="628"/>
                      <a:pt x="749" y="452"/>
                    </a:cubicBezTo>
                    <a:lnTo>
                      <a:pt x="20345" y="452"/>
                    </a:lnTo>
                    <a:lnTo>
                      <a:pt x="23414" y="5994"/>
                    </a:lnTo>
                    <a:lnTo>
                      <a:pt x="39195" y="5994"/>
                    </a:lnTo>
                    <a:cubicBezTo>
                      <a:pt x="39228" y="6181"/>
                      <a:pt x="39371" y="6313"/>
                      <a:pt x="39569" y="6313"/>
                    </a:cubicBezTo>
                    <a:cubicBezTo>
                      <a:pt x="39777" y="6313"/>
                      <a:pt x="39942" y="6148"/>
                      <a:pt x="39942" y="5928"/>
                    </a:cubicBezTo>
                    <a:cubicBezTo>
                      <a:pt x="39942" y="5719"/>
                      <a:pt x="39777" y="5554"/>
                      <a:pt x="39569" y="5554"/>
                    </a:cubicBezTo>
                    <a:cubicBezTo>
                      <a:pt x="39371" y="5554"/>
                      <a:pt x="39228" y="5686"/>
                      <a:pt x="39195" y="5873"/>
                    </a:cubicBezTo>
                    <a:lnTo>
                      <a:pt x="23480" y="5873"/>
                    </a:lnTo>
                    <a:lnTo>
                      <a:pt x="20422" y="320"/>
                    </a:lnTo>
                    <a:lnTo>
                      <a:pt x="749" y="320"/>
                    </a:lnTo>
                    <a:cubicBezTo>
                      <a:pt x="727" y="144"/>
                      <a:pt x="573"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5" name="Google Shape;50105;p53"/>
              <p:cNvSpPr/>
              <p:nvPr/>
            </p:nvSpPr>
            <p:spPr>
              <a:xfrm>
                <a:off x="5421900" y="2603175"/>
                <a:ext cx="193850" cy="232875"/>
              </a:xfrm>
              <a:custGeom>
                <a:avLst/>
                <a:gdLst/>
                <a:ahLst/>
                <a:cxnLst/>
                <a:rect l="l" t="t" r="r" b="b"/>
                <a:pathLst>
                  <a:path w="7754" h="9315" extrusionOk="0">
                    <a:moveTo>
                      <a:pt x="385" y="0"/>
                    </a:moveTo>
                    <a:cubicBezTo>
                      <a:pt x="176" y="0"/>
                      <a:pt x="0" y="165"/>
                      <a:pt x="0" y="385"/>
                    </a:cubicBezTo>
                    <a:cubicBezTo>
                      <a:pt x="0" y="594"/>
                      <a:pt x="176" y="759"/>
                      <a:pt x="385" y="759"/>
                    </a:cubicBezTo>
                    <a:cubicBezTo>
                      <a:pt x="451" y="759"/>
                      <a:pt x="506" y="737"/>
                      <a:pt x="561" y="715"/>
                    </a:cubicBezTo>
                    <a:lnTo>
                      <a:pt x="7082" y="8688"/>
                    </a:lnTo>
                    <a:cubicBezTo>
                      <a:pt x="7027" y="8754"/>
                      <a:pt x="6984" y="8842"/>
                      <a:pt x="6984" y="8941"/>
                    </a:cubicBezTo>
                    <a:cubicBezTo>
                      <a:pt x="6984" y="9150"/>
                      <a:pt x="7159" y="9315"/>
                      <a:pt x="7368" y="9315"/>
                    </a:cubicBezTo>
                    <a:cubicBezTo>
                      <a:pt x="7588" y="9315"/>
                      <a:pt x="7753" y="9150"/>
                      <a:pt x="7753" y="8941"/>
                    </a:cubicBezTo>
                    <a:cubicBezTo>
                      <a:pt x="7753" y="8721"/>
                      <a:pt x="7588" y="8556"/>
                      <a:pt x="7368" y="8556"/>
                    </a:cubicBezTo>
                    <a:cubicBezTo>
                      <a:pt x="7302" y="8556"/>
                      <a:pt x="7236" y="8578"/>
                      <a:pt x="7181" y="8611"/>
                    </a:cubicBezTo>
                    <a:lnTo>
                      <a:pt x="660" y="638"/>
                    </a:lnTo>
                    <a:cubicBezTo>
                      <a:pt x="726" y="572"/>
                      <a:pt x="770" y="484"/>
                      <a:pt x="770" y="385"/>
                    </a:cubicBezTo>
                    <a:cubicBezTo>
                      <a:pt x="770" y="165"/>
                      <a:pt x="594" y="0"/>
                      <a:pt x="385"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6" name="Google Shape;50106;p53"/>
              <p:cNvSpPr/>
              <p:nvPr/>
            </p:nvSpPr>
            <p:spPr>
              <a:xfrm>
                <a:off x="4356550" y="2571000"/>
                <a:ext cx="705500" cy="401425"/>
              </a:xfrm>
              <a:custGeom>
                <a:avLst/>
                <a:gdLst/>
                <a:ahLst/>
                <a:cxnLst/>
                <a:rect l="l" t="t" r="r" b="b"/>
                <a:pathLst>
                  <a:path w="28220" h="16057" extrusionOk="0">
                    <a:moveTo>
                      <a:pt x="385" y="1"/>
                    </a:moveTo>
                    <a:cubicBezTo>
                      <a:pt x="176" y="1"/>
                      <a:pt x="0" y="165"/>
                      <a:pt x="0" y="385"/>
                    </a:cubicBezTo>
                    <a:cubicBezTo>
                      <a:pt x="0" y="594"/>
                      <a:pt x="176" y="770"/>
                      <a:pt x="385" y="770"/>
                    </a:cubicBezTo>
                    <a:cubicBezTo>
                      <a:pt x="451" y="770"/>
                      <a:pt x="506" y="748"/>
                      <a:pt x="561" y="726"/>
                    </a:cubicBezTo>
                    <a:lnTo>
                      <a:pt x="3805" y="5213"/>
                    </a:lnTo>
                    <a:lnTo>
                      <a:pt x="3827" y="5235"/>
                    </a:lnTo>
                    <a:lnTo>
                      <a:pt x="20191" y="5235"/>
                    </a:lnTo>
                    <a:lnTo>
                      <a:pt x="27537" y="15451"/>
                    </a:lnTo>
                    <a:cubicBezTo>
                      <a:pt x="27482" y="15506"/>
                      <a:pt x="27449" y="15583"/>
                      <a:pt x="27449" y="15671"/>
                    </a:cubicBezTo>
                    <a:cubicBezTo>
                      <a:pt x="27449" y="15891"/>
                      <a:pt x="27625" y="16056"/>
                      <a:pt x="27834" y="16056"/>
                    </a:cubicBezTo>
                    <a:cubicBezTo>
                      <a:pt x="28043" y="16056"/>
                      <a:pt x="28219" y="15891"/>
                      <a:pt x="28219" y="15682"/>
                    </a:cubicBezTo>
                    <a:cubicBezTo>
                      <a:pt x="28219" y="15462"/>
                      <a:pt x="28043" y="15297"/>
                      <a:pt x="27834" y="15297"/>
                    </a:cubicBezTo>
                    <a:cubicBezTo>
                      <a:pt x="27757" y="15297"/>
                      <a:pt x="27680" y="15319"/>
                      <a:pt x="27625" y="15363"/>
                    </a:cubicBezTo>
                    <a:lnTo>
                      <a:pt x="20279" y="5136"/>
                    </a:lnTo>
                    <a:lnTo>
                      <a:pt x="20257" y="5114"/>
                    </a:lnTo>
                    <a:lnTo>
                      <a:pt x="3893" y="5114"/>
                    </a:lnTo>
                    <a:lnTo>
                      <a:pt x="660" y="649"/>
                    </a:lnTo>
                    <a:cubicBezTo>
                      <a:pt x="726" y="583"/>
                      <a:pt x="770" y="484"/>
                      <a:pt x="770" y="385"/>
                    </a:cubicBezTo>
                    <a:cubicBezTo>
                      <a:pt x="770" y="165"/>
                      <a:pt x="594" y="1"/>
                      <a:pt x="385"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7" name="Google Shape;50107;p53"/>
              <p:cNvSpPr/>
              <p:nvPr/>
            </p:nvSpPr>
            <p:spPr>
              <a:xfrm>
                <a:off x="5502725" y="3174475"/>
                <a:ext cx="475375" cy="197425"/>
              </a:xfrm>
              <a:custGeom>
                <a:avLst/>
                <a:gdLst/>
                <a:ahLst/>
                <a:cxnLst/>
                <a:rect l="l" t="t" r="r" b="b"/>
                <a:pathLst>
                  <a:path w="19015" h="7897" extrusionOk="0">
                    <a:moveTo>
                      <a:pt x="18630" y="0"/>
                    </a:moveTo>
                    <a:cubicBezTo>
                      <a:pt x="18443" y="0"/>
                      <a:pt x="18289" y="143"/>
                      <a:pt x="18267" y="319"/>
                    </a:cubicBezTo>
                    <a:lnTo>
                      <a:pt x="0" y="319"/>
                    </a:lnTo>
                    <a:lnTo>
                      <a:pt x="2464" y="7511"/>
                    </a:lnTo>
                    <a:lnTo>
                      <a:pt x="2475" y="7555"/>
                    </a:lnTo>
                    <a:lnTo>
                      <a:pt x="18256" y="7555"/>
                    </a:lnTo>
                    <a:cubicBezTo>
                      <a:pt x="18278" y="7742"/>
                      <a:pt x="18432" y="7896"/>
                      <a:pt x="18630" y="7896"/>
                    </a:cubicBezTo>
                    <a:cubicBezTo>
                      <a:pt x="18828" y="7896"/>
                      <a:pt x="18993" y="7742"/>
                      <a:pt x="19004" y="7555"/>
                    </a:cubicBezTo>
                    <a:lnTo>
                      <a:pt x="19015" y="7555"/>
                    </a:lnTo>
                    <a:lnTo>
                      <a:pt x="19015" y="7434"/>
                    </a:lnTo>
                    <a:lnTo>
                      <a:pt x="19004" y="7434"/>
                    </a:lnTo>
                    <a:cubicBezTo>
                      <a:pt x="18960" y="7269"/>
                      <a:pt x="18817" y="7137"/>
                      <a:pt x="18630" y="7137"/>
                    </a:cubicBezTo>
                    <a:cubicBezTo>
                      <a:pt x="18454" y="7137"/>
                      <a:pt x="18311" y="7269"/>
                      <a:pt x="18267" y="7434"/>
                    </a:cubicBezTo>
                    <a:lnTo>
                      <a:pt x="2574" y="7434"/>
                    </a:lnTo>
                    <a:lnTo>
                      <a:pt x="176" y="451"/>
                    </a:lnTo>
                    <a:lnTo>
                      <a:pt x="18267" y="451"/>
                    </a:lnTo>
                    <a:cubicBezTo>
                      <a:pt x="18289" y="627"/>
                      <a:pt x="18443" y="770"/>
                      <a:pt x="18630" y="770"/>
                    </a:cubicBezTo>
                    <a:cubicBezTo>
                      <a:pt x="18850" y="770"/>
                      <a:pt x="19015" y="594"/>
                      <a:pt x="19015" y="385"/>
                    </a:cubicBezTo>
                    <a:cubicBezTo>
                      <a:pt x="19015" y="176"/>
                      <a:pt x="18850" y="0"/>
                      <a:pt x="18630"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8" name="Google Shape;50108;p53"/>
              <p:cNvSpPr/>
              <p:nvPr/>
            </p:nvSpPr>
            <p:spPr>
              <a:xfrm>
                <a:off x="5276175" y="3246775"/>
                <a:ext cx="19275" cy="19275"/>
              </a:xfrm>
              <a:custGeom>
                <a:avLst/>
                <a:gdLst/>
                <a:ahLst/>
                <a:cxnLst/>
                <a:rect l="l" t="t" r="r" b="b"/>
                <a:pathLst>
                  <a:path w="771" h="771" extrusionOk="0">
                    <a:moveTo>
                      <a:pt x="386" y="0"/>
                    </a:moveTo>
                    <a:cubicBezTo>
                      <a:pt x="177" y="0"/>
                      <a:pt x="1" y="176"/>
                      <a:pt x="1" y="385"/>
                    </a:cubicBezTo>
                    <a:cubicBezTo>
                      <a:pt x="1" y="594"/>
                      <a:pt x="177" y="770"/>
                      <a:pt x="386" y="770"/>
                    </a:cubicBezTo>
                    <a:cubicBezTo>
                      <a:pt x="595" y="770"/>
                      <a:pt x="771" y="594"/>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9" name="Google Shape;50109;p53"/>
              <p:cNvSpPr/>
              <p:nvPr/>
            </p:nvSpPr>
            <p:spPr>
              <a:xfrm>
                <a:off x="4329875" y="2878925"/>
                <a:ext cx="374475" cy="19275"/>
              </a:xfrm>
              <a:custGeom>
                <a:avLst/>
                <a:gdLst/>
                <a:ahLst/>
                <a:cxnLst/>
                <a:rect l="l" t="t" r="r" b="b"/>
                <a:pathLst>
                  <a:path w="14979" h="771" extrusionOk="0">
                    <a:moveTo>
                      <a:pt x="386" y="0"/>
                    </a:moveTo>
                    <a:cubicBezTo>
                      <a:pt x="166" y="0"/>
                      <a:pt x="1" y="176"/>
                      <a:pt x="1" y="385"/>
                    </a:cubicBezTo>
                    <a:cubicBezTo>
                      <a:pt x="1" y="594"/>
                      <a:pt x="166" y="770"/>
                      <a:pt x="386" y="770"/>
                    </a:cubicBezTo>
                    <a:cubicBezTo>
                      <a:pt x="572" y="770"/>
                      <a:pt x="715" y="627"/>
                      <a:pt x="748" y="451"/>
                    </a:cubicBezTo>
                    <a:lnTo>
                      <a:pt x="14231" y="451"/>
                    </a:lnTo>
                    <a:cubicBezTo>
                      <a:pt x="14253" y="627"/>
                      <a:pt x="14407" y="770"/>
                      <a:pt x="14594" y="770"/>
                    </a:cubicBezTo>
                    <a:cubicBezTo>
                      <a:pt x="14814" y="770"/>
                      <a:pt x="14979" y="594"/>
                      <a:pt x="14979" y="385"/>
                    </a:cubicBezTo>
                    <a:cubicBezTo>
                      <a:pt x="14979" y="176"/>
                      <a:pt x="14814" y="0"/>
                      <a:pt x="14594" y="0"/>
                    </a:cubicBezTo>
                    <a:cubicBezTo>
                      <a:pt x="14407" y="0"/>
                      <a:pt x="14253" y="143"/>
                      <a:pt x="14231" y="319"/>
                    </a:cubicBezTo>
                    <a:lnTo>
                      <a:pt x="748" y="319"/>
                    </a:lnTo>
                    <a:cubicBezTo>
                      <a:pt x="715" y="143"/>
                      <a:pt x="572"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0" name="Google Shape;50110;p53"/>
              <p:cNvSpPr/>
              <p:nvPr/>
            </p:nvSpPr>
            <p:spPr>
              <a:xfrm>
                <a:off x="3544400" y="2969925"/>
                <a:ext cx="1547325" cy="341750"/>
              </a:xfrm>
              <a:custGeom>
                <a:avLst/>
                <a:gdLst/>
                <a:ahLst/>
                <a:cxnLst/>
                <a:rect l="l" t="t" r="r" b="b"/>
                <a:pathLst>
                  <a:path w="61893" h="13670" extrusionOk="0">
                    <a:moveTo>
                      <a:pt x="386" y="0"/>
                    </a:moveTo>
                    <a:cubicBezTo>
                      <a:pt x="177" y="0"/>
                      <a:pt x="1" y="176"/>
                      <a:pt x="1" y="385"/>
                    </a:cubicBezTo>
                    <a:cubicBezTo>
                      <a:pt x="1" y="572"/>
                      <a:pt x="144" y="726"/>
                      <a:pt x="320" y="748"/>
                    </a:cubicBezTo>
                    <a:lnTo>
                      <a:pt x="320" y="4982"/>
                    </a:lnTo>
                    <a:lnTo>
                      <a:pt x="26515" y="4982"/>
                    </a:lnTo>
                    <a:lnTo>
                      <a:pt x="32079" y="13648"/>
                    </a:lnTo>
                    <a:lnTo>
                      <a:pt x="32090" y="13670"/>
                    </a:lnTo>
                    <a:lnTo>
                      <a:pt x="48146" y="13670"/>
                    </a:lnTo>
                    <a:lnTo>
                      <a:pt x="42978" y="4168"/>
                    </a:lnTo>
                    <a:lnTo>
                      <a:pt x="61893" y="4168"/>
                    </a:lnTo>
                    <a:lnTo>
                      <a:pt x="61893" y="4036"/>
                    </a:lnTo>
                    <a:lnTo>
                      <a:pt x="42769" y="4036"/>
                    </a:lnTo>
                    <a:lnTo>
                      <a:pt x="47937" y="13549"/>
                    </a:lnTo>
                    <a:lnTo>
                      <a:pt x="32167" y="13549"/>
                    </a:lnTo>
                    <a:lnTo>
                      <a:pt x="26603" y="4883"/>
                    </a:lnTo>
                    <a:lnTo>
                      <a:pt x="26581" y="4861"/>
                    </a:lnTo>
                    <a:lnTo>
                      <a:pt x="452" y="4861"/>
                    </a:lnTo>
                    <a:lnTo>
                      <a:pt x="452" y="748"/>
                    </a:lnTo>
                    <a:cubicBezTo>
                      <a:pt x="628" y="726"/>
                      <a:pt x="771" y="572"/>
                      <a:pt x="771" y="385"/>
                    </a:cubicBezTo>
                    <a:cubicBezTo>
                      <a:pt x="771" y="176"/>
                      <a:pt x="595" y="0"/>
                      <a:pt x="386"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1" name="Google Shape;50111;p53"/>
              <p:cNvSpPr/>
              <p:nvPr/>
            </p:nvSpPr>
            <p:spPr>
              <a:xfrm>
                <a:off x="3651900" y="3011150"/>
                <a:ext cx="378875" cy="19275"/>
              </a:xfrm>
              <a:custGeom>
                <a:avLst/>
                <a:gdLst/>
                <a:ahLst/>
                <a:cxnLst/>
                <a:rect l="l" t="t" r="r" b="b"/>
                <a:pathLst>
                  <a:path w="15155" h="771" extrusionOk="0">
                    <a:moveTo>
                      <a:pt x="386" y="1"/>
                    </a:moveTo>
                    <a:cubicBezTo>
                      <a:pt x="177" y="1"/>
                      <a:pt x="1" y="177"/>
                      <a:pt x="1" y="386"/>
                    </a:cubicBezTo>
                    <a:cubicBezTo>
                      <a:pt x="1" y="595"/>
                      <a:pt x="177" y="771"/>
                      <a:pt x="386" y="771"/>
                    </a:cubicBezTo>
                    <a:cubicBezTo>
                      <a:pt x="572" y="771"/>
                      <a:pt x="726" y="628"/>
                      <a:pt x="759" y="452"/>
                    </a:cubicBezTo>
                    <a:lnTo>
                      <a:pt x="14396" y="452"/>
                    </a:lnTo>
                    <a:cubicBezTo>
                      <a:pt x="14429" y="628"/>
                      <a:pt x="14583" y="771"/>
                      <a:pt x="14770" y="771"/>
                    </a:cubicBezTo>
                    <a:cubicBezTo>
                      <a:pt x="14979" y="771"/>
                      <a:pt x="15155" y="595"/>
                      <a:pt x="15155" y="386"/>
                    </a:cubicBezTo>
                    <a:cubicBezTo>
                      <a:pt x="15155" y="177"/>
                      <a:pt x="14979" y="1"/>
                      <a:pt x="14770" y="1"/>
                    </a:cubicBezTo>
                    <a:cubicBezTo>
                      <a:pt x="14572" y="1"/>
                      <a:pt x="14429" y="144"/>
                      <a:pt x="14396" y="320"/>
                    </a:cubicBezTo>
                    <a:lnTo>
                      <a:pt x="759" y="320"/>
                    </a:lnTo>
                    <a:cubicBezTo>
                      <a:pt x="726" y="144"/>
                      <a:pt x="572" y="1"/>
                      <a:pt x="386" y="1"/>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2" name="Google Shape;50112;p53"/>
              <p:cNvSpPr/>
              <p:nvPr/>
            </p:nvSpPr>
            <p:spPr>
              <a:xfrm>
                <a:off x="3465775" y="2897625"/>
                <a:ext cx="1304850" cy="508625"/>
              </a:xfrm>
              <a:custGeom>
                <a:avLst/>
                <a:gdLst/>
                <a:ahLst/>
                <a:cxnLst/>
                <a:rect l="l" t="t" r="r" b="b"/>
                <a:pathLst>
                  <a:path w="52194" h="20345" extrusionOk="0">
                    <a:moveTo>
                      <a:pt x="24689" y="0"/>
                    </a:moveTo>
                    <a:cubicBezTo>
                      <a:pt x="24502" y="0"/>
                      <a:pt x="24359" y="132"/>
                      <a:pt x="24326" y="319"/>
                    </a:cubicBezTo>
                    <a:lnTo>
                      <a:pt x="1" y="319"/>
                    </a:lnTo>
                    <a:lnTo>
                      <a:pt x="1" y="11602"/>
                    </a:lnTo>
                    <a:lnTo>
                      <a:pt x="27186" y="11602"/>
                    </a:lnTo>
                    <a:lnTo>
                      <a:pt x="32541" y="20004"/>
                    </a:lnTo>
                    <a:lnTo>
                      <a:pt x="32552" y="20026"/>
                    </a:lnTo>
                    <a:lnTo>
                      <a:pt x="51434" y="20026"/>
                    </a:lnTo>
                    <a:cubicBezTo>
                      <a:pt x="51467" y="20213"/>
                      <a:pt x="51621" y="20345"/>
                      <a:pt x="51808" y="20345"/>
                    </a:cubicBezTo>
                    <a:cubicBezTo>
                      <a:pt x="52017" y="20345"/>
                      <a:pt x="52193" y="20180"/>
                      <a:pt x="52193" y="19971"/>
                    </a:cubicBezTo>
                    <a:cubicBezTo>
                      <a:pt x="52193" y="19751"/>
                      <a:pt x="52017" y="19586"/>
                      <a:pt x="51808" y="19586"/>
                    </a:cubicBezTo>
                    <a:cubicBezTo>
                      <a:pt x="51621" y="19586"/>
                      <a:pt x="51467" y="19729"/>
                      <a:pt x="51434" y="19905"/>
                    </a:cubicBezTo>
                    <a:lnTo>
                      <a:pt x="32618" y="19905"/>
                    </a:lnTo>
                    <a:lnTo>
                      <a:pt x="27263" y="11503"/>
                    </a:lnTo>
                    <a:lnTo>
                      <a:pt x="27252" y="11481"/>
                    </a:lnTo>
                    <a:lnTo>
                      <a:pt x="122" y="11481"/>
                    </a:lnTo>
                    <a:lnTo>
                      <a:pt x="122" y="440"/>
                    </a:lnTo>
                    <a:lnTo>
                      <a:pt x="24326" y="440"/>
                    </a:lnTo>
                    <a:cubicBezTo>
                      <a:pt x="24359" y="627"/>
                      <a:pt x="24502" y="759"/>
                      <a:pt x="24689" y="759"/>
                    </a:cubicBezTo>
                    <a:cubicBezTo>
                      <a:pt x="24909" y="759"/>
                      <a:pt x="25074" y="594"/>
                      <a:pt x="25074" y="374"/>
                    </a:cubicBezTo>
                    <a:cubicBezTo>
                      <a:pt x="25074" y="165"/>
                      <a:pt x="24909" y="0"/>
                      <a:pt x="24689"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3" name="Google Shape;50113;p53"/>
              <p:cNvSpPr/>
              <p:nvPr/>
            </p:nvSpPr>
            <p:spPr>
              <a:xfrm>
                <a:off x="4625425" y="2426400"/>
                <a:ext cx="243350" cy="19250"/>
              </a:xfrm>
              <a:custGeom>
                <a:avLst/>
                <a:gdLst/>
                <a:ahLst/>
                <a:cxnLst/>
                <a:rect l="l" t="t" r="r" b="b"/>
                <a:pathLst>
                  <a:path w="9734" h="770" extrusionOk="0">
                    <a:moveTo>
                      <a:pt x="374" y="0"/>
                    </a:moveTo>
                    <a:cubicBezTo>
                      <a:pt x="166" y="0"/>
                      <a:pt x="1" y="176"/>
                      <a:pt x="1" y="385"/>
                    </a:cubicBezTo>
                    <a:cubicBezTo>
                      <a:pt x="1" y="594"/>
                      <a:pt x="166" y="770"/>
                      <a:pt x="374" y="770"/>
                    </a:cubicBezTo>
                    <a:cubicBezTo>
                      <a:pt x="572" y="770"/>
                      <a:pt x="715" y="627"/>
                      <a:pt x="748" y="451"/>
                    </a:cubicBezTo>
                    <a:lnTo>
                      <a:pt x="8974" y="451"/>
                    </a:lnTo>
                    <a:cubicBezTo>
                      <a:pt x="9007" y="627"/>
                      <a:pt x="9161" y="770"/>
                      <a:pt x="9348" y="770"/>
                    </a:cubicBezTo>
                    <a:cubicBezTo>
                      <a:pt x="9557" y="770"/>
                      <a:pt x="9733" y="594"/>
                      <a:pt x="9733" y="385"/>
                    </a:cubicBezTo>
                    <a:cubicBezTo>
                      <a:pt x="9733" y="176"/>
                      <a:pt x="9557" y="0"/>
                      <a:pt x="9348" y="0"/>
                    </a:cubicBezTo>
                    <a:cubicBezTo>
                      <a:pt x="9161" y="0"/>
                      <a:pt x="9007" y="143"/>
                      <a:pt x="8974" y="319"/>
                    </a:cubicBezTo>
                    <a:lnTo>
                      <a:pt x="748" y="319"/>
                    </a:lnTo>
                    <a:cubicBezTo>
                      <a:pt x="715" y="143"/>
                      <a:pt x="572" y="0"/>
                      <a:pt x="374" y="0"/>
                    </a:cubicBezTo>
                    <a:close/>
                  </a:path>
                </a:pathLst>
              </a:custGeom>
              <a:solidFill>
                <a:schemeClr val="dk2"/>
              </a:solidFill>
              <a:ln>
                <a:noFill/>
              </a:ln>
              <a:effectLst>
                <a:outerShdw blurRad="57150" dist="190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14" name="Google Shape;50114;p53"/>
          <p:cNvGrpSpPr/>
          <p:nvPr/>
        </p:nvGrpSpPr>
        <p:grpSpPr>
          <a:xfrm>
            <a:off x="8181686" y="-754526"/>
            <a:ext cx="1914693" cy="3661095"/>
            <a:chOff x="-969933" y="2588077"/>
            <a:chExt cx="1914693" cy="3661095"/>
          </a:xfrm>
        </p:grpSpPr>
        <p:sp>
          <p:nvSpPr>
            <p:cNvPr id="50115" name="Google Shape;50115;p53"/>
            <p:cNvSpPr/>
            <p:nvPr/>
          </p:nvSpPr>
          <p:spPr>
            <a:xfrm>
              <a:off x="-969933" y="2588077"/>
              <a:ext cx="1914693" cy="3661095"/>
            </a:xfrm>
            <a:custGeom>
              <a:avLst/>
              <a:gdLst/>
              <a:ahLst/>
              <a:cxnLst/>
              <a:rect l="l" t="t" r="r" b="b"/>
              <a:pathLst>
                <a:path w="19785" h="37831" extrusionOk="0">
                  <a:moveTo>
                    <a:pt x="19696" y="9139"/>
                  </a:moveTo>
                  <a:lnTo>
                    <a:pt x="19696" y="9139"/>
                  </a:lnTo>
                  <a:lnTo>
                    <a:pt x="19696" y="9128"/>
                  </a:lnTo>
                  <a:lnTo>
                    <a:pt x="18949" y="5719"/>
                  </a:lnTo>
                  <a:lnTo>
                    <a:pt x="18949" y="5719"/>
                  </a:lnTo>
                  <a:lnTo>
                    <a:pt x="18311" y="4432"/>
                  </a:lnTo>
                  <a:lnTo>
                    <a:pt x="17387" y="3079"/>
                  </a:lnTo>
                  <a:lnTo>
                    <a:pt x="17387" y="3079"/>
                  </a:lnTo>
                  <a:lnTo>
                    <a:pt x="16243" y="1925"/>
                  </a:lnTo>
                  <a:lnTo>
                    <a:pt x="16243" y="1925"/>
                  </a:lnTo>
                  <a:lnTo>
                    <a:pt x="16243" y="1925"/>
                  </a:lnTo>
                  <a:lnTo>
                    <a:pt x="14616" y="792"/>
                  </a:lnTo>
                  <a:cubicBezTo>
                    <a:pt x="14616" y="792"/>
                    <a:pt x="14616" y="792"/>
                    <a:pt x="14616" y="792"/>
                  </a:cubicBezTo>
                  <a:lnTo>
                    <a:pt x="12515" y="121"/>
                  </a:lnTo>
                  <a:lnTo>
                    <a:pt x="10976" y="11"/>
                  </a:lnTo>
                  <a:lnTo>
                    <a:pt x="10976" y="11"/>
                  </a:lnTo>
                  <a:lnTo>
                    <a:pt x="9898" y="0"/>
                  </a:lnTo>
                  <a:lnTo>
                    <a:pt x="9898" y="0"/>
                  </a:lnTo>
                  <a:lnTo>
                    <a:pt x="9898" y="0"/>
                  </a:lnTo>
                  <a:lnTo>
                    <a:pt x="9898" y="0"/>
                  </a:lnTo>
                  <a:lnTo>
                    <a:pt x="9898" y="0"/>
                  </a:lnTo>
                  <a:lnTo>
                    <a:pt x="8809" y="11"/>
                  </a:lnTo>
                  <a:lnTo>
                    <a:pt x="8809" y="11"/>
                  </a:lnTo>
                  <a:lnTo>
                    <a:pt x="8809" y="11"/>
                  </a:lnTo>
                  <a:lnTo>
                    <a:pt x="8809" y="11"/>
                  </a:lnTo>
                  <a:lnTo>
                    <a:pt x="7270" y="121"/>
                  </a:lnTo>
                  <a:lnTo>
                    <a:pt x="7270" y="121"/>
                  </a:lnTo>
                  <a:lnTo>
                    <a:pt x="7270" y="121"/>
                  </a:lnTo>
                  <a:lnTo>
                    <a:pt x="7270" y="121"/>
                  </a:lnTo>
                  <a:lnTo>
                    <a:pt x="5169" y="792"/>
                  </a:lnTo>
                  <a:cubicBezTo>
                    <a:pt x="5169" y="792"/>
                    <a:pt x="5169" y="792"/>
                    <a:pt x="5169" y="792"/>
                  </a:cubicBezTo>
                  <a:lnTo>
                    <a:pt x="3542" y="1925"/>
                  </a:lnTo>
                  <a:lnTo>
                    <a:pt x="3542" y="1925"/>
                  </a:lnTo>
                  <a:lnTo>
                    <a:pt x="3542" y="1925"/>
                  </a:lnTo>
                  <a:lnTo>
                    <a:pt x="2409" y="3079"/>
                  </a:lnTo>
                  <a:lnTo>
                    <a:pt x="2409" y="3079"/>
                  </a:lnTo>
                  <a:lnTo>
                    <a:pt x="2398" y="3079"/>
                  </a:lnTo>
                  <a:lnTo>
                    <a:pt x="1485" y="4432"/>
                  </a:lnTo>
                  <a:lnTo>
                    <a:pt x="836" y="5719"/>
                  </a:lnTo>
                  <a:lnTo>
                    <a:pt x="836" y="5719"/>
                  </a:lnTo>
                  <a:lnTo>
                    <a:pt x="88" y="9128"/>
                  </a:lnTo>
                  <a:lnTo>
                    <a:pt x="1" y="12537"/>
                  </a:lnTo>
                  <a:lnTo>
                    <a:pt x="1" y="12537"/>
                  </a:lnTo>
                  <a:lnTo>
                    <a:pt x="1" y="12537"/>
                  </a:lnTo>
                  <a:lnTo>
                    <a:pt x="176" y="13483"/>
                  </a:lnTo>
                  <a:lnTo>
                    <a:pt x="341" y="14198"/>
                  </a:lnTo>
                  <a:lnTo>
                    <a:pt x="374" y="14384"/>
                  </a:lnTo>
                  <a:lnTo>
                    <a:pt x="693" y="15638"/>
                  </a:lnTo>
                  <a:lnTo>
                    <a:pt x="660" y="16364"/>
                  </a:lnTo>
                  <a:lnTo>
                    <a:pt x="693" y="17541"/>
                  </a:lnTo>
                  <a:lnTo>
                    <a:pt x="836" y="18563"/>
                  </a:lnTo>
                  <a:lnTo>
                    <a:pt x="1155" y="20565"/>
                  </a:lnTo>
                  <a:lnTo>
                    <a:pt x="1617" y="22368"/>
                  </a:lnTo>
                  <a:lnTo>
                    <a:pt x="1859" y="23424"/>
                  </a:lnTo>
                  <a:lnTo>
                    <a:pt x="2420" y="25195"/>
                  </a:lnTo>
                  <a:lnTo>
                    <a:pt x="2970" y="26393"/>
                  </a:lnTo>
                  <a:lnTo>
                    <a:pt x="3311" y="28230"/>
                  </a:lnTo>
                  <a:cubicBezTo>
                    <a:pt x="3608" y="29945"/>
                    <a:pt x="3652" y="31694"/>
                    <a:pt x="3432" y="33420"/>
                  </a:cubicBezTo>
                  <a:lnTo>
                    <a:pt x="2893" y="37819"/>
                  </a:lnTo>
                  <a:lnTo>
                    <a:pt x="2926" y="37830"/>
                  </a:lnTo>
                  <a:lnTo>
                    <a:pt x="3476" y="33431"/>
                  </a:lnTo>
                  <a:cubicBezTo>
                    <a:pt x="3685" y="31694"/>
                    <a:pt x="3652" y="29945"/>
                    <a:pt x="3355" y="28230"/>
                  </a:cubicBezTo>
                  <a:lnTo>
                    <a:pt x="3036" y="26503"/>
                  </a:lnTo>
                  <a:lnTo>
                    <a:pt x="3828" y="27757"/>
                  </a:lnTo>
                  <a:lnTo>
                    <a:pt x="3828" y="27757"/>
                  </a:lnTo>
                  <a:lnTo>
                    <a:pt x="3828" y="27757"/>
                  </a:lnTo>
                  <a:lnTo>
                    <a:pt x="4982" y="28912"/>
                  </a:lnTo>
                  <a:lnTo>
                    <a:pt x="6071" y="29945"/>
                  </a:lnTo>
                  <a:lnTo>
                    <a:pt x="7149" y="30803"/>
                  </a:lnTo>
                  <a:lnTo>
                    <a:pt x="8061" y="31419"/>
                  </a:lnTo>
                  <a:lnTo>
                    <a:pt x="8061" y="31419"/>
                  </a:lnTo>
                  <a:lnTo>
                    <a:pt x="8061" y="31419"/>
                  </a:lnTo>
                  <a:lnTo>
                    <a:pt x="9051" y="31826"/>
                  </a:lnTo>
                  <a:lnTo>
                    <a:pt x="9051" y="31826"/>
                  </a:lnTo>
                  <a:lnTo>
                    <a:pt x="9898" y="31903"/>
                  </a:lnTo>
                  <a:lnTo>
                    <a:pt x="9898" y="31903"/>
                  </a:lnTo>
                  <a:lnTo>
                    <a:pt x="9898" y="31903"/>
                  </a:lnTo>
                  <a:lnTo>
                    <a:pt x="9898" y="31903"/>
                  </a:lnTo>
                  <a:lnTo>
                    <a:pt x="9898" y="31903"/>
                  </a:lnTo>
                  <a:lnTo>
                    <a:pt x="10734" y="31826"/>
                  </a:lnTo>
                  <a:lnTo>
                    <a:pt x="10734" y="31826"/>
                  </a:lnTo>
                  <a:lnTo>
                    <a:pt x="11723" y="31419"/>
                  </a:lnTo>
                  <a:lnTo>
                    <a:pt x="12636" y="30803"/>
                  </a:lnTo>
                  <a:lnTo>
                    <a:pt x="13725" y="29945"/>
                  </a:lnTo>
                  <a:lnTo>
                    <a:pt x="14814" y="28912"/>
                  </a:lnTo>
                  <a:lnTo>
                    <a:pt x="15957" y="27757"/>
                  </a:lnTo>
                  <a:lnTo>
                    <a:pt x="15957" y="27757"/>
                  </a:lnTo>
                  <a:lnTo>
                    <a:pt x="15968" y="27757"/>
                  </a:lnTo>
                  <a:lnTo>
                    <a:pt x="16738" y="26525"/>
                  </a:lnTo>
                  <a:lnTo>
                    <a:pt x="16419" y="28230"/>
                  </a:lnTo>
                  <a:cubicBezTo>
                    <a:pt x="16133" y="29945"/>
                    <a:pt x="16089" y="31705"/>
                    <a:pt x="16298" y="33431"/>
                  </a:cubicBezTo>
                  <a:lnTo>
                    <a:pt x="16848" y="37830"/>
                  </a:lnTo>
                  <a:lnTo>
                    <a:pt x="16892" y="37830"/>
                  </a:lnTo>
                  <a:lnTo>
                    <a:pt x="16342" y="33431"/>
                  </a:lnTo>
                  <a:cubicBezTo>
                    <a:pt x="16133" y="31694"/>
                    <a:pt x="16166" y="29956"/>
                    <a:pt x="16463" y="28230"/>
                  </a:cubicBezTo>
                  <a:lnTo>
                    <a:pt x="16804" y="26426"/>
                  </a:lnTo>
                  <a:lnTo>
                    <a:pt x="17365" y="25195"/>
                  </a:lnTo>
                  <a:lnTo>
                    <a:pt x="17926" y="23424"/>
                  </a:lnTo>
                  <a:lnTo>
                    <a:pt x="18168" y="22368"/>
                  </a:lnTo>
                  <a:lnTo>
                    <a:pt x="18630" y="20565"/>
                  </a:lnTo>
                  <a:lnTo>
                    <a:pt x="18949" y="18563"/>
                  </a:lnTo>
                  <a:lnTo>
                    <a:pt x="19092" y="17541"/>
                  </a:lnTo>
                  <a:lnTo>
                    <a:pt x="19125" y="16364"/>
                  </a:lnTo>
                  <a:lnTo>
                    <a:pt x="19092" y="15638"/>
                  </a:lnTo>
                  <a:lnTo>
                    <a:pt x="19410" y="14384"/>
                  </a:lnTo>
                  <a:lnTo>
                    <a:pt x="19454" y="14198"/>
                  </a:lnTo>
                  <a:lnTo>
                    <a:pt x="19608" y="13494"/>
                  </a:lnTo>
                  <a:lnTo>
                    <a:pt x="19784" y="12537"/>
                  </a:lnTo>
                  <a:lnTo>
                    <a:pt x="19696" y="9139"/>
                  </a:lnTo>
                  <a:close/>
                  <a:moveTo>
                    <a:pt x="7281" y="154"/>
                  </a:moveTo>
                  <a:lnTo>
                    <a:pt x="8787" y="44"/>
                  </a:lnTo>
                  <a:lnTo>
                    <a:pt x="8842" y="1892"/>
                  </a:lnTo>
                  <a:lnTo>
                    <a:pt x="7006" y="2068"/>
                  </a:lnTo>
                  <a:close/>
                  <a:moveTo>
                    <a:pt x="5697" y="6016"/>
                  </a:moveTo>
                  <a:lnTo>
                    <a:pt x="7336" y="5565"/>
                  </a:lnTo>
                  <a:lnTo>
                    <a:pt x="7094" y="7731"/>
                  </a:lnTo>
                  <a:lnTo>
                    <a:pt x="5466" y="8094"/>
                  </a:lnTo>
                  <a:lnTo>
                    <a:pt x="5697" y="6016"/>
                  </a:lnTo>
                  <a:close/>
                  <a:moveTo>
                    <a:pt x="5697" y="5983"/>
                  </a:moveTo>
                  <a:lnTo>
                    <a:pt x="5169" y="2772"/>
                  </a:lnTo>
                  <a:lnTo>
                    <a:pt x="6973" y="2101"/>
                  </a:lnTo>
                  <a:lnTo>
                    <a:pt x="7336" y="5532"/>
                  </a:lnTo>
                  <a:lnTo>
                    <a:pt x="5697" y="5983"/>
                  </a:lnTo>
                  <a:close/>
                  <a:moveTo>
                    <a:pt x="6258" y="26074"/>
                  </a:moveTo>
                  <a:lnTo>
                    <a:pt x="7523" y="26052"/>
                  </a:lnTo>
                  <a:lnTo>
                    <a:pt x="7424" y="26569"/>
                  </a:lnTo>
                  <a:close/>
                  <a:moveTo>
                    <a:pt x="7578" y="27284"/>
                  </a:moveTo>
                  <a:lnTo>
                    <a:pt x="6269" y="26107"/>
                  </a:lnTo>
                  <a:lnTo>
                    <a:pt x="7424" y="26602"/>
                  </a:lnTo>
                  <a:close/>
                  <a:moveTo>
                    <a:pt x="6280" y="26041"/>
                  </a:moveTo>
                  <a:lnTo>
                    <a:pt x="7314" y="25689"/>
                  </a:lnTo>
                  <a:lnTo>
                    <a:pt x="8116" y="25327"/>
                  </a:lnTo>
                  <a:lnTo>
                    <a:pt x="7534" y="26019"/>
                  </a:lnTo>
                  <a:lnTo>
                    <a:pt x="6280" y="26041"/>
                  </a:lnTo>
                  <a:close/>
                  <a:moveTo>
                    <a:pt x="7303" y="25656"/>
                  </a:moveTo>
                  <a:lnTo>
                    <a:pt x="6203" y="26041"/>
                  </a:lnTo>
                  <a:lnTo>
                    <a:pt x="6434" y="24579"/>
                  </a:lnTo>
                  <a:lnTo>
                    <a:pt x="7369" y="24172"/>
                  </a:lnTo>
                  <a:lnTo>
                    <a:pt x="8215" y="23732"/>
                  </a:lnTo>
                  <a:lnTo>
                    <a:pt x="8149" y="25283"/>
                  </a:lnTo>
                  <a:lnTo>
                    <a:pt x="7303" y="25656"/>
                  </a:lnTo>
                  <a:close/>
                  <a:moveTo>
                    <a:pt x="2321" y="15077"/>
                  </a:moveTo>
                  <a:lnTo>
                    <a:pt x="2618" y="15275"/>
                  </a:lnTo>
                  <a:lnTo>
                    <a:pt x="2618" y="15616"/>
                  </a:lnTo>
                  <a:lnTo>
                    <a:pt x="2156" y="15550"/>
                  </a:lnTo>
                  <a:close/>
                  <a:moveTo>
                    <a:pt x="2310" y="15033"/>
                  </a:moveTo>
                  <a:lnTo>
                    <a:pt x="2057" y="14758"/>
                  </a:lnTo>
                  <a:lnTo>
                    <a:pt x="3190" y="14417"/>
                  </a:lnTo>
                  <a:lnTo>
                    <a:pt x="2321" y="15033"/>
                  </a:lnTo>
                  <a:close/>
                  <a:moveTo>
                    <a:pt x="2343" y="15055"/>
                  </a:moveTo>
                  <a:lnTo>
                    <a:pt x="3267" y="14406"/>
                  </a:lnTo>
                  <a:lnTo>
                    <a:pt x="3377" y="14637"/>
                  </a:lnTo>
                  <a:lnTo>
                    <a:pt x="2629" y="15253"/>
                  </a:lnTo>
                  <a:lnTo>
                    <a:pt x="2343" y="15055"/>
                  </a:lnTo>
                  <a:close/>
                  <a:moveTo>
                    <a:pt x="4245" y="11756"/>
                  </a:moveTo>
                  <a:lnTo>
                    <a:pt x="4245" y="11756"/>
                  </a:lnTo>
                  <a:lnTo>
                    <a:pt x="4322" y="12845"/>
                  </a:lnTo>
                  <a:lnTo>
                    <a:pt x="2805" y="12933"/>
                  </a:lnTo>
                  <a:lnTo>
                    <a:pt x="2772" y="12284"/>
                  </a:lnTo>
                  <a:lnTo>
                    <a:pt x="4245" y="11756"/>
                  </a:lnTo>
                  <a:close/>
                  <a:moveTo>
                    <a:pt x="2772" y="12251"/>
                  </a:moveTo>
                  <a:lnTo>
                    <a:pt x="2695" y="11063"/>
                  </a:lnTo>
                  <a:lnTo>
                    <a:pt x="4168" y="10568"/>
                  </a:lnTo>
                  <a:lnTo>
                    <a:pt x="4245" y="11723"/>
                  </a:lnTo>
                  <a:lnTo>
                    <a:pt x="4245" y="11723"/>
                  </a:lnTo>
                  <a:lnTo>
                    <a:pt x="4234" y="11723"/>
                  </a:lnTo>
                  <a:lnTo>
                    <a:pt x="2772" y="12251"/>
                  </a:lnTo>
                  <a:close/>
                  <a:moveTo>
                    <a:pt x="4322" y="12878"/>
                  </a:moveTo>
                  <a:lnTo>
                    <a:pt x="4355" y="13285"/>
                  </a:lnTo>
                  <a:lnTo>
                    <a:pt x="2893" y="13340"/>
                  </a:lnTo>
                  <a:lnTo>
                    <a:pt x="2816" y="12966"/>
                  </a:lnTo>
                  <a:lnTo>
                    <a:pt x="4322" y="12878"/>
                  </a:lnTo>
                  <a:close/>
                  <a:moveTo>
                    <a:pt x="6082" y="21643"/>
                  </a:moveTo>
                  <a:lnTo>
                    <a:pt x="6621" y="21082"/>
                  </a:lnTo>
                  <a:lnTo>
                    <a:pt x="7303" y="21434"/>
                  </a:lnTo>
                  <a:lnTo>
                    <a:pt x="6797" y="21764"/>
                  </a:lnTo>
                  <a:lnTo>
                    <a:pt x="6082" y="21643"/>
                  </a:lnTo>
                  <a:close/>
                  <a:moveTo>
                    <a:pt x="6764" y="21786"/>
                  </a:moveTo>
                  <a:lnTo>
                    <a:pt x="5873" y="22335"/>
                  </a:lnTo>
                  <a:lnTo>
                    <a:pt x="6060" y="21665"/>
                  </a:lnTo>
                  <a:lnTo>
                    <a:pt x="6764" y="21786"/>
                  </a:lnTo>
                  <a:close/>
                  <a:moveTo>
                    <a:pt x="6445" y="19542"/>
                  </a:moveTo>
                  <a:lnTo>
                    <a:pt x="6973" y="20653"/>
                  </a:lnTo>
                  <a:lnTo>
                    <a:pt x="6621" y="21038"/>
                  </a:lnTo>
                  <a:lnTo>
                    <a:pt x="5565" y="19993"/>
                  </a:lnTo>
                  <a:lnTo>
                    <a:pt x="6456" y="19542"/>
                  </a:lnTo>
                  <a:close/>
                  <a:moveTo>
                    <a:pt x="5543" y="19971"/>
                  </a:moveTo>
                  <a:lnTo>
                    <a:pt x="4740" y="19190"/>
                  </a:lnTo>
                  <a:lnTo>
                    <a:pt x="5961" y="18497"/>
                  </a:lnTo>
                  <a:lnTo>
                    <a:pt x="6434" y="19520"/>
                  </a:lnTo>
                  <a:close/>
                  <a:moveTo>
                    <a:pt x="6995" y="20686"/>
                  </a:moveTo>
                  <a:lnTo>
                    <a:pt x="7336" y="21038"/>
                  </a:lnTo>
                  <a:lnTo>
                    <a:pt x="7325" y="21412"/>
                  </a:lnTo>
                  <a:lnTo>
                    <a:pt x="6643" y="21060"/>
                  </a:lnTo>
                  <a:lnTo>
                    <a:pt x="6995" y="20686"/>
                  </a:lnTo>
                  <a:close/>
                  <a:moveTo>
                    <a:pt x="7325" y="21456"/>
                  </a:moveTo>
                  <a:lnTo>
                    <a:pt x="7534" y="21895"/>
                  </a:lnTo>
                  <a:lnTo>
                    <a:pt x="6841" y="21775"/>
                  </a:lnTo>
                  <a:lnTo>
                    <a:pt x="7325" y="21456"/>
                  </a:lnTo>
                  <a:close/>
                  <a:moveTo>
                    <a:pt x="7017" y="20664"/>
                  </a:moveTo>
                  <a:lnTo>
                    <a:pt x="7402" y="20532"/>
                  </a:lnTo>
                  <a:lnTo>
                    <a:pt x="7336" y="21005"/>
                  </a:lnTo>
                  <a:close/>
                  <a:moveTo>
                    <a:pt x="7006" y="20642"/>
                  </a:moveTo>
                  <a:lnTo>
                    <a:pt x="6478" y="19531"/>
                  </a:lnTo>
                  <a:lnTo>
                    <a:pt x="7182" y="19179"/>
                  </a:lnTo>
                  <a:lnTo>
                    <a:pt x="7402" y="20499"/>
                  </a:lnTo>
                  <a:close/>
                  <a:moveTo>
                    <a:pt x="7006" y="17926"/>
                  </a:moveTo>
                  <a:lnTo>
                    <a:pt x="7775" y="17618"/>
                  </a:lnTo>
                  <a:lnTo>
                    <a:pt x="7797" y="18838"/>
                  </a:lnTo>
                  <a:lnTo>
                    <a:pt x="7204" y="19135"/>
                  </a:lnTo>
                  <a:lnTo>
                    <a:pt x="7006" y="17926"/>
                  </a:lnTo>
                  <a:close/>
                  <a:moveTo>
                    <a:pt x="7182" y="19146"/>
                  </a:moveTo>
                  <a:lnTo>
                    <a:pt x="6467" y="19509"/>
                  </a:lnTo>
                  <a:lnTo>
                    <a:pt x="5983" y="18486"/>
                  </a:lnTo>
                  <a:lnTo>
                    <a:pt x="6984" y="17937"/>
                  </a:lnTo>
                  <a:lnTo>
                    <a:pt x="7182" y="19146"/>
                  </a:lnTo>
                  <a:close/>
                  <a:moveTo>
                    <a:pt x="6984" y="17904"/>
                  </a:moveTo>
                  <a:lnTo>
                    <a:pt x="5983" y="18453"/>
                  </a:lnTo>
                  <a:lnTo>
                    <a:pt x="6016" y="17948"/>
                  </a:lnTo>
                  <a:lnTo>
                    <a:pt x="6984" y="17497"/>
                  </a:lnTo>
                  <a:lnTo>
                    <a:pt x="6984" y="17904"/>
                  </a:lnTo>
                  <a:close/>
                  <a:moveTo>
                    <a:pt x="5059" y="16243"/>
                  </a:moveTo>
                  <a:lnTo>
                    <a:pt x="5796" y="16265"/>
                  </a:lnTo>
                  <a:lnTo>
                    <a:pt x="5906" y="16485"/>
                  </a:lnTo>
                  <a:lnTo>
                    <a:pt x="5004" y="16518"/>
                  </a:lnTo>
                  <a:close/>
                  <a:moveTo>
                    <a:pt x="4971" y="16518"/>
                  </a:moveTo>
                  <a:lnTo>
                    <a:pt x="3795" y="16254"/>
                  </a:lnTo>
                  <a:lnTo>
                    <a:pt x="4014" y="16012"/>
                  </a:lnTo>
                  <a:lnTo>
                    <a:pt x="5026" y="16232"/>
                  </a:lnTo>
                  <a:lnTo>
                    <a:pt x="4971" y="16518"/>
                  </a:lnTo>
                  <a:close/>
                  <a:moveTo>
                    <a:pt x="5829" y="16265"/>
                  </a:moveTo>
                  <a:lnTo>
                    <a:pt x="6500" y="16133"/>
                  </a:lnTo>
                  <a:lnTo>
                    <a:pt x="6621" y="16287"/>
                  </a:lnTo>
                  <a:lnTo>
                    <a:pt x="5939" y="16485"/>
                  </a:lnTo>
                  <a:lnTo>
                    <a:pt x="5829" y="16265"/>
                  </a:lnTo>
                  <a:close/>
                  <a:moveTo>
                    <a:pt x="6533" y="16122"/>
                  </a:moveTo>
                  <a:lnTo>
                    <a:pt x="6896" y="15836"/>
                  </a:lnTo>
                  <a:lnTo>
                    <a:pt x="7017" y="15902"/>
                  </a:lnTo>
                  <a:lnTo>
                    <a:pt x="6643" y="16276"/>
                  </a:lnTo>
                  <a:lnTo>
                    <a:pt x="6533" y="16122"/>
                  </a:lnTo>
                  <a:close/>
                  <a:moveTo>
                    <a:pt x="6907" y="15803"/>
                  </a:moveTo>
                  <a:lnTo>
                    <a:pt x="6764" y="15484"/>
                  </a:lnTo>
                  <a:lnTo>
                    <a:pt x="7006" y="15814"/>
                  </a:lnTo>
                  <a:lnTo>
                    <a:pt x="6907" y="15803"/>
                  </a:lnTo>
                  <a:close/>
                  <a:moveTo>
                    <a:pt x="7017" y="15836"/>
                  </a:moveTo>
                  <a:lnTo>
                    <a:pt x="7028" y="15869"/>
                  </a:lnTo>
                  <a:lnTo>
                    <a:pt x="6962" y="15836"/>
                  </a:lnTo>
                  <a:lnTo>
                    <a:pt x="7028" y="15836"/>
                  </a:lnTo>
                  <a:close/>
                  <a:moveTo>
                    <a:pt x="7050" y="15913"/>
                  </a:moveTo>
                  <a:lnTo>
                    <a:pt x="7226" y="16001"/>
                  </a:lnTo>
                  <a:lnTo>
                    <a:pt x="6786" y="16485"/>
                  </a:lnTo>
                  <a:lnTo>
                    <a:pt x="6654" y="16298"/>
                  </a:lnTo>
                  <a:close/>
                  <a:moveTo>
                    <a:pt x="6874" y="16760"/>
                  </a:moveTo>
                  <a:lnTo>
                    <a:pt x="6038" y="17200"/>
                  </a:lnTo>
                  <a:lnTo>
                    <a:pt x="6016" y="16837"/>
                  </a:lnTo>
                  <a:lnTo>
                    <a:pt x="6775" y="16529"/>
                  </a:lnTo>
                  <a:lnTo>
                    <a:pt x="6874" y="16760"/>
                  </a:lnTo>
                  <a:close/>
                  <a:moveTo>
                    <a:pt x="6885" y="16793"/>
                  </a:moveTo>
                  <a:lnTo>
                    <a:pt x="6940" y="17046"/>
                  </a:lnTo>
                  <a:lnTo>
                    <a:pt x="6049" y="17486"/>
                  </a:lnTo>
                  <a:lnTo>
                    <a:pt x="6038" y="17233"/>
                  </a:lnTo>
                  <a:lnTo>
                    <a:pt x="6885" y="16793"/>
                  </a:lnTo>
                  <a:close/>
                  <a:moveTo>
                    <a:pt x="6797" y="16507"/>
                  </a:moveTo>
                  <a:lnTo>
                    <a:pt x="7248" y="16012"/>
                  </a:lnTo>
                  <a:lnTo>
                    <a:pt x="7413" y="16166"/>
                  </a:lnTo>
                  <a:lnTo>
                    <a:pt x="6896" y="16738"/>
                  </a:lnTo>
                  <a:close/>
                  <a:moveTo>
                    <a:pt x="7061" y="15880"/>
                  </a:moveTo>
                  <a:lnTo>
                    <a:pt x="7050" y="15836"/>
                  </a:lnTo>
                  <a:lnTo>
                    <a:pt x="7204" y="15847"/>
                  </a:lnTo>
                  <a:lnTo>
                    <a:pt x="7226" y="15847"/>
                  </a:lnTo>
                  <a:lnTo>
                    <a:pt x="7226" y="15968"/>
                  </a:lnTo>
                  <a:lnTo>
                    <a:pt x="7061" y="15880"/>
                  </a:lnTo>
                  <a:close/>
                  <a:moveTo>
                    <a:pt x="7204" y="15814"/>
                  </a:moveTo>
                  <a:lnTo>
                    <a:pt x="7039" y="15814"/>
                  </a:lnTo>
                  <a:lnTo>
                    <a:pt x="6720" y="15363"/>
                  </a:lnTo>
                  <a:lnTo>
                    <a:pt x="6797" y="15286"/>
                  </a:lnTo>
                  <a:lnTo>
                    <a:pt x="7215" y="15814"/>
                  </a:lnTo>
                  <a:lnTo>
                    <a:pt x="7204" y="15814"/>
                  </a:lnTo>
                  <a:close/>
                  <a:moveTo>
                    <a:pt x="6698" y="15341"/>
                  </a:moveTo>
                  <a:lnTo>
                    <a:pt x="5818" y="14989"/>
                  </a:lnTo>
                  <a:lnTo>
                    <a:pt x="5873" y="14835"/>
                  </a:lnTo>
                  <a:lnTo>
                    <a:pt x="5873" y="14824"/>
                  </a:lnTo>
                  <a:lnTo>
                    <a:pt x="6775" y="15275"/>
                  </a:lnTo>
                  <a:close/>
                  <a:moveTo>
                    <a:pt x="5851" y="14824"/>
                  </a:moveTo>
                  <a:lnTo>
                    <a:pt x="5796" y="14978"/>
                  </a:lnTo>
                  <a:lnTo>
                    <a:pt x="5114" y="14846"/>
                  </a:lnTo>
                  <a:lnTo>
                    <a:pt x="5114" y="14626"/>
                  </a:lnTo>
                  <a:lnTo>
                    <a:pt x="5851" y="14813"/>
                  </a:lnTo>
                  <a:lnTo>
                    <a:pt x="5840" y="14824"/>
                  </a:lnTo>
                  <a:close/>
                  <a:moveTo>
                    <a:pt x="5796" y="15011"/>
                  </a:moveTo>
                  <a:lnTo>
                    <a:pt x="5796" y="15011"/>
                  </a:lnTo>
                  <a:lnTo>
                    <a:pt x="5796" y="15011"/>
                  </a:lnTo>
                  <a:lnTo>
                    <a:pt x="6687" y="15374"/>
                  </a:lnTo>
                  <a:lnTo>
                    <a:pt x="6874" y="15814"/>
                  </a:lnTo>
                  <a:lnTo>
                    <a:pt x="6500" y="16100"/>
                  </a:lnTo>
                  <a:lnTo>
                    <a:pt x="5796" y="16243"/>
                  </a:lnTo>
                  <a:lnTo>
                    <a:pt x="5048" y="16210"/>
                  </a:lnTo>
                  <a:lnTo>
                    <a:pt x="4014" y="15990"/>
                  </a:lnTo>
                  <a:lnTo>
                    <a:pt x="3355" y="15528"/>
                  </a:lnTo>
                  <a:lnTo>
                    <a:pt x="3729" y="15143"/>
                  </a:lnTo>
                  <a:lnTo>
                    <a:pt x="4454" y="14846"/>
                  </a:lnTo>
                  <a:lnTo>
                    <a:pt x="5092" y="14879"/>
                  </a:lnTo>
                  <a:lnTo>
                    <a:pt x="5796" y="15011"/>
                  </a:lnTo>
                  <a:close/>
                  <a:moveTo>
                    <a:pt x="3718" y="15110"/>
                  </a:moveTo>
                  <a:lnTo>
                    <a:pt x="3597" y="14923"/>
                  </a:lnTo>
                  <a:lnTo>
                    <a:pt x="4421" y="14582"/>
                  </a:lnTo>
                  <a:lnTo>
                    <a:pt x="4443" y="14824"/>
                  </a:lnTo>
                  <a:lnTo>
                    <a:pt x="3718" y="15110"/>
                  </a:lnTo>
                  <a:close/>
                  <a:moveTo>
                    <a:pt x="4443" y="14582"/>
                  </a:moveTo>
                  <a:lnTo>
                    <a:pt x="5081" y="14626"/>
                  </a:lnTo>
                  <a:lnTo>
                    <a:pt x="5081" y="14846"/>
                  </a:lnTo>
                  <a:lnTo>
                    <a:pt x="4465" y="14824"/>
                  </a:lnTo>
                  <a:lnTo>
                    <a:pt x="4443" y="14582"/>
                  </a:lnTo>
                  <a:close/>
                  <a:moveTo>
                    <a:pt x="5081" y="14593"/>
                  </a:moveTo>
                  <a:lnTo>
                    <a:pt x="4443" y="14549"/>
                  </a:lnTo>
                  <a:lnTo>
                    <a:pt x="4366" y="14274"/>
                  </a:lnTo>
                  <a:lnTo>
                    <a:pt x="5103" y="14362"/>
                  </a:lnTo>
                  <a:close/>
                  <a:moveTo>
                    <a:pt x="4410" y="14560"/>
                  </a:moveTo>
                  <a:lnTo>
                    <a:pt x="3575" y="14901"/>
                  </a:lnTo>
                  <a:lnTo>
                    <a:pt x="3421" y="14637"/>
                  </a:lnTo>
                  <a:lnTo>
                    <a:pt x="4333" y="14274"/>
                  </a:lnTo>
                  <a:lnTo>
                    <a:pt x="4410" y="14560"/>
                  </a:lnTo>
                  <a:close/>
                  <a:moveTo>
                    <a:pt x="3696" y="15121"/>
                  </a:moveTo>
                  <a:lnTo>
                    <a:pt x="3322" y="15506"/>
                  </a:lnTo>
                  <a:lnTo>
                    <a:pt x="3014" y="15341"/>
                  </a:lnTo>
                  <a:lnTo>
                    <a:pt x="3575" y="14945"/>
                  </a:lnTo>
                  <a:lnTo>
                    <a:pt x="3696" y="15132"/>
                  </a:lnTo>
                  <a:close/>
                  <a:moveTo>
                    <a:pt x="3289" y="15517"/>
                  </a:moveTo>
                  <a:lnTo>
                    <a:pt x="3003" y="15627"/>
                  </a:lnTo>
                  <a:lnTo>
                    <a:pt x="3003" y="15363"/>
                  </a:lnTo>
                  <a:close/>
                  <a:moveTo>
                    <a:pt x="3333" y="15539"/>
                  </a:moveTo>
                  <a:lnTo>
                    <a:pt x="3992" y="16001"/>
                  </a:lnTo>
                  <a:lnTo>
                    <a:pt x="3773" y="16232"/>
                  </a:lnTo>
                  <a:lnTo>
                    <a:pt x="3025" y="15649"/>
                  </a:lnTo>
                  <a:close/>
                  <a:moveTo>
                    <a:pt x="4971" y="16540"/>
                  </a:moveTo>
                  <a:lnTo>
                    <a:pt x="5026" y="16936"/>
                  </a:lnTo>
                  <a:lnTo>
                    <a:pt x="3850" y="16727"/>
                  </a:lnTo>
                  <a:lnTo>
                    <a:pt x="3795" y="16276"/>
                  </a:lnTo>
                  <a:close/>
                  <a:moveTo>
                    <a:pt x="5004" y="16540"/>
                  </a:moveTo>
                  <a:lnTo>
                    <a:pt x="5917" y="16507"/>
                  </a:lnTo>
                  <a:lnTo>
                    <a:pt x="5994" y="16804"/>
                  </a:lnTo>
                  <a:lnTo>
                    <a:pt x="5059" y="16936"/>
                  </a:lnTo>
                  <a:close/>
                  <a:moveTo>
                    <a:pt x="5059" y="16969"/>
                  </a:moveTo>
                  <a:lnTo>
                    <a:pt x="5994" y="16837"/>
                  </a:lnTo>
                  <a:lnTo>
                    <a:pt x="6005" y="17222"/>
                  </a:lnTo>
                  <a:lnTo>
                    <a:pt x="5994" y="17222"/>
                  </a:lnTo>
                  <a:lnTo>
                    <a:pt x="4982" y="17420"/>
                  </a:lnTo>
                  <a:close/>
                  <a:moveTo>
                    <a:pt x="6005" y="17255"/>
                  </a:moveTo>
                  <a:lnTo>
                    <a:pt x="6005" y="17255"/>
                  </a:lnTo>
                  <a:lnTo>
                    <a:pt x="6005" y="17255"/>
                  </a:lnTo>
                  <a:lnTo>
                    <a:pt x="6016" y="17497"/>
                  </a:lnTo>
                  <a:lnTo>
                    <a:pt x="4927" y="17838"/>
                  </a:lnTo>
                  <a:lnTo>
                    <a:pt x="4982" y="17453"/>
                  </a:lnTo>
                  <a:lnTo>
                    <a:pt x="6005" y="17255"/>
                  </a:lnTo>
                  <a:close/>
                  <a:moveTo>
                    <a:pt x="6016" y="16804"/>
                  </a:moveTo>
                  <a:lnTo>
                    <a:pt x="5950" y="16507"/>
                  </a:lnTo>
                  <a:lnTo>
                    <a:pt x="6632" y="16309"/>
                  </a:lnTo>
                  <a:lnTo>
                    <a:pt x="6753" y="16496"/>
                  </a:lnTo>
                  <a:lnTo>
                    <a:pt x="6016" y="16804"/>
                  </a:lnTo>
                  <a:close/>
                  <a:moveTo>
                    <a:pt x="6049" y="17519"/>
                  </a:moveTo>
                  <a:lnTo>
                    <a:pt x="6940" y="17079"/>
                  </a:lnTo>
                  <a:lnTo>
                    <a:pt x="6984" y="17453"/>
                  </a:lnTo>
                  <a:lnTo>
                    <a:pt x="6016" y="17915"/>
                  </a:lnTo>
                  <a:close/>
                  <a:moveTo>
                    <a:pt x="6907" y="16771"/>
                  </a:moveTo>
                  <a:lnTo>
                    <a:pt x="7435" y="16188"/>
                  </a:lnTo>
                  <a:lnTo>
                    <a:pt x="7600" y="16331"/>
                  </a:lnTo>
                  <a:lnTo>
                    <a:pt x="6962" y="17024"/>
                  </a:lnTo>
                  <a:close/>
                  <a:moveTo>
                    <a:pt x="7424" y="16133"/>
                  </a:moveTo>
                  <a:lnTo>
                    <a:pt x="7259" y="15979"/>
                  </a:lnTo>
                  <a:lnTo>
                    <a:pt x="7259" y="15847"/>
                  </a:lnTo>
                  <a:lnTo>
                    <a:pt x="7446" y="15847"/>
                  </a:lnTo>
                  <a:lnTo>
                    <a:pt x="7424" y="16133"/>
                  </a:lnTo>
                  <a:close/>
                  <a:moveTo>
                    <a:pt x="7248" y="15814"/>
                  </a:moveTo>
                  <a:lnTo>
                    <a:pt x="6819" y="15264"/>
                  </a:lnTo>
                  <a:lnTo>
                    <a:pt x="6973" y="15154"/>
                  </a:lnTo>
                  <a:lnTo>
                    <a:pt x="7446" y="15814"/>
                  </a:lnTo>
                  <a:lnTo>
                    <a:pt x="7248" y="15814"/>
                  </a:lnTo>
                  <a:close/>
                  <a:moveTo>
                    <a:pt x="6797" y="15253"/>
                  </a:moveTo>
                  <a:lnTo>
                    <a:pt x="5884" y="14802"/>
                  </a:lnTo>
                  <a:lnTo>
                    <a:pt x="5961" y="14615"/>
                  </a:lnTo>
                  <a:lnTo>
                    <a:pt x="6951" y="15132"/>
                  </a:lnTo>
                  <a:lnTo>
                    <a:pt x="6797" y="15242"/>
                  </a:lnTo>
                  <a:close/>
                  <a:moveTo>
                    <a:pt x="5950" y="14582"/>
                  </a:moveTo>
                  <a:lnTo>
                    <a:pt x="5125" y="14340"/>
                  </a:lnTo>
                  <a:lnTo>
                    <a:pt x="5147" y="14110"/>
                  </a:lnTo>
                  <a:lnTo>
                    <a:pt x="6049" y="14406"/>
                  </a:lnTo>
                  <a:lnTo>
                    <a:pt x="5950" y="14571"/>
                  </a:lnTo>
                  <a:close/>
                  <a:moveTo>
                    <a:pt x="5939" y="14604"/>
                  </a:moveTo>
                  <a:lnTo>
                    <a:pt x="5862" y="14791"/>
                  </a:lnTo>
                  <a:lnTo>
                    <a:pt x="5114" y="14604"/>
                  </a:lnTo>
                  <a:lnTo>
                    <a:pt x="5125" y="14373"/>
                  </a:lnTo>
                  <a:close/>
                  <a:moveTo>
                    <a:pt x="5103" y="14340"/>
                  </a:moveTo>
                  <a:lnTo>
                    <a:pt x="4355" y="14253"/>
                  </a:lnTo>
                  <a:lnTo>
                    <a:pt x="4267" y="14011"/>
                  </a:lnTo>
                  <a:lnTo>
                    <a:pt x="5114" y="14099"/>
                  </a:lnTo>
                  <a:close/>
                  <a:moveTo>
                    <a:pt x="4322" y="14253"/>
                  </a:moveTo>
                  <a:lnTo>
                    <a:pt x="3399" y="14615"/>
                  </a:lnTo>
                  <a:lnTo>
                    <a:pt x="3289" y="14384"/>
                  </a:lnTo>
                  <a:lnTo>
                    <a:pt x="3388" y="14351"/>
                  </a:lnTo>
                  <a:lnTo>
                    <a:pt x="4234" y="14011"/>
                  </a:lnTo>
                  <a:close/>
                  <a:moveTo>
                    <a:pt x="3553" y="14912"/>
                  </a:moveTo>
                  <a:lnTo>
                    <a:pt x="2981" y="15330"/>
                  </a:lnTo>
                  <a:lnTo>
                    <a:pt x="2662" y="15253"/>
                  </a:lnTo>
                  <a:lnTo>
                    <a:pt x="3388" y="14659"/>
                  </a:lnTo>
                  <a:lnTo>
                    <a:pt x="3553" y="14923"/>
                  </a:lnTo>
                  <a:close/>
                  <a:moveTo>
                    <a:pt x="2992" y="15671"/>
                  </a:moveTo>
                  <a:lnTo>
                    <a:pt x="3762" y="16265"/>
                  </a:lnTo>
                  <a:lnTo>
                    <a:pt x="3806" y="16716"/>
                  </a:lnTo>
                  <a:lnTo>
                    <a:pt x="2926" y="15869"/>
                  </a:lnTo>
                  <a:close/>
                  <a:moveTo>
                    <a:pt x="3839" y="16760"/>
                  </a:moveTo>
                  <a:lnTo>
                    <a:pt x="5026" y="16969"/>
                  </a:lnTo>
                  <a:lnTo>
                    <a:pt x="4949" y="17420"/>
                  </a:lnTo>
                  <a:lnTo>
                    <a:pt x="3619" y="17266"/>
                  </a:lnTo>
                  <a:close/>
                  <a:moveTo>
                    <a:pt x="4949" y="17453"/>
                  </a:moveTo>
                  <a:lnTo>
                    <a:pt x="4894" y="17838"/>
                  </a:lnTo>
                  <a:lnTo>
                    <a:pt x="3355" y="17651"/>
                  </a:lnTo>
                  <a:lnTo>
                    <a:pt x="3608" y="17288"/>
                  </a:lnTo>
                  <a:close/>
                  <a:moveTo>
                    <a:pt x="4916" y="17871"/>
                  </a:moveTo>
                  <a:lnTo>
                    <a:pt x="6016" y="17530"/>
                  </a:lnTo>
                  <a:lnTo>
                    <a:pt x="5983" y="17926"/>
                  </a:lnTo>
                  <a:lnTo>
                    <a:pt x="4850" y="18387"/>
                  </a:lnTo>
                  <a:close/>
                  <a:moveTo>
                    <a:pt x="6973" y="17057"/>
                  </a:moveTo>
                  <a:lnTo>
                    <a:pt x="7622" y="16342"/>
                  </a:lnTo>
                  <a:lnTo>
                    <a:pt x="7841" y="16540"/>
                  </a:lnTo>
                  <a:lnTo>
                    <a:pt x="7006" y="17431"/>
                  </a:lnTo>
                  <a:close/>
                  <a:moveTo>
                    <a:pt x="7611" y="16298"/>
                  </a:moveTo>
                  <a:lnTo>
                    <a:pt x="7457" y="16155"/>
                  </a:lnTo>
                  <a:lnTo>
                    <a:pt x="7479" y="15847"/>
                  </a:lnTo>
                  <a:lnTo>
                    <a:pt x="7710" y="15847"/>
                  </a:lnTo>
                  <a:close/>
                  <a:moveTo>
                    <a:pt x="7479" y="15814"/>
                  </a:moveTo>
                  <a:lnTo>
                    <a:pt x="6995" y="15143"/>
                  </a:lnTo>
                  <a:lnTo>
                    <a:pt x="7193" y="15077"/>
                  </a:lnTo>
                  <a:lnTo>
                    <a:pt x="7699" y="15814"/>
                  </a:lnTo>
                  <a:lnTo>
                    <a:pt x="7479" y="15814"/>
                  </a:lnTo>
                  <a:close/>
                  <a:moveTo>
                    <a:pt x="6973" y="15121"/>
                  </a:moveTo>
                  <a:lnTo>
                    <a:pt x="5972" y="14593"/>
                  </a:lnTo>
                  <a:lnTo>
                    <a:pt x="6071" y="14428"/>
                  </a:lnTo>
                  <a:lnTo>
                    <a:pt x="7160" y="15055"/>
                  </a:lnTo>
                  <a:lnTo>
                    <a:pt x="6973" y="15110"/>
                  </a:lnTo>
                  <a:close/>
                  <a:moveTo>
                    <a:pt x="5147" y="14077"/>
                  </a:moveTo>
                  <a:lnTo>
                    <a:pt x="5213" y="13450"/>
                  </a:lnTo>
                  <a:lnTo>
                    <a:pt x="6038" y="13670"/>
                  </a:lnTo>
                  <a:lnTo>
                    <a:pt x="6049" y="14384"/>
                  </a:lnTo>
                  <a:lnTo>
                    <a:pt x="5147" y="14077"/>
                  </a:lnTo>
                  <a:close/>
                  <a:moveTo>
                    <a:pt x="5191" y="13406"/>
                  </a:moveTo>
                  <a:lnTo>
                    <a:pt x="4377" y="13285"/>
                  </a:lnTo>
                  <a:lnTo>
                    <a:pt x="4355" y="12878"/>
                  </a:lnTo>
                  <a:lnTo>
                    <a:pt x="5246" y="12933"/>
                  </a:lnTo>
                  <a:lnTo>
                    <a:pt x="5191" y="13406"/>
                  </a:lnTo>
                  <a:close/>
                  <a:moveTo>
                    <a:pt x="4377" y="13307"/>
                  </a:moveTo>
                  <a:lnTo>
                    <a:pt x="5180" y="13439"/>
                  </a:lnTo>
                  <a:lnTo>
                    <a:pt x="5114" y="14077"/>
                  </a:lnTo>
                  <a:lnTo>
                    <a:pt x="4256" y="13978"/>
                  </a:lnTo>
                  <a:lnTo>
                    <a:pt x="4377" y="13318"/>
                  </a:lnTo>
                  <a:close/>
                  <a:moveTo>
                    <a:pt x="4344" y="13307"/>
                  </a:moveTo>
                  <a:lnTo>
                    <a:pt x="4223" y="13978"/>
                  </a:lnTo>
                  <a:lnTo>
                    <a:pt x="3377" y="14329"/>
                  </a:lnTo>
                  <a:lnTo>
                    <a:pt x="3278" y="14362"/>
                  </a:lnTo>
                  <a:lnTo>
                    <a:pt x="2904" y="13373"/>
                  </a:lnTo>
                  <a:lnTo>
                    <a:pt x="4355" y="13307"/>
                  </a:lnTo>
                  <a:close/>
                  <a:moveTo>
                    <a:pt x="2970" y="15352"/>
                  </a:moveTo>
                  <a:lnTo>
                    <a:pt x="2970" y="15627"/>
                  </a:lnTo>
                  <a:lnTo>
                    <a:pt x="2651" y="15616"/>
                  </a:lnTo>
                  <a:lnTo>
                    <a:pt x="2640" y="15286"/>
                  </a:lnTo>
                  <a:lnTo>
                    <a:pt x="2981" y="15352"/>
                  </a:lnTo>
                  <a:close/>
                  <a:moveTo>
                    <a:pt x="2970" y="15660"/>
                  </a:moveTo>
                  <a:lnTo>
                    <a:pt x="2904" y="15847"/>
                  </a:lnTo>
                  <a:lnTo>
                    <a:pt x="2673" y="15649"/>
                  </a:lnTo>
                  <a:close/>
                  <a:moveTo>
                    <a:pt x="3806" y="16749"/>
                  </a:moveTo>
                  <a:cubicBezTo>
                    <a:pt x="3806" y="16749"/>
                    <a:pt x="3806" y="16749"/>
                    <a:pt x="3806" y="16749"/>
                  </a:cubicBezTo>
                  <a:lnTo>
                    <a:pt x="3597" y="17244"/>
                  </a:lnTo>
                  <a:lnTo>
                    <a:pt x="2486" y="16210"/>
                  </a:lnTo>
                  <a:lnTo>
                    <a:pt x="2904" y="15880"/>
                  </a:lnTo>
                  <a:lnTo>
                    <a:pt x="3806" y="16749"/>
                  </a:lnTo>
                  <a:close/>
                  <a:moveTo>
                    <a:pt x="2464" y="16188"/>
                  </a:moveTo>
                  <a:lnTo>
                    <a:pt x="2200" y="15935"/>
                  </a:lnTo>
                  <a:lnTo>
                    <a:pt x="2849" y="15880"/>
                  </a:lnTo>
                  <a:close/>
                  <a:moveTo>
                    <a:pt x="3575" y="17277"/>
                  </a:moveTo>
                  <a:lnTo>
                    <a:pt x="3322" y="17640"/>
                  </a:lnTo>
                  <a:lnTo>
                    <a:pt x="2112" y="16507"/>
                  </a:lnTo>
                  <a:lnTo>
                    <a:pt x="2464" y="16232"/>
                  </a:lnTo>
                  <a:lnTo>
                    <a:pt x="3575" y="17277"/>
                  </a:lnTo>
                  <a:close/>
                  <a:moveTo>
                    <a:pt x="3333" y="17673"/>
                  </a:moveTo>
                  <a:lnTo>
                    <a:pt x="4894" y="17871"/>
                  </a:lnTo>
                  <a:lnTo>
                    <a:pt x="4817" y="18387"/>
                  </a:lnTo>
                  <a:lnTo>
                    <a:pt x="3036" y="18123"/>
                  </a:lnTo>
                  <a:close/>
                  <a:moveTo>
                    <a:pt x="4839" y="18420"/>
                  </a:moveTo>
                  <a:lnTo>
                    <a:pt x="4839" y="18420"/>
                  </a:lnTo>
                  <a:lnTo>
                    <a:pt x="5983" y="17959"/>
                  </a:lnTo>
                  <a:lnTo>
                    <a:pt x="5950" y="18475"/>
                  </a:lnTo>
                  <a:lnTo>
                    <a:pt x="4729" y="19157"/>
                  </a:lnTo>
                  <a:lnTo>
                    <a:pt x="4839" y="18420"/>
                  </a:lnTo>
                  <a:close/>
                  <a:moveTo>
                    <a:pt x="5499" y="19982"/>
                  </a:moveTo>
                  <a:lnTo>
                    <a:pt x="4520" y="20147"/>
                  </a:lnTo>
                  <a:lnTo>
                    <a:pt x="4707" y="19300"/>
                  </a:lnTo>
                  <a:lnTo>
                    <a:pt x="4718" y="19212"/>
                  </a:lnTo>
                  <a:close/>
                  <a:moveTo>
                    <a:pt x="5532" y="20004"/>
                  </a:moveTo>
                  <a:lnTo>
                    <a:pt x="6599" y="21060"/>
                  </a:lnTo>
                  <a:lnTo>
                    <a:pt x="6049" y="21632"/>
                  </a:lnTo>
                  <a:lnTo>
                    <a:pt x="4355" y="20906"/>
                  </a:lnTo>
                  <a:lnTo>
                    <a:pt x="4520" y="20180"/>
                  </a:lnTo>
                  <a:lnTo>
                    <a:pt x="5521" y="20004"/>
                  </a:lnTo>
                  <a:close/>
                  <a:moveTo>
                    <a:pt x="6038" y="21665"/>
                  </a:moveTo>
                  <a:lnTo>
                    <a:pt x="5840" y="22346"/>
                  </a:lnTo>
                  <a:lnTo>
                    <a:pt x="4355" y="21994"/>
                  </a:lnTo>
                  <a:lnTo>
                    <a:pt x="4355" y="20939"/>
                  </a:lnTo>
                  <a:close/>
                  <a:moveTo>
                    <a:pt x="5829" y="22379"/>
                  </a:moveTo>
                  <a:lnTo>
                    <a:pt x="5521" y="23446"/>
                  </a:lnTo>
                  <a:lnTo>
                    <a:pt x="4355" y="23105"/>
                  </a:lnTo>
                  <a:lnTo>
                    <a:pt x="4355" y="22027"/>
                  </a:lnTo>
                  <a:close/>
                  <a:moveTo>
                    <a:pt x="5521" y="23479"/>
                  </a:moveTo>
                  <a:lnTo>
                    <a:pt x="5477" y="24898"/>
                  </a:lnTo>
                  <a:lnTo>
                    <a:pt x="4498" y="24810"/>
                  </a:lnTo>
                  <a:lnTo>
                    <a:pt x="4355" y="23138"/>
                  </a:lnTo>
                  <a:close/>
                  <a:moveTo>
                    <a:pt x="5543" y="23479"/>
                  </a:moveTo>
                  <a:lnTo>
                    <a:pt x="6489" y="23226"/>
                  </a:lnTo>
                  <a:lnTo>
                    <a:pt x="6412" y="24557"/>
                  </a:lnTo>
                  <a:lnTo>
                    <a:pt x="5499" y="24887"/>
                  </a:lnTo>
                  <a:lnTo>
                    <a:pt x="5543" y="23479"/>
                  </a:lnTo>
                  <a:close/>
                  <a:moveTo>
                    <a:pt x="5554" y="23446"/>
                  </a:moveTo>
                  <a:lnTo>
                    <a:pt x="5862" y="22368"/>
                  </a:lnTo>
                  <a:lnTo>
                    <a:pt x="6775" y="21808"/>
                  </a:lnTo>
                  <a:lnTo>
                    <a:pt x="6489" y="23204"/>
                  </a:lnTo>
                  <a:close/>
                  <a:moveTo>
                    <a:pt x="6808" y="21797"/>
                  </a:moveTo>
                  <a:lnTo>
                    <a:pt x="7545" y="21928"/>
                  </a:lnTo>
                  <a:lnTo>
                    <a:pt x="8303" y="22588"/>
                  </a:lnTo>
                  <a:lnTo>
                    <a:pt x="7380" y="22885"/>
                  </a:lnTo>
                  <a:lnTo>
                    <a:pt x="6522" y="23193"/>
                  </a:lnTo>
                  <a:lnTo>
                    <a:pt x="6808" y="21797"/>
                  </a:lnTo>
                  <a:close/>
                  <a:moveTo>
                    <a:pt x="7358" y="21445"/>
                  </a:moveTo>
                  <a:lnTo>
                    <a:pt x="7721" y="21445"/>
                  </a:lnTo>
                  <a:lnTo>
                    <a:pt x="7940" y="21862"/>
                  </a:lnTo>
                  <a:lnTo>
                    <a:pt x="8336" y="22313"/>
                  </a:lnTo>
                  <a:lnTo>
                    <a:pt x="7567" y="21906"/>
                  </a:lnTo>
                  <a:lnTo>
                    <a:pt x="7358" y="21445"/>
                  </a:lnTo>
                  <a:close/>
                  <a:moveTo>
                    <a:pt x="7347" y="21412"/>
                  </a:moveTo>
                  <a:lnTo>
                    <a:pt x="7358" y="21049"/>
                  </a:lnTo>
                  <a:lnTo>
                    <a:pt x="7611" y="20851"/>
                  </a:lnTo>
                  <a:lnTo>
                    <a:pt x="7710" y="21412"/>
                  </a:lnTo>
                  <a:lnTo>
                    <a:pt x="7347" y="21412"/>
                  </a:lnTo>
                  <a:close/>
                  <a:moveTo>
                    <a:pt x="7611" y="20807"/>
                  </a:moveTo>
                  <a:lnTo>
                    <a:pt x="7369" y="21005"/>
                  </a:lnTo>
                  <a:lnTo>
                    <a:pt x="7424" y="20510"/>
                  </a:lnTo>
                  <a:lnTo>
                    <a:pt x="7754" y="20081"/>
                  </a:lnTo>
                  <a:lnTo>
                    <a:pt x="7611" y="20807"/>
                  </a:lnTo>
                  <a:close/>
                  <a:moveTo>
                    <a:pt x="7424" y="20477"/>
                  </a:moveTo>
                  <a:lnTo>
                    <a:pt x="7204" y="19157"/>
                  </a:lnTo>
                  <a:lnTo>
                    <a:pt x="7786" y="18871"/>
                  </a:lnTo>
                  <a:lnTo>
                    <a:pt x="7797" y="19069"/>
                  </a:lnTo>
                  <a:lnTo>
                    <a:pt x="7765" y="20015"/>
                  </a:lnTo>
                  <a:lnTo>
                    <a:pt x="7424" y="20477"/>
                  </a:lnTo>
                  <a:close/>
                  <a:moveTo>
                    <a:pt x="7765" y="17585"/>
                  </a:moveTo>
                  <a:lnTo>
                    <a:pt x="7006" y="17893"/>
                  </a:lnTo>
                  <a:lnTo>
                    <a:pt x="7006" y="17475"/>
                  </a:lnTo>
                  <a:lnTo>
                    <a:pt x="7841" y="16584"/>
                  </a:lnTo>
                  <a:close/>
                  <a:moveTo>
                    <a:pt x="7633" y="16320"/>
                  </a:moveTo>
                  <a:lnTo>
                    <a:pt x="7743" y="15847"/>
                  </a:lnTo>
                  <a:lnTo>
                    <a:pt x="8061" y="15847"/>
                  </a:lnTo>
                  <a:lnTo>
                    <a:pt x="7852" y="16518"/>
                  </a:lnTo>
                  <a:close/>
                  <a:moveTo>
                    <a:pt x="7732" y="15814"/>
                  </a:moveTo>
                  <a:lnTo>
                    <a:pt x="7215" y="15077"/>
                  </a:lnTo>
                  <a:lnTo>
                    <a:pt x="7523" y="15011"/>
                  </a:lnTo>
                  <a:lnTo>
                    <a:pt x="8050" y="15814"/>
                  </a:lnTo>
                  <a:lnTo>
                    <a:pt x="7743" y="15814"/>
                  </a:lnTo>
                  <a:close/>
                  <a:moveTo>
                    <a:pt x="7193" y="15044"/>
                  </a:moveTo>
                  <a:lnTo>
                    <a:pt x="6071" y="14395"/>
                  </a:lnTo>
                  <a:lnTo>
                    <a:pt x="6071" y="13692"/>
                  </a:lnTo>
                  <a:lnTo>
                    <a:pt x="7490" y="14978"/>
                  </a:lnTo>
                  <a:close/>
                  <a:moveTo>
                    <a:pt x="6038" y="13637"/>
                  </a:moveTo>
                  <a:lnTo>
                    <a:pt x="5213" y="13417"/>
                  </a:lnTo>
                  <a:lnTo>
                    <a:pt x="5268" y="12944"/>
                  </a:lnTo>
                  <a:lnTo>
                    <a:pt x="6181" y="13197"/>
                  </a:lnTo>
                  <a:close/>
                  <a:moveTo>
                    <a:pt x="5246" y="12900"/>
                  </a:moveTo>
                  <a:lnTo>
                    <a:pt x="4344" y="12845"/>
                  </a:lnTo>
                  <a:lnTo>
                    <a:pt x="4278" y="11756"/>
                  </a:lnTo>
                  <a:lnTo>
                    <a:pt x="5367" y="11877"/>
                  </a:lnTo>
                  <a:lnTo>
                    <a:pt x="5246" y="12900"/>
                  </a:lnTo>
                  <a:close/>
                  <a:moveTo>
                    <a:pt x="4278" y="11723"/>
                  </a:moveTo>
                  <a:lnTo>
                    <a:pt x="4190" y="10568"/>
                  </a:lnTo>
                  <a:lnTo>
                    <a:pt x="5521" y="10579"/>
                  </a:lnTo>
                  <a:lnTo>
                    <a:pt x="5367" y="11844"/>
                  </a:lnTo>
                  <a:close/>
                  <a:moveTo>
                    <a:pt x="4190" y="10535"/>
                  </a:moveTo>
                  <a:lnTo>
                    <a:pt x="4014" y="8391"/>
                  </a:lnTo>
                  <a:lnTo>
                    <a:pt x="5356" y="8149"/>
                  </a:lnTo>
                  <a:lnTo>
                    <a:pt x="5433" y="8127"/>
                  </a:lnTo>
                  <a:lnTo>
                    <a:pt x="5521" y="10557"/>
                  </a:lnTo>
                  <a:close/>
                  <a:moveTo>
                    <a:pt x="4168" y="10535"/>
                  </a:moveTo>
                  <a:lnTo>
                    <a:pt x="2695" y="11030"/>
                  </a:lnTo>
                  <a:lnTo>
                    <a:pt x="2684" y="10887"/>
                  </a:lnTo>
                  <a:lnTo>
                    <a:pt x="2596" y="8974"/>
                  </a:lnTo>
                  <a:lnTo>
                    <a:pt x="2607" y="8952"/>
                  </a:lnTo>
                  <a:lnTo>
                    <a:pt x="3981" y="8402"/>
                  </a:lnTo>
                  <a:close/>
                  <a:moveTo>
                    <a:pt x="2651" y="10898"/>
                  </a:moveTo>
                  <a:lnTo>
                    <a:pt x="2662" y="11041"/>
                  </a:lnTo>
                  <a:lnTo>
                    <a:pt x="1551" y="11415"/>
                  </a:lnTo>
                  <a:lnTo>
                    <a:pt x="1419" y="9711"/>
                  </a:lnTo>
                  <a:lnTo>
                    <a:pt x="2563" y="8985"/>
                  </a:lnTo>
                  <a:lnTo>
                    <a:pt x="2651" y="10887"/>
                  </a:lnTo>
                  <a:close/>
                  <a:moveTo>
                    <a:pt x="2662" y="11074"/>
                  </a:moveTo>
                  <a:lnTo>
                    <a:pt x="2739" y="12262"/>
                  </a:lnTo>
                  <a:lnTo>
                    <a:pt x="1683" y="12636"/>
                  </a:lnTo>
                  <a:lnTo>
                    <a:pt x="1562" y="11437"/>
                  </a:lnTo>
                  <a:lnTo>
                    <a:pt x="2662" y="11074"/>
                  </a:lnTo>
                  <a:close/>
                  <a:moveTo>
                    <a:pt x="2739" y="12295"/>
                  </a:moveTo>
                  <a:lnTo>
                    <a:pt x="2772" y="12944"/>
                  </a:lnTo>
                  <a:lnTo>
                    <a:pt x="1771" y="13516"/>
                  </a:lnTo>
                  <a:lnTo>
                    <a:pt x="1683" y="12669"/>
                  </a:lnTo>
                  <a:lnTo>
                    <a:pt x="2739" y="12295"/>
                  </a:lnTo>
                  <a:close/>
                  <a:moveTo>
                    <a:pt x="2783" y="12977"/>
                  </a:moveTo>
                  <a:lnTo>
                    <a:pt x="2860" y="13351"/>
                  </a:lnTo>
                  <a:lnTo>
                    <a:pt x="1914" y="14121"/>
                  </a:lnTo>
                  <a:lnTo>
                    <a:pt x="1782" y="13549"/>
                  </a:lnTo>
                  <a:close/>
                  <a:moveTo>
                    <a:pt x="2871" y="13384"/>
                  </a:moveTo>
                  <a:lnTo>
                    <a:pt x="3245" y="14373"/>
                  </a:lnTo>
                  <a:lnTo>
                    <a:pt x="2035" y="14736"/>
                  </a:lnTo>
                  <a:lnTo>
                    <a:pt x="1925" y="14154"/>
                  </a:lnTo>
                  <a:lnTo>
                    <a:pt x="2871" y="13384"/>
                  </a:lnTo>
                  <a:close/>
                  <a:moveTo>
                    <a:pt x="2288" y="15055"/>
                  </a:moveTo>
                  <a:lnTo>
                    <a:pt x="2123" y="15539"/>
                  </a:lnTo>
                  <a:lnTo>
                    <a:pt x="1584" y="15209"/>
                  </a:lnTo>
                  <a:lnTo>
                    <a:pt x="2024" y="14769"/>
                  </a:lnTo>
                  <a:lnTo>
                    <a:pt x="2288" y="15055"/>
                  </a:lnTo>
                  <a:close/>
                  <a:moveTo>
                    <a:pt x="2618" y="15649"/>
                  </a:moveTo>
                  <a:lnTo>
                    <a:pt x="2860" y="15858"/>
                  </a:lnTo>
                  <a:lnTo>
                    <a:pt x="2178" y="15913"/>
                  </a:lnTo>
                  <a:lnTo>
                    <a:pt x="2156" y="15572"/>
                  </a:lnTo>
                  <a:lnTo>
                    <a:pt x="2618" y="15649"/>
                  </a:lnTo>
                  <a:close/>
                  <a:moveTo>
                    <a:pt x="2156" y="15935"/>
                  </a:moveTo>
                  <a:lnTo>
                    <a:pt x="2442" y="16210"/>
                  </a:lnTo>
                  <a:lnTo>
                    <a:pt x="2090" y="16485"/>
                  </a:lnTo>
                  <a:lnTo>
                    <a:pt x="1408" y="15836"/>
                  </a:lnTo>
                  <a:lnTo>
                    <a:pt x="2156" y="15935"/>
                  </a:lnTo>
                  <a:close/>
                  <a:moveTo>
                    <a:pt x="2090" y="16518"/>
                  </a:moveTo>
                  <a:lnTo>
                    <a:pt x="3311" y="17662"/>
                  </a:lnTo>
                  <a:lnTo>
                    <a:pt x="3003" y="18112"/>
                  </a:lnTo>
                  <a:lnTo>
                    <a:pt x="1760" y="17013"/>
                  </a:lnTo>
                  <a:lnTo>
                    <a:pt x="2090" y="16518"/>
                  </a:lnTo>
                  <a:lnTo>
                    <a:pt x="2090" y="16518"/>
                  </a:lnTo>
                  <a:close/>
                  <a:moveTo>
                    <a:pt x="3014" y="18145"/>
                  </a:moveTo>
                  <a:lnTo>
                    <a:pt x="4806" y="18420"/>
                  </a:lnTo>
                  <a:lnTo>
                    <a:pt x="4696" y="19157"/>
                  </a:lnTo>
                  <a:lnTo>
                    <a:pt x="2695" y="18607"/>
                  </a:lnTo>
                  <a:lnTo>
                    <a:pt x="3014" y="18145"/>
                  </a:lnTo>
                  <a:close/>
                  <a:moveTo>
                    <a:pt x="4696" y="19190"/>
                  </a:moveTo>
                  <a:lnTo>
                    <a:pt x="4674" y="19289"/>
                  </a:lnTo>
                  <a:lnTo>
                    <a:pt x="4487" y="20147"/>
                  </a:lnTo>
                  <a:lnTo>
                    <a:pt x="2618" y="19355"/>
                  </a:lnTo>
                  <a:lnTo>
                    <a:pt x="2607" y="19355"/>
                  </a:lnTo>
                  <a:lnTo>
                    <a:pt x="2684" y="18640"/>
                  </a:lnTo>
                  <a:close/>
                  <a:moveTo>
                    <a:pt x="4487" y="20180"/>
                  </a:moveTo>
                  <a:lnTo>
                    <a:pt x="4333" y="20895"/>
                  </a:lnTo>
                  <a:lnTo>
                    <a:pt x="2530" y="20114"/>
                  </a:lnTo>
                  <a:lnTo>
                    <a:pt x="2607" y="19388"/>
                  </a:lnTo>
                  <a:close/>
                  <a:moveTo>
                    <a:pt x="4322" y="20928"/>
                  </a:moveTo>
                  <a:lnTo>
                    <a:pt x="4322" y="21983"/>
                  </a:lnTo>
                  <a:lnTo>
                    <a:pt x="2783" y="21291"/>
                  </a:lnTo>
                  <a:lnTo>
                    <a:pt x="2541" y="20158"/>
                  </a:lnTo>
                  <a:close/>
                  <a:moveTo>
                    <a:pt x="4322" y="22016"/>
                  </a:moveTo>
                  <a:lnTo>
                    <a:pt x="4322" y="23094"/>
                  </a:lnTo>
                  <a:lnTo>
                    <a:pt x="3058" y="22577"/>
                  </a:lnTo>
                  <a:lnTo>
                    <a:pt x="2794" y="21335"/>
                  </a:lnTo>
                  <a:lnTo>
                    <a:pt x="4322" y="22016"/>
                  </a:lnTo>
                  <a:close/>
                  <a:moveTo>
                    <a:pt x="4322" y="23127"/>
                  </a:moveTo>
                  <a:lnTo>
                    <a:pt x="4465" y="24799"/>
                  </a:lnTo>
                  <a:lnTo>
                    <a:pt x="3509" y="24656"/>
                  </a:lnTo>
                  <a:lnTo>
                    <a:pt x="3080" y="22676"/>
                  </a:lnTo>
                  <a:lnTo>
                    <a:pt x="3058" y="22621"/>
                  </a:lnTo>
                  <a:lnTo>
                    <a:pt x="4322" y="23127"/>
                  </a:lnTo>
                  <a:close/>
                  <a:moveTo>
                    <a:pt x="4465" y="24832"/>
                  </a:moveTo>
                  <a:lnTo>
                    <a:pt x="4674" y="26371"/>
                  </a:lnTo>
                  <a:lnTo>
                    <a:pt x="3839" y="25920"/>
                  </a:lnTo>
                  <a:lnTo>
                    <a:pt x="3520" y="24689"/>
                  </a:lnTo>
                  <a:lnTo>
                    <a:pt x="4465" y="24832"/>
                  </a:lnTo>
                  <a:close/>
                  <a:moveTo>
                    <a:pt x="4498" y="24832"/>
                  </a:moveTo>
                  <a:lnTo>
                    <a:pt x="5466" y="24931"/>
                  </a:lnTo>
                  <a:lnTo>
                    <a:pt x="5279" y="26470"/>
                  </a:lnTo>
                  <a:lnTo>
                    <a:pt x="4707" y="26393"/>
                  </a:lnTo>
                  <a:lnTo>
                    <a:pt x="4498" y="24832"/>
                  </a:lnTo>
                  <a:close/>
                  <a:moveTo>
                    <a:pt x="5499" y="24920"/>
                  </a:moveTo>
                  <a:lnTo>
                    <a:pt x="6401" y="24590"/>
                  </a:lnTo>
                  <a:lnTo>
                    <a:pt x="6170" y="26052"/>
                  </a:lnTo>
                  <a:lnTo>
                    <a:pt x="5312" y="26470"/>
                  </a:lnTo>
                  <a:close/>
                  <a:moveTo>
                    <a:pt x="7358" y="24139"/>
                  </a:moveTo>
                  <a:lnTo>
                    <a:pt x="6434" y="24546"/>
                  </a:lnTo>
                  <a:lnTo>
                    <a:pt x="6522" y="23226"/>
                  </a:lnTo>
                  <a:lnTo>
                    <a:pt x="7380" y="22907"/>
                  </a:lnTo>
                  <a:lnTo>
                    <a:pt x="8314" y="22621"/>
                  </a:lnTo>
                  <a:lnTo>
                    <a:pt x="8215" y="23699"/>
                  </a:lnTo>
                  <a:close/>
                  <a:moveTo>
                    <a:pt x="8347" y="22610"/>
                  </a:moveTo>
                  <a:lnTo>
                    <a:pt x="8501" y="22555"/>
                  </a:lnTo>
                  <a:lnTo>
                    <a:pt x="8259" y="23523"/>
                  </a:lnTo>
                  <a:close/>
                  <a:moveTo>
                    <a:pt x="8336" y="22577"/>
                  </a:moveTo>
                  <a:lnTo>
                    <a:pt x="7655" y="21983"/>
                  </a:lnTo>
                  <a:lnTo>
                    <a:pt x="8391" y="22379"/>
                  </a:lnTo>
                  <a:lnTo>
                    <a:pt x="8490" y="22533"/>
                  </a:lnTo>
                  <a:close/>
                  <a:moveTo>
                    <a:pt x="7962" y="21841"/>
                  </a:moveTo>
                  <a:lnTo>
                    <a:pt x="7743" y="21445"/>
                  </a:lnTo>
                  <a:lnTo>
                    <a:pt x="8061" y="21280"/>
                  </a:lnTo>
                  <a:lnTo>
                    <a:pt x="8457" y="21709"/>
                  </a:lnTo>
                  <a:cubicBezTo>
                    <a:pt x="8457" y="21709"/>
                    <a:pt x="8457" y="21709"/>
                    <a:pt x="8468" y="21709"/>
                  </a:cubicBezTo>
                  <a:lnTo>
                    <a:pt x="9260" y="22181"/>
                  </a:lnTo>
                  <a:lnTo>
                    <a:pt x="8402" y="22346"/>
                  </a:lnTo>
                  <a:lnTo>
                    <a:pt x="7962" y="21841"/>
                  </a:lnTo>
                  <a:close/>
                  <a:moveTo>
                    <a:pt x="7732" y="21412"/>
                  </a:moveTo>
                  <a:lnTo>
                    <a:pt x="7644" y="20829"/>
                  </a:lnTo>
                  <a:lnTo>
                    <a:pt x="7962" y="20653"/>
                  </a:lnTo>
                  <a:lnTo>
                    <a:pt x="8050" y="21247"/>
                  </a:lnTo>
                  <a:lnTo>
                    <a:pt x="7732" y="21412"/>
                  </a:lnTo>
                  <a:close/>
                  <a:moveTo>
                    <a:pt x="7962" y="20620"/>
                  </a:moveTo>
                  <a:lnTo>
                    <a:pt x="7644" y="20796"/>
                  </a:lnTo>
                  <a:lnTo>
                    <a:pt x="7797" y="20037"/>
                  </a:lnTo>
                  <a:cubicBezTo>
                    <a:pt x="7907" y="19960"/>
                    <a:pt x="8061" y="19861"/>
                    <a:pt x="8127" y="19828"/>
                  </a:cubicBezTo>
                  <a:close/>
                  <a:moveTo>
                    <a:pt x="7797" y="19993"/>
                  </a:moveTo>
                  <a:lnTo>
                    <a:pt x="7819" y="19069"/>
                  </a:lnTo>
                  <a:lnTo>
                    <a:pt x="7819" y="18860"/>
                  </a:lnTo>
                  <a:lnTo>
                    <a:pt x="8325" y="18706"/>
                  </a:lnTo>
                  <a:lnTo>
                    <a:pt x="8127" y="19784"/>
                  </a:lnTo>
                  <a:cubicBezTo>
                    <a:pt x="8094" y="19806"/>
                    <a:pt x="7984" y="19872"/>
                    <a:pt x="7797" y="20004"/>
                  </a:cubicBezTo>
                  <a:close/>
                  <a:moveTo>
                    <a:pt x="7819" y="18827"/>
                  </a:moveTo>
                  <a:lnTo>
                    <a:pt x="7797" y="17607"/>
                  </a:lnTo>
                  <a:lnTo>
                    <a:pt x="8215" y="17222"/>
                  </a:lnTo>
                  <a:lnTo>
                    <a:pt x="8325" y="18673"/>
                  </a:lnTo>
                  <a:close/>
                  <a:moveTo>
                    <a:pt x="8215" y="17189"/>
                  </a:moveTo>
                  <a:lnTo>
                    <a:pt x="7797" y="17563"/>
                  </a:lnTo>
                  <a:lnTo>
                    <a:pt x="7874" y="16562"/>
                  </a:lnTo>
                  <a:lnTo>
                    <a:pt x="8281" y="16397"/>
                  </a:lnTo>
                  <a:lnTo>
                    <a:pt x="8215" y="17189"/>
                  </a:lnTo>
                  <a:close/>
                  <a:moveTo>
                    <a:pt x="7885" y="16518"/>
                  </a:moveTo>
                  <a:lnTo>
                    <a:pt x="8094" y="15836"/>
                  </a:lnTo>
                  <a:lnTo>
                    <a:pt x="8402" y="15616"/>
                  </a:lnTo>
                  <a:lnTo>
                    <a:pt x="8281" y="16364"/>
                  </a:lnTo>
                  <a:lnTo>
                    <a:pt x="7885" y="16529"/>
                  </a:lnTo>
                  <a:close/>
                  <a:moveTo>
                    <a:pt x="8083" y="15814"/>
                  </a:moveTo>
                  <a:lnTo>
                    <a:pt x="7545" y="14989"/>
                  </a:lnTo>
                  <a:lnTo>
                    <a:pt x="7896" y="14527"/>
                  </a:lnTo>
                  <a:lnTo>
                    <a:pt x="8402" y="15583"/>
                  </a:lnTo>
                  <a:close/>
                  <a:moveTo>
                    <a:pt x="7523" y="14967"/>
                  </a:moveTo>
                  <a:lnTo>
                    <a:pt x="6071" y="13659"/>
                  </a:lnTo>
                  <a:lnTo>
                    <a:pt x="6203" y="13208"/>
                  </a:lnTo>
                  <a:lnTo>
                    <a:pt x="7874" y="14505"/>
                  </a:lnTo>
                  <a:lnTo>
                    <a:pt x="7523" y="14967"/>
                  </a:lnTo>
                  <a:close/>
                  <a:moveTo>
                    <a:pt x="6181" y="13164"/>
                  </a:moveTo>
                  <a:lnTo>
                    <a:pt x="5268" y="12911"/>
                  </a:lnTo>
                  <a:lnTo>
                    <a:pt x="5400" y="11877"/>
                  </a:lnTo>
                  <a:lnTo>
                    <a:pt x="6522" y="12009"/>
                  </a:lnTo>
                  <a:lnTo>
                    <a:pt x="6181" y="13164"/>
                  </a:lnTo>
                  <a:close/>
                  <a:moveTo>
                    <a:pt x="5400" y="11855"/>
                  </a:moveTo>
                  <a:lnTo>
                    <a:pt x="5554" y="10590"/>
                  </a:lnTo>
                  <a:lnTo>
                    <a:pt x="6775" y="10645"/>
                  </a:lnTo>
                  <a:lnTo>
                    <a:pt x="6533" y="11976"/>
                  </a:lnTo>
                  <a:lnTo>
                    <a:pt x="5400" y="11855"/>
                  </a:lnTo>
                  <a:close/>
                  <a:moveTo>
                    <a:pt x="5554" y="10557"/>
                  </a:moveTo>
                  <a:lnTo>
                    <a:pt x="5455" y="8127"/>
                  </a:lnTo>
                  <a:lnTo>
                    <a:pt x="7094" y="7764"/>
                  </a:lnTo>
                  <a:lnTo>
                    <a:pt x="6786" y="10623"/>
                  </a:lnTo>
                  <a:lnTo>
                    <a:pt x="5554" y="10557"/>
                  </a:lnTo>
                  <a:close/>
                  <a:moveTo>
                    <a:pt x="5433" y="8105"/>
                  </a:moveTo>
                  <a:lnTo>
                    <a:pt x="5345" y="8127"/>
                  </a:lnTo>
                  <a:lnTo>
                    <a:pt x="4014" y="8369"/>
                  </a:lnTo>
                  <a:lnTo>
                    <a:pt x="3905" y="6489"/>
                  </a:lnTo>
                  <a:lnTo>
                    <a:pt x="5664" y="6027"/>
                  </a:lnTo>
                  <a:close/>
                  <a:moveTo>
                    <a:pt x="3981" y="8369"/>
                  </a:moveTo>
                  <a:lnTo>
                    <a:pt x="2596" y="8930"/>
                  </a:lnTo>
                  <a:lnTo>
                    <a:pt x="2596" y="8941"/>
                  </a:lnTo>
                  <a:lnTo>
                    <a:pt x="2497" y="7027"/>
                  </a:lnTo>
                  <a:lnTo>
                    <a:pt x="3872" y="6500"/>
                  </a:lnTo>
                  <a:close/>
                  <a:moveTo>
                    <a:pt x="2497" y="6994"/>
                  </a:moveTo>
                  <a:lnTo>
                    <a:pt x="2420" y="4278"/>
                  </a:lnTo>
                  <a:lnTo>
                    <a:pt x="3597" y="3563"/>
                  </a:lnTo>
                  <a:lnTo>
                    <a:pt x="3872" y="6478"/>
                  </a:lnTo>
                  <a:close/>
                  <a:moveTo>
                    <a:pt x="2563" y="8952"/>
                  </a:moveTo>
                  <a:lnTo>
                    <a:pt x="1419" y="9678"/>
                  </a:lnTo>
                  <a:lnTo>
                    <a:pt x="1320" y="7841"/>
                  </a:lnTo>
                  <a:lnTo>
                    <a:pt x="2475" y="7038"/>
                  </a:lnTo>
                  <a:lnTo>
                    <a:pt x="2563" y="8952"/>
                  </a:lnTo>
                  <a:close/>
                  <a:moveTo>
                    <a:pt x="1386" y="9700"/>
                  </a:moveTo>
                  <a:lnTo>
                    <a:pt x="572" y="10349"/>
                  </a:lnTo>
                  <a:lnTo>
                    <a:pt x="572" y="8512"/>
                  </a:lnTo>
                  <a:lnTo>
                    <a:pt x="1287" y="7863"/>
                  </a:lnTo>
                  <a:close/>
                  <a:moveTo>
                    <a:pt x="1386" y="9733"/>
                  </a:moveTo>
                  <a:lnTo>
                    <a:pt x="1529" y="11426"/>
                  </a:lnTo>
                  <a:lnTo>
                    <a:pt x="704" y="11932"/>
                  </a:lnTo>
                  <a:lnTo>
                    <a:pt x="572" y="10393"/>
                  </a:lnTo>
                  <a:lnTo>
                    <a:pt x="1386" y="9733"/>
                  </a:lnTo>
                  <a:close/>
                  <a:moveTo>
                    <a:pt x="726" y="11965"/>
                  </a:moveTo>
                  <a:lnTo>
                    <a:pt x="1529" y="11459"/>
                  </a:lnTo>
                  <a:lnTo>
                    <a:pt x="1650" y="12658"/>
                  </a:lnTo>
                  <a:lnTo>
                    <a:pt x="814" y="13274"/>
                  </a:lnTo>
                  <a:lnTo>
                    <a:pt x="726" y="12174"/>
                  </a:lnTo>
                  <a:lnTo>
                    <a:pt x="715" y="11976"/>
                  </a:lnTo>
                  <a:close/>
                  <a:moveTo>
                    <a:pt x="1661" y="12691"/>
                  </a:moveTo>
                  <a:lnTo>
                    <a:pt x="1749" y="13527"/>
                  </a:lnTo>
                  <a:lnTo>
                    <a:pt x="880" y="14231"/>
                  </a:lnTo>
                  <a:lnTo>
                    <a:pt x="814" y="13307"/>
                  </a:lnTo>
                  <a:close/>
                  <a:moveTo>
                    <a:pt x="1749" y="13560"/>
                  </a:moveTo>
                  <a:lnTo>
                    <a:pt x="1892" y="14143"/>
                  </a:lnTo>
                  <a:lnTo>
                    <a:pt x="1188" y="14813"/>
                  </a:lnTo>
                  <a:lnTo>
                    <a:pt x="891" y="14264"/>
                  </a:lnTo>
                  <a:close/>
                  <a:moveTo>
                    <a:pt x="1903" y="14176"/>
                  </a:moveTo>
                  <a:lnTo>
                    <a:pt x="2013" y="14747"/>
                  </a:lnTo>
                  <a:lnTo>
                    <a:pt x="1562" y="15198"/>
                  </a:lnTo>
                  <a:lnTo>
                    <a:pt x="1199" y="14835"/>
                  </a:lnTo>
                  <a:close/>
                  <a:moveTo>
                    <a:pt x="2123" y="15572"/>
                  </a:moveTo>
                  <a:lnTo>
                    <a:pt x="2145" y="15913"/>
                  </a:lnTo>
                  <a:lnTo>
                    <a:pt x="1375" y="15803"/>
                  </a:lnTo>
                  <a:lnTo>
                    <a:pt x="737" y="15627"/>
                  </a:lnTo>
                  <a:lnTo>
                    <a:pt x="1562" y="15231"/>
                  </a:lnTo>
                  <a:close/>
                  <a:moveTo>
                    <a:pt x="1364" y="15836"/>
                  </a:moveTo>
                  <a:lnTo>
                    <a:pt x="1364" y="15836"/>
                  </a:lnTo>
                  <a:lnTo>
                    <a:pt x="2068" y="16507"/>
                  </a:lnTo>
                  <a:lnTo>
                    <a:pt x="2068" y="16507"/>
                  </a:lnTo>
                  <a:lnTo>
                    <a:pt x="1738" y="16991"/>
                  </a:lnTo>
                  <a:lnTo>
                    <a:pt x="737" y="15660"/>
                  </a:lnTo>
                  <a:lnTo>
                    <a:pt x="1364" y="15836"/>
                  </a:lnTo>
                  <a:close/>
                  <a:moveTo>
                    <a:pt x="1738" y="17046"/>
                  </a:moveTo>
                  <a:lnTo>
                    <a:pt x="2981" y="18145"/>
                  </a:lnTo>
                  <a:lnTo>
                    <a:pt x="2673" y="18596"/>
                  </a:lnTo>
                  <a:lnTo>
                    <a:pt x="1441" y="17486"/>
                  </a:lnTo>
                  <a:close/>
                  <a:moveTo>
                    <a:pt x="2651" y="18629"/>
                  </a:moveTo>
                  <a:lnTo>
                    <a:pt x="2585" y="19333"/>
                  </a:lnTo>
                  <a:lnTo>
                    <a:pt x="1551" y="18464"/>
                  </a:lnTo>
                  <a:lnTo>
                    <a:pt x="1441" y="17530"/>
                  </a:lnTo>
                  <a:close/>
                  <a:moveTo>
                    <a:pt x="2585" y="19366"/>
                  </a:moveTo>
                  <a:lnTo>
                    <a:pt x="2508" y="20103"/>
                  </a:lnTo>
                  <a:lnTo>
                    <a:pt x="1672" y="19322"/>
                  </a:lnTo>
                  <a:lnTo>
                    <a:pt x="1562" y="18508"/>
                  </a:lnTo>
                  <a:close/>
                  <a:moveTo>
                    <a:pt x="2508" y="20136"/>
                  </a:moveTo>
                  <a:lnTo>
                    <a:pt x="2750" y="21269"/>
                  </a:lnTo>
                  <a:lnTo>
                    <a:pt x="1815" y="20312"/>
                  </a:lnTo>
                  <a:lnTo>
                    <a:pt x="1815" y="20312"/>
                  </a:lnTo>
                  <a:lnTo>
                    <a:pt x="1683" y="19366"/>
                  </a:lnTo>
                  <a:close/>
                  <a:moveTo>
                    <a:pt x="2750" y="21313"/>
                  </a:moveTo>
                  <a:cubicBezTo>
                    <a:pt x="2750" y="21313"/>
                    <a:pt x="2761" y="21313"/>
                    <a:pt x="2761" y="21324"/>
                  </a:cubicBezTo>
                  <a:lnTo>
                    <a:pt x="3014" y="22544"/>
                  </a:lnTo>
                  <a:lnTo>
                    <a:pt x="2068" y="21511"/>
                  </a:lnTo>
                  <a:lnTo>
                    <a:pt x="1826" y="20367"/>
                  </a:lnTo>
                  <a:close/>
                  <a:moveTo>
                    <a:pt x="3036" y="22599"/>
                  </a:moveTo>
                  <a:lnTo>
                    <a:pt x="3047" y="22687"/>
                  </a:lnTo>
                  <a:lnTo>
                    <a:pt x="3476" y="24623"/>
                  </a:lnTo>
                  <a:lnTo>
                    <a:pt x="2497" y="23567"/>
                  </a:lnTo>
                  <a:lnTo>
                    <a:pt x="2079" y="21577"/>
                  </a:lnTo>
                  <a:lnTo>
                    <a:pt x="3025" y="22599"/>
                  </a:lnTo>
                  <a:close/>
                  <a:moveTo>
                    <a:pt x="3487" y="24678"/>
                  </a:moveTo>
                  <a:lnTo>
                    <a:pt x="3795" y="25887"/>
                  </a:lnTo>
                  <a:lnTo>
                    <a:pt x="2530" y="24656"/>
                  </a:lnTo>
                  <a:lnTo>
                    <a:pt x="2497" y="23622"/>
                  </a:lnTo>
                  <a:lnTo>
                    <a:pt x="3487" y="24678"/>
                  </a:lnTo>
                  <a:close/>
                  <a:moveTo>
                    <a:pt x="3806" y="25931"/>
                  </a:moveTo>
                  <a:lnTo>
                    <a:pt x="3762" y="26844"/>
                  </a:lnTo>
                  <a:lnTo>
                    <a:pt x="2981" y="25942"/>
                  </a:lnTo>
                  <a:lnTo>
                    <a:pt x="2552" y="24711"/>
                  </a:lnTo>
                  <a:close/>
                  <a:moveTo>
                    <a:pt x="3839" y="25953"/>
                  </a:moveTo>
                  <a:lnTo>
                    <a:pt x="4674" y="26415"/>
                  </a:lnTo>
                  <a:lnTo>
                    <a:pt x="4630" y="27526"/>
                  </a:lnTo>
                  <a:lnTo>
                    <a:pt x="3795" y="26866"/>
                  </a:lnTo>
                  <a:close/>
                  <a:moveTo>
                    <a:pt x="4707" y="26415"/>
                  </a:moveTo>
                  <a:lnTo>
                    <a:pt x="5279" y="26503"/>
                  </a:lnTo>
                  <a:lnTo>
                    <a:pt x="5466" y="28186"/>
                  </a:lnTo>
                  <a:lnTo>
                    <a:pt x="4663" y="27548"/>
                  </a:lnTo>
                  <a:lnTo>
                    <a:pt x="4707" y="26415"/>
                  </a:lnTo>
                  <a:close/>
                  <a:moveTo>
                    <a:pt x="5312" y="26503"/>
                  </a:moveTo>
                  <a:lnTo>
                    <a:pt x="6170" y="26085"/>
                  </a:lnTo>
                  <a:lnTo>
                    <a:pt x="6489" y="28593"/>
                  </a:lnTo>
                  <a:lnTo>
                    <a:pt x="5499" y="28208"/>
                  </a:lnTo>
                  <a:close/>
                  <a:moveTo>
                    <a:pt x="6203" y="26096"/>
                  </a:moveTo>
                  <a:lnTo>
                    <a:pt x="7589" y="27328"/>
                  </a:lnTo>
                  <a:lnTo>
                    <a:pt x="7644" y="29407"/>
                  </a:lnTo>
                  <a:lnTo>
                    <a:pt x="6522" y="28615"/>
                  </a:lnTo>
                  <a:close/>
                  <a:moveTo>
                    <a:pt x="7622" y="27339"/>
                  </a:moveTo>
                  <a:lnTo>
                    <a:pt x="9040" y="27955"/>
                  </a:lnTo>
                  <a:lnTo>
                    <a:pt x="8677" y="29956"/>
                  </a:lnTo>
                  <a:lnTo>
                    <a:pt x="7677" y="29429"/>
                  </a:lnTo>
                  <a:lnTo>
                    <a:pt x="7622" y="27339"/>
                  </a:lnTo>
                  <a:close/>
                  <a:moveTo>
                    <a:pt x="7611" y="27306"/>
                  </a:moveTo>
                  <a:lnTo>
                    <a:pt x="7446" y="26624"/>
                  </a:lnTo>
                  <a:lnTo>
                    <a:pt x="8875" y="27251"/>
                  </a:lnTo>
                  <a:lnTo>
                    <a:pt x="9029" y="27922"/>
                  </a:lnTo>
                  <a:close/>
                  <a:moveTo>
                    <a:pt x="7446" y="26580"/>
                  </a:moveTo>
                  <a:lnTo>
                    <a:pt x="7545" y="26052"/>
                  </a:lnTo>
                  <a:lnTo>
                    <a:pt x="8842" y="26261"/>
                  </a:lnTo>
                  <a:lnTo>
                    <a:pt x="8875" y="27218"/>
                  </a:lnTo>
                  <a:lnTo>
                    <a:pt x="7446" y="26580"/>
                  </a:lnTo>
                  <a:close/>
                  <a:moveTo>
                    <a:pt x="7556" y="26019"/>
                  </a:moveTo>
                  <a:lnTo>
                    <a:pt x="8171" y="25305"/>
                  </a:lnTo>
                  <a:lnTo>
                    <a:pt x="9161" y="25140"/>
                  </a:lnTo>
                  <a:lnTo>
                    <a:pt x="9073" y="25393"/>
                  </a:lnTo>
                  <a:lnTo>
                    <a:pt x="8842" y="26239"/>
                  </a:lnTo>
                  <a:lnTo>
                    <a:pt x="7556" y="26030"/>
                  </a:lnTo>
                  <a:close/>
                  <a:moveTo>
                    <a:pt x="8182" y="25272"/>
                  </a:moveTo>
                  <a:lnTo>
                    <a:pt x="8248" y="23721"/>
                  </a:lnTo>
                  <a:lnTo>
                    <a:pt x="9447" y="23578"/>
                  </a:lnTo>
                  <a:lnTo>
                    <a:pt x="9172" y="25107"/>
                  </a:lnTo>
                  <a:close/>
                  <a:moveTo>
                    <a:pt x="8248" y="23699"/>
                  </a:moveTo>
                  <a:lnTo>
                    <a:pt x="8534" y="22555"/>
                  </a:lnTo>
                  <a:lnTo>
                    <a:pt x="9601" y="22764"/>
                  </a:lnTo>
                  <a:lnTo>
                    <a:pt x="9447" y="23545"/>
                  </a:lnTo>
                  <a:lnTo>
                    <a:pt x="8248" y="23699"/>
                  </a:lnTo>
                  <a:close/>
                  <a:moveTo>
                    <a:pt x="8534" y="22522"/>
                  </a:moveTo>
                  <a:lnTo>
                    <a:pt x="8424" y="22379"/>
                  </a:lnTo>
                  <a:lnTo>
                    <a:pt x="9304" y="22203"/>
                  </a:lnTo>
                  <a:lnTo>
                    <a:pt x="9590" y="22731"/>
                  </a:lnTo>
                  <a:lnTo>
                    <a:pt x="8534" y="22522"/>
                  </a:lnTo>
                  <a:close/>
                  <a:moveTo>
                    <a:pt x="8479" y="21687"/>
                  </a:moveTo>
                  <a:lnTo>
                    <a:pt x="8116" y="21280"/>
                  </a:lnTo>
                  <a:lnTo>
                    <a:pt x="8886" y="21445"/>
                  </a:lnTo>
                  <a:lnTo>
                    <a:pt x="9271" y="22137"/>
                  </a:lnTo>
                  <a:close/>
                  <a:moveTo>
                    <a:pt x="8083" y="21247"/>
                  </a:moveTo>
                  <a:lnTo>
                    <a:pt x="7995" y="20653"/>
                  </a:lnTo>
                  <a:lnTo>
                    <a:pt x="8721" y="20741"/>
                  </a:lnTo>
                  <a:lnTo>
                    <a:pt x="8875" y="21412"/>
                  </a:lnTo>
                  <a:close/>
                  <a:moveTo>
                    <a:pt x="8721" y="20719"/>
                  </a:moveTo>
                  <a:lnTo>
                    <a:pt x="7995" y="20620"/>
                  </a:lnTo>
                  <a:lnTo>
                    <a:pt x="8160" y="19817"/>
                  </a:lnTo>
                  <a:cubicBezTo>
                    <a:pt x="8226" y="19839"/>
                    <a:pt x="8589" y="19949"/>
                    <a:pt x="8831" y="20026"/>
                  </a:cubicBezTo>
                  <a:close/>
                  <a:moveTo>
                    <a:pt x="8160" y="19784"/>
                  </a:moveTo>
                  <a:lnTo>
                    <a:pt x="8358" y="18695"/>
                  </a:lnTo>
                  <a:lnTo>
                    <a:pt x="9073" y="18508"/>
                  </a:lnTo>
                  <a:lnTo>
                    <a:pt x="8842" y="20004"/>
                  </a:lnTo>
                  <a:cubicBezTo>
                    <a:pt x="8644" y="19938"/>
                    <a:pt x="8248" y="19806"/>
                    <a:pt x="8160" y="19784"/>
                  </a:cubicBezTo>
                  <a:close/>
                  <a:moveTo>
                    <a:pt x="8358" y="18673"/>
                  </a:moveTo>
                  <a:lnTo>
                    <a:pt x="8248" y="17200"/>
                  </a:lnTo>
                  <a:lnTo>
                    <a:pt x="8908" y="16936"/>
                  </a:lnTo>
                  <a:lnTo>
                    <a:pt x="9084" y="18475"/>
                  </a:lnTo>
                  <a:close/>
                  <a:moveTo>
                    <a:pt x="8908" y="16903"/>
                  </a:moveTo>
                  <a:lnTo>
                    <a:pt x="8248" y="17167"/>
                  </a:lnTo>
                  <a:lnTo>
                    <a:pt x="8314" y="16386"/>
                  </a:lnTo>
                  <a:lnTo>
                    <a:pt x="8963" y="15957"/>
                  </a:lnTo>
                  <a:close/>
                  <a:moveTo>
                    <a:pt x="8314" y="16342"/>
                  </a:moveTo>
                  <a:lnTo>
                    <a:pt x="8435" y="15594"/>
                  </a:lnTo>
                  <a:lnTo>
                    <a:pt x="9073" y="14824"/>
                  </a:lnTo>
                  <a:lnTo>
                    <a:pt x="8963" y="15924"/>
                  </a:lnTo>
                  <a:close/>
                  <a:moveTo>
                    <a:pt x="8424" y="15561"/>
                  </a:moveTo>
                  <a:lnTo>
                    <a:pt x="7918" y="14494"/>
                  </a:lnTo>
                  <a:lnTo>
                    <a:pt x="8600" y="13241"/>
                  </a:lnTo>
                  <a:lnTo>
                    <a:pt x="9084" y="14769"/>
                  </a:lnTo>
                  <a:lnTo>
                    <a:pt x="8424" y="15561"/>
                  </a:lnTo>
                  <a:close/>
                  <a:moveTo>
                    <a:pt x="7896" y="14472"/>
                  </a:moveTo>
                  <a:lnTo>
                    <a:pt x="6214" y="13175"/>
                  </a:lnTo>
                  <a:lnTo>
                    <a:pt x="6555" y="12009"/>
                  </a:lnTo>
                  <a:lnTo>
                    <a:pt x="8347" y="12405"/>
                  </a:lnTo>
                  <a:lnTo>
                    <a:pt x="8589" y="13197"/>
                  </a:lnTo>
                  <a:lnTo>
                    <a:pt x="7896" y="14472"/>
                  </a:lnTo>
                  <a:close/>
                  <a:moveTo>
                    <a:pt x="6566" y="11976"/>
                  </a:moveTo>
                  <a:lnTo>
                    <a:pt x="6808" y="10645"/>
                  </a:lnTo>
                  <a:lnTo>
                    <a:pt x="9073" y="9898"/>
                  </a:lnTo>
                  <a:lnTo>
                    <a:pt x="8347" y="12372"/>
                  </a:lnTo>
                  <a:close/>
                  <a:moveTo>
                    <a:pt x="6819" y="10612"/>
                  </a:moveTo>
                  <a:lnTo>
                    <a:pt x="7127" y="7764"/>
                  </a:lnTo>
                  <a:lnTo>
                    <a:pt x="7248" y="7731"/>
                  </a:lnTo>
                  <a:lnTo>
                    <a:pt x="9018" y="7676"/>
                  </a:lnTo>
                  <a:lnTo>
                    <a:pt x="9084" y="9865"/>
                  </a:lnTo>
                  <a:close/>
                  <a:moveTo>
                    <a:pt x="7237" y="7709"/>
                  </a:moveTo>
                  <a:lnTo>
                    <a:pt x="7127" y="7731"/>
                  </a:lnTo>
                  <a:lnTo>
                    <a:pt x="7358" y="5554"/>
                  </a:lnTo>
                  <a:lnTo>
                    <a:pt x="8952" y="5444"/>
                  </a:lnTo>
                  <a:lnTo>
                    <a:pt x="9018" y="7643"/>
                  </a:lnTo>
                  <a:lnTo>
                    <a:pt x="7237" y="7698"/>
                  </a:lnTo>
                  <a:close/>
                  <a:moveTo>
                    <a:pt x="7358" y="5532"/>
                  </a:moveTo>
                  <a:lnTo>
                    <a:pt x="6995" y="2090"/>
                  </a:lnTo>
                  <a:lnTo>
                    <a:pt x="8842" y="1925"/>
                  </a:lnTo>
                  <a:lnTo>
                    <a:pt x="8952" y="5422"/>
                  </a:lnTo>
                  <a:lnTo>
                    <a:pt x="7358" y="5532"/>
                  </a:lnTo>
                  <a:close/>
                  <a:moveTo>
                    <a:pt x="5180" y="814"/>
                  </a:moveTo>
                  <a:lnTo>
                    <a:pt x="7248" y="165"/>
                  </a:lnTo>
                  <a:lnTo>
                    <a:pt x="6973" y="2068"/>
                  </a:lnTo>
                  <a:lnTo>
                    <a:pt x="5169" y="2739"/>
                  </a:lnTo>
                  <a:lnTo>
                    <a:pt x="5180" y="814"/>
                  </a:lnTo>
                  <a:close/>
                  <a:moveTo>
                    <a:pt x="5664" y="5994"/>
                  </a:moveTo>
                  <a:lnTo>
                    <a:pt x="3905" y="6467"/>
                  </a:lnTo>
                  <a:lnTo>
                    <a:pt x="3630" y="3541"/>
                  </a:lnTo>
                  <a:lnTo>
                    <a:pt x="5147" y="2783"/>
                  </a:lnTo>
                  <a:close/>
                  <a:moveTo>
                    <a:pt x="5158" y="825"/>
                  </a:moveTo>
                  <a:lnTo>
                    <a:pt x="5136" y="2750"/>
                  </a:lnTo>
                  <a:lnTo>
                    <a:pt x="3630" y="3508"/>
                  </a:lnTo>
                  <a:lnTo>
                    <a:pt x="3564" y="1936"/>
                  </a:lnTo>
                  <a:lnTo>
                    <a:pt x="5158" y="825"/>
                  </a:lnTo>
                  <a:close/>
                  <a:moveTo>
                    <a:pt x="2420" y="3090"/>
                  </a:moveTo>
                  <a:lnTo>
                    <a:pt x="3531" y="1969"/>
                  </a:lnTo>
                  <a:lnTo>
                    <a:pt x="3597" y="3519"/>
                  </a:lnTo>
                  <a:lnTo>
                    <a:pt x="2420" y="4245"/>
                  </a:lnTo>
                  <a:close/>
                  <a:moveTo>
                    <a:pt x="2475" y="7005"/>
                  </a:moveTo>
                  <a:lnTo>
                    <a:pt x="1320" y="7797"/>
                  </a:lnTo>
                  <a:lnTo>
                    <a:pt x="1386" y="5246"/>
                  </a:lnTo>
                  <a:lnTo>
                    <a:pt x="2398" y="4311"/>
                  </a:lnTo>
                  <a:lnTo>
                    <a:pt x="2475" y="7005"/>
                  </a:lnTo>
                  <a:close/>
                  <a:moveTo>
                    <a:pt x="1496" y="4443"/>
                  </a:moveTo>
                  <a:lnTo>
                    <a:pt x="2387" y="3134"/>
                  </a:lnTo>
                  <a:lnTo>
                    <a:pt x="2387" y="4267"/>
                  </a:lnTo>
                  <a:lnTo>
                    <a:pt x="1386" y="5191"/>
                  </a:lnTo>
                  <a:lnTo>
                    <a:pt x="1496" y="4443"/>
                  </a:lnTo>
                  <a:close/>
                  <a:moveTo>
                    <a:pt x="1463" y="4531"/>
                  </a:moveTo>
                  <a:lnTo>
                    <a:pt x="1353" y="5224"/>
                  </a:lnTo>
                  <a:lnTo>
                    <a:pt x="891" y="5653"/>
                  </a:lnTo>
                  <a:close/>
                  <a:moveTo>
                    <a:pt x="858" y="5730"/>
                  </a:moveTo>
                  <a:lnTo>
                    <a:pt x="1353" y="5268"/>
                  </a:lnTo>
                  <a:lnTo>
                    <a:pt x="1287" y="7819"/>
                  </a:lnTo>
                  <a:lnTo>
                    <a:pt x="583" y="8468"/>
                  </a:lnTo>
                  <a:close/>
                  <a:moveTo>
                    <a:pt x="803" y="5972"/>
                  </a:moveTo>
                  <a:lnTo>
                    <a:pt x="550" y="8501"/>
                  </a:lnTo>
                  <a:lnTo>
                    <a:pt x="121" y="9073"/>
                  </a:lnTo>
                  <a:lnTo>
                    <a:pt x="803" y="5972"/>
                  </a:lnTo>
                  <a:close/>
                  <a:moveTo>
                    <a:pt x="110" y="9139"/>
                  </a:moveTo>
                  <a:lnTo>
                    <a:pt x="550" y="8545"/>
                  </a:lnTo>
                  <a:lnTo>
                    <a:pt x="550" y="10371"/>
                  </a:lnTo>
                  <a:cubicBezTo>
                    <a:pt x="209" y="10667"/>
                    <a:pt x="99" y="10777"/>
                    <a:pt x="66" y="10810"/>
                  </a:cubicBezTo>
                  <a:close/>
                  <a:moveTo>
                    <a:pt x="66" y="10854"/>
                  </a:moveTo>
                  <a:cubicBezTo>
                    <a:pt x="66" y="10854"/>
                    <a:pt x="66" y="10854"/>
                    <a:pt x="77" y="10843"/>
                  </a:cubicBezTo>
                  <a:cubicBezTo>
                    <a:pt x="88" y="10810"/>
                    <a:pt x="363" y="10568"/>
                    <a:pt x="550" y="10415"/>
                  </a:cubicBezTo>
                  <a:lnTo>
                    <a:pt x="682" y="11954"/>
                  </a:lnTo>
                  <a:lnTo>
                    <a:pt x="23" y="12504"/>
                  </a:lnTo>
                  <a:lnTo>
                    <a:pt x="55" y="10854"/>
                  </a:lnTo>
                  <a:close/>
                  <a:moveTo>
                    <a:pt x="23" y="12537"/>
                  </a:moveTo>
                  <a:lnTo>
                    <a:pt x="682" y="11998"/>
                  </a:lnTo>
                  <a:lnTo>
                    <a:pt x="693" y="12174"/>
                  </a:lnTo>
                  <a:lnTo>
                    <a:pt x="781" y="13285"/>
                  </a:lnTo>
                  <a:lnTo>
                    <a:pt x="176" y="13384"/>
                  </a:lnTo>
                  <a:close/>
                  <a:moveTo>
                    <a:pt x="198" y="13483"/>
                  </a:moveTo>
                  <a:lnTo>
                    <a:pt x="187" y="13417"/>
                  </a:lnTo>
                  <a:lnTo>
                    <a:pt x="781" y="13307"/>
                  </a:lnTo>
                  <a:lnTo>
                    <a:pt x="847" y="14242"/>
                  </a:lnTo>
                  <a:lnTo>
                    <a:pt x="352" y="14187"/>
                  </a:lnTo>
                  <a:close/>
                  <a:moveTo>
                    <a:pt x="396" y="14384"/>
                  </a:moveTo>
                  <a:lnTo>
                    <a:pt x="363" y="14209"/>
                  </a:lnTo>
                  <a:lnTo>
                    <a:pt x="858" y="14274"/>
                  </a:lnTo>
                  <a:lnTo>
                    <a:pt x="1155" y="14813"/>
                  </a:lnTo>
                  <a:lnTo>
                    <a:pt x="506" y="14813"/>
                  </a:lnTo>
                  <a:lnTo>
                    <a:pt x="396" y="14373"/>
                  </a:lnTo>
                  <a:close/>
                  <a:moveTo>
                    <a:pt x="517" y="14846"/>
                  </a:moveTo>
                  <a:lnTo>
                    <a:pt x="1177" y="14846"/>
                  </a:lnTo>
                  <a:lnTo>
                    <a:pt x="1540" y="15209"/>
                  </a:lnTo>
                  <a:lnTo>
                    <a:pt x="704" y="15605"/>
                  </a:lnTo>
                  <a:lnTo>
                    <a:pt x="517" y="14846"/>
                  </a:lnTo>
                  <a:close/>
                  <a:moveTo>
                    <a:pt x="715" y="15671"/>
                  </a:moveTo>
                  <a:lnTo>
                    <a:pt x="1716" y="17013"/>
                  </a:lnTo>
                  <a:lnTo>
                    <a:pt x="1419" y="17464"/>
                  </a:lnTo>
                  <a:lnTo>
                    <a:pt x="682" y="16353"/>
                  </a:lnTo>
                  <a:lnTo>
                    <a:pt x="715" y="15671"/>
                  </a:lnTo>
                  <a:close/>
                  <a:moveTo>
                    <a:pt x="682" y="16408"/>
                  </a:moveTo>
                  <a:lnTo>
                    <a:pt x="1408" y="17486"/>
                  </a:lnTo>
                  <a:lnTo>
                    <a:pt x="1518" y="18431"/>
                  </a:lnTo>
                  <a:lnTo>
                    <a:pt x="715" y="17530"/>
                  </a:lnTo>
                  <a:close/>
                  <a:moveTo>
                    <a:pt x="726" y="17585"/>
                  </a:moveTo>
                  <a:lnTo>
                    <a:pt x="1529" y="18475"/>
                  </a:lnTo>
                  <a:lnTo>
                    <a:pt x="1639" y="19289"/>
                  </a:lnTo>
                  <a:lnTo>
                    <a:pt x="858" y="18552"/>
                  </a:lnTo>
                  <a:lnTo>
                    <a:pt x="726" y="17585"/>
                  </a:lnTo>
                  <a:close/>
                  <a:moveTo>
                    <a:pt x="858" y="18596"/>
                  </a:moveTo>
                  <a:lnTo>
                    <a:pt x="1650" y="19333"/>
                  </a:lnTo>
                  <a:lnTo>
                    <a:pt x="1782" y="20279"/>
                  </a:lnTo>
                  <a:lnTo>
                    <a:pt x="1001" y="19487"/>
                  </a:lnTo>
                  <a:close/>
                  <a:moveTo>
                    <a:pt x="1012" y="19542"/>
                  </a:moveTo>
                  <a:lnTo>
                    <a:pt x="1782" y="20323"/>
                  </a:lnTo>
                  <a:lnTo>
                    <a:pt x="2024" y="21467"/>
                  </a:lnTo>
                  <a:lnTo>
                    <a:pt x="1177" y="20554"/>
                  </a:lnTo>
                  <a:lnTo>
                    <a:pt x="1012" y="19542"/>
                  </a:lnTo>
                  <a:close/>
                  <a:moveTo>
                    <a:pt x="1199" y="20620"/>
                  </a:moveTo>
                  <a:lnTo>
                    <a:pt x="2035" y="21522"/>
                  </a:lnTo>
                  <a:lnTo>
                    <a:pt x="2453" y="23512"/>
                  </a:lnTo>
                  <a:lnTo>
                    <a:pt x="1639" y="22357"/>
                  </a:lnTo>
                  <a:close/>
                  <a:moveTo>
                    <a:pt x="1661" y="22434"/>
                  </a:moveTo>
                  <a:lnTo>
                    <a:pt x="2464" y="23578"/>
                  </a:lnTo>
                  <a:lnTo>
                    <a:pt x="2508" y="24590"/>
                  </a:lnTo>
                  <a:lnTo>
                    <a:pt x="1881" y="23413"/>
                  </a:lnTo>
                  <a:close/>
                  <a:moveTo>
                    <a:pt x="1925" y="23578"/>
                  </a:moveTo>
                  <a:lnTo>
                    <a:pt x="2508" y="24667"/>
                  </a:lnTo>
                  <a:lnTo>
                    <a:pt x="2915" y="25854"/>
                  </a:lnTo>
                  <a:lnTo>
                    <a:pt x="2431" y="25173"/>
                  </a:lnTo>
                  <a:lnTo>
                    <a:pt x="1925" y="23567"/>
                  </a:lnTo>
                  <a:close/>
                  <a:moveTo>
                    <a:pt x="2948" y="25953"/>
                  </a:moveTo>
                  <a:lnTo>
                    <a:pt x="2981" y="26349"/>
                  </a:lnTo>
                  <a:lnTo>
                    <a:pt x="2497" y="25327"/>
                  </a:lnTo>
                  <a:lnTo>
                    <a:pt x="2948" y="25953"/>
                  </a:lnTo>
                  <a:close/>
                  <a:moveTo>
                    <a:pt x="3014" y="26426"/>
                  </a:moveTo>
                  <a:lnTo>
                    <a:pt x="2981" y="25997"/>
                  </a:lnTo>
                  <a:lnTo>
                    <a:pt x="3762" y="26877"/>
                  </a:lnTo>
                  <a:lnTo>
                    <a:pt x="3806" y="27680"/>
                  </a:lnTo>
                  <a:close/>
                  <a:moveTo>
                    <a:pt x="3839" y="27735"/>
                  </a:moveTo>
                  <a:lnTo>
                    <a:pt x="3795" y="26910"/>
                  </a:lnTo>
                  <a:lnTo>
                    <a:pt x="4630" y="27559"/>
                  </a:lnTo>
                  <a:lnTo>
                    <a:pt x="4949" y="28857"/>
                  </a:lnTo>
                  <a:close/>
                  <a:moveTo>
                    <a:pt x="4993" y="28890"/>
                  </a:moveTo>
                  <a:lnTo>
                    <a:pt x="4674" y="27592"/>
                  </a:lnTo>
                  <a:lnTo>
                    <a:pt x="5477" y="28219"/>
                  </a:lnTo>
                  <a:lnTo>
                    <a:pt x="6038" y="29879"/>
                  </a:lnTo>
                  <a:lnTo>
                    <a:pt x="4993" y="28890"/>
                  </a:lnTo>
                  <a:close/>
                  <a:moveTo>
                    <a:pt x="6082" y="29923"/>
                  </a:moveTo>
                  <a:lnTo>
                    <a:pt x="5510" y="28241"/>
                  </a:lnTo>
                  <a:lnTo>
                    <a:pt x="6500" y="28626"/>
                  </a:lnTo>
                  <a:lnTo>
                    <a:pt x="7127" y="30748"/>
                  </a:lnTo>
                  <a:close/>
                  <a:moveTo>
                    <a:pt x="7171" y="30781"/>
                  </a:moveTo>
                  <a:lnTo>
                    <a:pt x="6533" y="28648"/>
                  </a:lnTo>
                  <a:lnTo>
                    <a:pt x="7644" y="29440"/>
                  </a:lnTo>
                  <a:lnTo>
                    <a:pt x="8039" y="31364"/>
                  </a:lnTo>
                  <a:lnTo>
                    <a:pt x="7171" y="30781"/>
                  </a:lnTo>
                  <a:close/>
                  <a:moveTo>
                    <a:pt x="8072" y="31397"/>
                  </a:moveTo>
                  <a:lnTo>
                    <a:pt x="7688" y="29461"/>
                  </a:lnTo>
                  <a:lnTo>
                    <a:pt x="8666" y="29978"/>
                  </a:lnTo>
                  <a:lnTo>
                    <a:pt x="9029" y="31782"/>
                  </a:lnTo>
                  <a:lnTo>
                    <a:pt x="8072" y="31397"/>
                  </a:lnTo>
                  <a:close/>
                  <a:moveTo>
                    <a:pt x="9876" y="31870"/>
                  </a:moveTo>
                  <a:lnTo>
                    <a:pt x="9062" y="31793"/>
                  </a:lnTo>
                  <a:lnTo>
                    <a:pt x="8699" y="29989"/>
                  </a:lnTo>
                  <a:lnTo>
                    <a:pt x="9876" y="30231"/>
                  </a:lnTo>
                  <a:lnTo>
                    <a:pt x="9876" y="31870"/>
                  </a:lnTo>
                  <a:close/>
                  <a:moveTo>
                    <a:pt x="9876" y="30198"/>
                  </a:moveTo>
                  <a:lnTo>
                    <a:pt x="8699" y="29956"/>
                  </a:lnTo>
                  <a:lnTo>
                    <a:pt x="9062" y="27955"/>
                  </a:lnTo>
                  <a:lnTo>
                    <a:pt x="9876" y="28010"/>
                  </a:lnTo>
                  <a:lnTo>
                    <a:pt x="9876" y="30198"/>
                  </a:lnTo>
                  <a:close/>
                  <a:moveTo>
                    <a:pt x="9876" y="27977"/>
                  </a:moveTo>
                  <a:lnTo>
                    <a:pt x="9062" y="27933"/>
                  </a:lnTo>
                  <a:lnTo>
                    <a:pt x="8908" y="27251"/>
                  </a:lnTo>
                  <a:lnTo>
                    <a:pt x="9876" y="27229"/>
                  </a:lnTo>
                  <a:lnTo>
                    <a:pt x="9876" y="27977"/>
                  </a:lnTo>
                  <a:close/>
                  <a:moveTo>
                    <a:pt x="9876" y="27207"/>
                  </a:moveTo>
                  <a:lnTo>
                    <a:pt x="8908" y="27229"/>
                  </a:lnTo>
                  <a:lnTo>
                    <a:pt x="8864" y="26261"/>
                  </a:lnTo>
                  <a:lnTo>
                    <a:pt x="9876" y="26338"/>
                  </a:lnTo>
                  <a:lnTo>
                    <a:pt x="9876" y="27207"/>
                  </a:lnTo>
                  <a:close/>
                  <a:moveTo>
                    <a:pt x="9876" y="26305"/>
                  </a:moveTo>
                  <a:lnTo>
                    <a:pt x="8875" y="26239"/>
                  </a:lnTo>
                  <a:lnTo>
                    <a:pt x="9106" y="25404"/>
                  </a:lnTo>
                  <a:lnTo>
                    <a:pt x="9194" y="25140"/>
                  </a:lnTo>
                  <a:lnTo>
                    <a:pt x="9876" y="25393"/>
                  </a:lnTo>
                  <a:lnTo>
                    <a:pt x="9876" y="26305"/>
                  </a:lnTo>
                  <a:close/>
                  <a:moveTo>
                    <a:pt x="9876" y="25360"/>
                  </a:moveTo>
                  <a:lnTo>
                    <a:pt x="9194" y="25107"/>
                  </a:lnTo>
                  <a:lnTo>
                    <a:pt x="9480" y="23578"/>
                  </a:lnTo>
                  <a:lnTo>
                    <a:pt x="9876" y="23567"/>
                  </a:lnTo>
                  <a:close/>
                  <a:moveTo>
                    <a:pt x="9876" y="23534"/>
                  </a:moveTo>
                  <a:lnTo>
                    <a:pt x="9480" y="23545"/>
                  </a:lnTo>
                  <a:lnTo>
                    <a:pt x="9634" y="22775"/>
                  </a:lnTo>
                  <a:lnTo>
                    <a:pt x="9876" y="22907"/>
                  </a:lnTo>
                  <a:lnTo>
                    <a:pt x="9876" y="23545"/>
                  </a:lnTo>
                  <a:close/>
                  <a:moveTo>
                    <a:pt x="9876" y="22863"/>
                  </a:moveTo>
                  <a:lnTo>
                    <a:pt x="9634" y="22742"/>
                  </a:lnTo>
                  <a:lnTo>
                    <a:pt x="9348" y="22225"/>
                  </a:lnTo>
                  <a:lnTo>
                    <a:pt x="9876" y="22577"/>
                  </a:lnTo>
                  <a:close/>
                  <a:moveTo>
                    <a:pt x="9876" y="22544"/>
                  </a:moveTo>
                  <a:lnTo>
                    <a:pt x="9337" y="22181"/>
                  </a:lnTo>
                  <a:lnTo>
                    <a:pt x="9876" y="22005"/>
                  </a:lnTo>
                  <a:lnTo>
                    <a:pt x="9876" y="22533"/>
                  </a:lnTo>
                  <a:close/>
                  <a:moveTo>
                    <a:pt x="9876" y="21972"/>
                  </a:moveTo>
                  <a:lnTo>
                    <a:pt x="9315" y="22159"/>
                  </a:lnTo>
                  <a:lnTo>
                    <a:pt x="8919" y="21445"/>
                  </a:lnTo>
                  <a:lnTo>
                    <a:pt x="9876" y="21104"/>
                  </a:lnTo>
                  <a:lnTo>
                    <a:pt x="9876" y="21972"/>
                  </a:lnTo>
                  <a:close/>
                  <a:moveTo>
                    <a:pt x="9876" y="21071"/>
                  </a:moveTo>
                  <a:lnTo>
                    <a:pt x="8908" y="21412"/>
                  </a:lnTo>
                  <a:lnTo>
                    <a:pt x="8754" y="20741"/>
                  </a:lnTo>
                  <a:lnTo>
                    <a:pt x="9876" y="20576"/>
                  </a:lnTo>
                  <a:lnTo>
                    <a:pt x="9876" y="21071"/>
                  </a:lnTo>
                  <a:close/>
                  <a:moveTo>
                    <a:pt x="9876" y="20543"/>
                  </a:moveTo>
                  <a:lnTo>
                    <a:pt x="8754" y="20719"/>
                  </a:lnTo>
                  <a:lnTo>
                    <a:pt x="8864" y="20026"/>
                  </a:lnTo>
                  <a:lnTo>
                    <a:pt x="9876" y="19608"/>
                  </a:lnTo>
                  <a:lnTo>
                    <a:pt x="9876" y="20543"/>
                  </a:lnTo>
                  <a:close/>
                  <a:moveTo>
                    <a:pt x="9876" y="19586"/>
                  </a:moveTo>
                  <a:lnTo>
                    <a:pt x="8864" y="19993"/>
                  </a:lnTo>
                  <a:lnTo>
                    <a:pt x="9106" y="18508"/>
                  </a:lnTo>
                  <a:lnTo>
                    <a:pt x="9876" y="18508"/>
                  </a:lnTo>
                  <a:close/>
                  <a:moveTo>
                    <a:pt x="9876" y="18475"/>
                  </a:moveTo>
                  <a:lnTo>
                    <a:pt x="9106" y="18475"/>
                  </a:lnTo>
                  <a:lnTo>
                    <a:pt x="8941" y="16925"/>
                  </a:lnTo>
                  <a:lnTo>
                    <a:pt x="9876" y="16716"/>
                  </a:lnTo>
                  <a:close/>
                  <a:moveTo>
                    <a:pt x="9876" y="16683"/>
                  </a:moveTo>
                  <a:lnTo>
                    <a:pt x="8941" y="16903"/>
                  </a:lnTo>
                  <a:lnTo>
                    <a:pt x="8996" y="15946"/>
                  </a:lnTo>
                  <a:lnTo>
                    <a:pt x="9876" y="15715"/>
                  </a:lnTo>
                  <a:lnTo>
                    <a:pt x="9876" y="16683"/>
                  </a:lnTo>
                  <a:close/>
                  <a:moveTo>
                    <a:pt x="9876" y="15682"/>
                  </a:moveTo>
                  <a:lnTo>
                    <a:pt x="8996" y="15913"/>
                  </a:lnTo>
                  <a:lnTo>
                    <a:pt x="9106" y="14780"/>
                  </a:lnTo>
                  <a:lnTo>
                    <a:pt x="9876" y="14231"/>
                  </a:lnTo>
                  <a:close/>
                  <a:moveTo>
                    <a:pt x="9876" y="14198"/>
                  </a:moveTo>
                  <a:lnTo>
                    <a:pt x="9106" y="14747"/>
                  </a:lnTo>
                  <a:lnTo>
                    <a:pt x="8622" y="13208"/>
                  </a:lnTo>
                  <a:lnTo>
                    <a:pt x="9876" y="12856"/>
                  </a:lnTo>
                  <a:lnTo>
                    <a:pt x="9876" y="14198"/>
                  </a:lnTo>
                  <a:close/>
                  <a:moveTo>
                    <a:pt x="9876" y="12823"/>
                  </a:moveTo>
                  <a:lnTo>
                    <a:pt x="8611" y="13186"/>
                  </a:lnTo>
                  <a:lnTo>
                    <a:pt x="8369" y="12405"/>
                  </a:lnTo>
                  <a:lnTo>
                    <a:pt x="9876" y="12251"/>
                  </a:lnTo>
                  <a:close/>
                  <a:moveTo>
                    <a:pt x="9876" y="12218"/>
                  </a:moveTo>
                  <a:lnTo>
                    <a:pt x="8369" y="12372"/>
                  </a:lnTo>
                  <a:lnTo>
                    <a:pt x="9106" y="9887"/>
                  </a:lnTo>
                  <a:lnTo>
                    <a:pt x="9876" y="9601"/>
                  </a:lnTo>
                  <a:lnTo>
                    <a:pt x="9876" y="12218"/>
                  </a:lnTo>
                  <a:close/>
                  <a:moveTo>
                    <a:pt x="9876" y="9568"/>
                  </a:moveTo>
                  <a:lnTo>
                    <a:pt x="9106" y="9854"/>
                  </a:lnTo>
                  <a:lnTo>
                    <a:pt x="9040" y="7665"/>
                  </a:lnTo>
                  <a:lnTo>
                    <a:pt x="9876" y="7643"/>
                  </a:lnTo>
                  <a:lnTo>
                    <a:pt x="9876" y="9568"/>
                  </a:lnTo>
                  <a:close/>
                  <a:moveTo>
                    <a:pt x="9876" y="7610"/>
                  </a:moveTo>
                  <a:lnTo>
                    <a:pt x="9040" y="7643"/>
                  </a:lnTo>
                  <a:lnTo>
                    <a:pt x="8974" y="5444"/>
                  </a:lnTo>
                  <a:lnTo>
                    <a:pt x="9876" y="5378"/>
                  </a:lnTo>
                  <a:close/>
                  <a:moveTo>
                    <a:pt x="9876" y="5356"/>
                  </a:moveTo>
                  <a:lnTo>
                    <a:pt x="8974" y="5411"/>
                  </a:lnTo>
                  <a:lnTo>
                    <a:pt x="8875" y="1914"/>
                  </a:lnTo>
                  <a:lnTo>
                    <a:pt x="9876" y="1881"/>
                  </a:lnTo>
                  <a:lnTo>
                    <a:pt x="9876" y="5356"/>
                  </a:lnTo>
                  <a:close/>
                  <a:moveTo>
                    <a:pt x="9876" y="1848"/>
                  </a:moveTo>
                  <a:lnTo>
                    <a:pt x="8875" y="1892"/>
                  </a:lnTo>
                  <a:lnTo>
                    <a:pt x="8820" y="44"/>
                  </a:lnTo>
                  <a:lnTo>
                    <a:pt x="9876" y="22"/>
                  </a:lnTo>
                  <a:lnTo>
                    <a:pt x="9876" y="1848"/>
                  </a:lnTo>
                  <a:close/>
                  <a:moveTo>
                    <a:pt x="19751" y="12504"/>
                  </a:moveTo>
                  <a:lnTo>
                    <a:pt x="19092" y="11954"/>
                  </a:lnTo>
                  <a:lnTo>
                    <a:pt x="19224" y="10415"/>
                  </a:lnTo>
                  <a:cubicBezTo>
                    <a:pt x="19410" y="10568"/>
                    <a:pt x="19685" y="10810"/>
                    <a:pt x="19696" y="10843"/>
                  </a:cubicBezTo>
                  <a:cubicBezTo>
                    <a:pt x="19707" y="10843"/>
                    <a:pt x="19707" y="10854"/>
                    <a:pt x="19707" y="10854"/>
                  </a:cubicBezTo>
                  <a:close/>
                  <a:moveTo>
                    <a:pt x="18355" y="9678"/>
                  </a:moveTo>
                  <a:lnTo>
                    <a:pt x="17211" y="8952"/>
                  </a:lnTo>
                  <a:lnTo>
                    <a:pt x="17299" y="7038"/>
                  </a:lnTo>
                  <a:lnTo>
                    <a:pt x="18454" y="7830"/>
                  </a:lnTo>
                  <a:lnTo>
                    <a:pt x="18355" y="9678"/>
                  </a:lnTo>
                  <a:close/>
                  <a:moveTo>
                    <a:pt x="18487" y="7863"/>
                  </a:moveTo>
                  <a:lnTo>
                    <a:pt x="19202" y="8512"/>
                  </a:lnTo>
                  <a:lnTo>
                    <a:pt x="19202" y="10349"/>
                  </a:lnTo>
                  <a:lnTo>
                    <a:pt x="18388" y="9700"/>
                  </a:lnTo>
                  <a:close/>
                  <a:moveTo>
                    <a:pt x="12361" y="26569"/>
                  </a:moveTo>
                  <a:lnTo>
                    <a:pt x="12262" y="26052"/>
                  </a:lnTo>
                  <a:lnTo>
                    <a:pt x="13527" y="26074"/>
                  </a:lnTo>
                  <a:lnTo>
                    <a:pt x="12361" y="26569"/>
                  </a:lnTo>
                  <a:close/>
                  <a:moveTo>
                    <a:pt x="13516" y="26107"/>
                  </a:moveTo>
                  <a:lnTo>
                    <a:pt x="12196" y="27273"/>
                  </a:lnTo>
                  <a:lnTo>
                    <a:pt x="12361" y="26602"/>
                  </a:lnTo>
                  <a:close/>
                  <a:moveTo>
                    <a:pt x="12251" y="26019"/>
                  </a:moveTo>
                  <a:lnTo>
                    <a:pt x="11668" y="25327"/>
                  </a:lnTo>
                  <a:lnTo>
                    <a:pt x="12471" y="25689"/>
                  </a:lnTo>
                  <a:lnTo>
                    <a:pt x="13494" y="26041"/>
                  </a:lnTo>
                  <a:close/>
                  <a:moveTo>
                    <a:pt x="12471" y="25656"/>
                  </a:moveTo>
                  <a:lnTo>
                    <a:pt x="11625" y="25283"/>
                  </a:lnTo>
                  <a:lnTo>
                    <a:pt x="11559" y="23732"/>
                  </a:lnTo>
                  <a:lnTo>
                    <a:pt x="12405" y="24172"/>
                  </a:lnTo>
                  <a:lnTo>
                    <a:pt x="13340" y="24579"/>
                  </a:lnTo>
                  <a:lnTo>
                    <a:pt x="13571" y="26041"/>
                  </a:lnTo>
                  <a:lnTo>
                    <a:pt x="12471" y="25656"/>
                  </a:lnTo>
                  <a:close/>
                  <a:moveTo>
                    <a:pt x="16584" y="14417"/>
                  </a:moveTo>
                  <a:lnTo>
                    <a:pt x="17717" y="14758"/>
                  </a:lnTo>
                  <a:lnTo>
                    <a:pt x="17464" y="15033"/>
                  </a:lnTo>
                  <a:close/>
                  <a:moveTo>
                    <a:pt x="17618" y="15550"/>
                  </a:moveTo>
                  <a:lnTo>
                    <a:pt x="17156" y="15616"/>
                  </a:lnTo>
                  <a:lnTo>
                    <a:pt x="17167" y="15275"/>
                  </a:lnTo>
                  <a:lnTo>
                    <a:pt x="17453" y="15077"/>
                  </a:lnTo>
                  <a:close/>
                  <a:moveTo>
                    <a:pt x="17442" y="15055"/>
                  </a:moveTo>
                  <a:lnTo>
                    <a:pt x="17145" y="15242"/>
                  </a:lnTo>
                  <a:lnTo>
                    <a:pt x="16397" y="14626"/>
                  </a:lnTo>
                  <a:lnTo>
                    <a:pt x="16518" y="14406"/>
                  </a:lnTo>
                  <a:lnTo>
                    <a:pt x="17442" y="15055"/>
                  </a:lnTo>
                  <a:close/>
                  <a:moveTo>
                    <a:pt x="15495" y="11756"/>
                  </a:moveTo>
                  <a:lnTo>
                    <a:pt x="15430" y="12845"/>
                  </a:lnTo>
                  <a:lnTo>
                    <a:pt x="14528" y="12911"/>
                  </a:lnTo>
                  <a:lnTo>
                    <a:pt x="14407" y="11877"/>
                  </a:lnTo>
                  <a:close/>
                  <a:moveTo>
                    <a:pt x="14407" y="11844"/>
                  </a:moveTo>
                  <a:lnTo>
                    <a:pt x="14253" y="10579"/>
                  </a:lnTo>
                  <a:lnTo>
                    <a:pt x="15572" y="10568"/>
                  </a:lnTo>
                  <a:lnTo>
                    <a:pt x="15495" y="11734"/>
                  </a:lnTo>
                  <a:close/>
                  <a:moveTo>
                    <a:pt x="12977" y="21764"/>
                  </a:moveTo>
                  <a:lnTo>
                    <a:pt x="12471" y="21434"/>
                  </a:lnTo>
                  <a:lnTo>
                    <a:pt x="13153" y="21071"/>
                  </a:lnTo>
                  <a:lnTo>
                    <a:pt x="13692" y="21643"/>
                  </a:lnTo>
                  <a:close/>
                  <a:moveTo>
                    <a:pt x="13714" y="21665"/>
                  </a:moveTo>
                  <a:lnTo>
                    <a:pt x="13901" y="22335"/>
                  </a:lnTo>
                  <a:lnTo>
                    <a:pt x="13021" y="21786"/>
                  </a:lnTo>
                  <a:close/>
                  <a:moveTo>
                    <a:pt x="12570" y="19135"/>
                  </a:moveTo>
                  <a:lnTo>
                    <a:pt x="11987" y="18838"/>
                  </a:lnTo>
                  <a:lnTo>
                    <a:pt x="11998" y="17618"/>
                  </a:lnTo>
                  <a:lnTo>
                    <a:pt x="12768" y="17915"/>
                  </a:lnTo>
                  <a:close/>
                  <a:moveTo>
                    <a:pt x="12790" y="17937"/>
                  </a:moveTo>
                  <a:lnTo>
                    <a:pt x="13791" y="18486"/>
                  </a:lnTo>
                  <a:lnTo>
                    <a:pt x="13318" y="19509"/>
                  </a:lnTo>
                  <a:lnTo>
                    <a:pt x="12603" y="19146"/>
                  </a:lnTo>
                  <a:lnTo>
                    <a:pt x="12790" y="17937"/>
                  </a:lnTo>
                  <a:close/>
                  <a:moveTo>
                    <a:pt x="12592" y="19179"/>
                  </a:moveTo>
                  <a:lnTo>
                    <a:pt x="13296" y="19531"/>
                  </a:lnTo>
                  <a:lnTo>
                    <a:pt x="12779" y="20642"/>
                  </a:lnTo>
                  <a:lnTo>
                    <a:pt x="12372" y="20499"/>
                  </a:lnTo>
                  <a:lnTo>
                    <a:pt x="12592" y="19179"/>
                  </a:lnTo>
                  <a:close/>
                  <a:moveTo>
                    <a:pt x="12779" y="20686"/>
                  </a:moveTo>
                  <a:lnTo>
                    <a:pt x="13131" y="21049"/>
                  </a:lnTo>
                  <a:lnTo>
                    <a:pt x="12460" y="21401"/>
                  </a:lnTo>
                  <a:lnTo>
                    <a:pt x="12438" y="21038"/>
                  </a:lnTo>
                  <a:close/>
                  <a:moveTo>
                    <a:pt x="12757" y="20664"/>
                  </a:moveTo>
                  <a:lnTo>
                    <a:pt x="12438" y="21005"/>
                  </a:lnTo>
                  <a:lnTo>
                    <a:pt x="12383" y="20532"/>
                  </a:lnTo>
                  <a:close/>
                  <a:moveTo>
                    <a:pt x="12449" y="21456"/>
                  </a:moveTo>
                  <a:lnTo>
                    <a:pt x="12933" y="21775"/>
                  </a:lnTo>
                  <a:lnTo>
                    <a:pt x="12251" y="21895"/>
                  </a:lnTo>
                  <a:close/>
                  <a:moveTo>
                    <a:pt x="12801" y="20653"/>
                  </a:moveTo>
                  <a:lnTo>
                    <a:pt x="13329" y="19542"/>
                  </a:lnTo>
                  <a:lnTo>
                    <a:pt x="14220" y="19993"/>
                  </a:lnTo>
                  <a:lnTo>
                    <a:pt x="13164" y="21038"/>
                  </a:lnTo>
                  <a:lnTo>
                    <a:pt x="12801" y="20664"/>
                  </a:lnTo>
                  <a:close/>
                  <a:moveTo>
                    <a:pt x="13340" y="19520"/>
                  </a:moveTo>
                  <a:lnTo>
                    <a:pt x="13824" y="18497"/>
                  </a:lnTo>
                  <a:lnTo>
                    <a:pt x="15034" y="19179"/>
                  </a:lnTo>
                  <a:lnTo>
                    <a:pt x="14242" y="19971"/>
                  </a:lnTo>
                  <a:close/>
                  <a:moveTo>
                    <a:pt x="12801" y="17904"/>
                  </a:moveTo>
                  <a:lnTo>
                    <a:pt x="12790" y="17486"/>
                  </a:lnTo>
                  <a:lnTo>
                    <a:pt x="13758" y="17948"/>
                  </a:lnTo>
                  <a:lnTo>
                    <a:pt x="13802" y="18453"/>
                  </a:lnTo>
                  <a:close/>
                  <a:moveTo>
                    <a:pt x="15331" y="14549"/>
                  </a:moveTo>
                  <a:lnTo>
                    <a:pt x="14693" y="14593"/>
                  </a:lnTo>
                  <a:lnTo>
                    <a:pt x="14682" y="14362"/>
                  </a:lnTo>
                  <a:lnTo>
                    <a:pt x="15419" y="14274"/>
                  </a:lnTo>
                  <a:lnTo>
                    <a:pt x="15342" y="14549"/>
                  </a:lnTo>
                  <a:close/>
                  <a:moveTo>
                    <a:pt x="15364" y="14582"/>
                  </a:moveTo>
                  <a:lnTo>
                    <a:pt x="16177" y="14923"/>
                  </a:lnTo>
                  <a:lnTo>
                    <a:pt x="16056" y="15110"/>
                  </a:lnTo>
                  <a:lnTo>
                    <a:pt x="15342" y="14824"/>
                  </a:lnTo>
                  <a:close/>
                  <a:moveTo>
                    <a:pt x="15331" y="14582"/>
                  </a:moveTo>
                  <a:lnTo>
                    <a:pt x="15309" y="14813"/>
                  </a:lnTo>
                  <a:lnTo>
                    <a:pt x="14693" y="14846"/>
                  </a:lnTo>
                  <a:lnTo>
                    <a:pt x="14693" y="14626"/>
                  </a:lnTo>
                  <a:lnTo>
                    <a:pt x="15331" y="14582"/>
                  </a:lnTo>
                  <a:close/>
                  <a:moveTo>
                    <a:pt x="14682" y="14879"/>
                  </a:moveTo>
                  <a:lnTo>
                    <a:pt x="15320" y="14846"/>
                  </a:lnTo>
                  <a:lnTo>
                    <a:pt x="16056" y="15143"/>
                  </a:lnTo>
                  <a:lnTo>
                    <a:pt x="16430" y="15517"/>
                  </a:lnTo>
                  <a:lnTo>
                    <a:pt x="15759" y="15979"/>
                  </a:lnTo>
                  <a:lnTo>
                    <a:pt x="14737" y="16210"/>
                  </a:lnTo>
                  <a:lnTo>
                    <a:pt x="13978" y="16232"/>
                  </a:lnTo>
                  <a:lnTo>
                    <a:pt x="13274" y="16100"/>
                  </a:lnTo>
                  <a:lnTo>
                    <a:pt x="12900" y="15814"/>
                  </a:lnTo>
                  <a:lnTo>
                    <a:pt x="13087" y="15374"/>
                  </a:lnTo>
                  <a:lnTo>
                    <a:pt x="13978" y="15011"/>
                  </a:lnTo>
                  <a:lnTo>
                    <a:pt x="14682" y="14868"/>
                  </a:lnTo>
                  <a:close/>
                  <a:moveTo>
                    <a:pt x="12768" y="15803"/>
                  </a:moveTo>
                  <a:lnTo>
                    <a:pt x="13010" y="15473"/>
                  </a:lnTo>
                  <a:lnTo>
                    <a:pt x="12867" y="15803"/>
                  </a:lnTo>
                  <a:lnTo>
                    <a:pt x="12768" y="15803"/>
                  </a:lnTo>
                  <a:close/>
                  <a:moveTo>
                    <a:pt x="12812" y="15836"/>
                  </a:moveTo>
                  <a:lnTo>
                    <a:pt x="12757" y="15869"/>
                  </a:lnTo>
                  <a:lnTo>
                    <a:pt x="12757" y="15836"/>
                  </a:lnTo>
                  <a:lnTo>
                    <a:pt x="12812" y="15836"/>
                  </a:lnTo>
                  <a:close/>
                  <a:moveTo>
                    <a:pt x="12735" y="15803"/>
                  </a:moveTo>
                  <a:lnTo>
                    <a:pt x="12581" y="15814"/>
                  </a:lnTo>
                  <a:lnTo>
                    <a:pt x="12570" y="15814"/>
                  </a:lnTo>
                  <a:lnTo>
                    <a:pt x="12977" y="15286"/>
                  </a:lnTo>
                  <a:lnTo>
                    <a:pt x="13054" y="15363"/>
                  </a:lnTo>
                  <a:lnTo>
                    <a:pt x="12735" y="15814"/>
                  </a:lnTo>
                  <a:close/>
                  <a:moveTo>
                    <a:pt x="12581" y="15836"/>
                  </a:moveTo>
                  <a:lnTo>
                    <a:pt x="12724" y="15836"/>
                  </a:lnTo>
                  <a:lnTo>
                    <a:pt x="12724" y="15880"/>
                  </a:lnTo>
                  <a:lnTo>
                    <a:pt x="12548" y="15968"/>
                  </a:lnTo>
                  <a:lnTo>
                    <a:pt x="12548" y="15847"/>
                  </a:lnTo>
                  <a:lnTo>
                    <a:pt x="12581" y="15847"/>
                  </a:lnTo>
                  <a:close/>
                  <a:moveTo>
                    <a:pt x="12889" y="16793"/>
                  </a:moveTo>
                  <a:lnTo>
                    <a:pt x="13736" y="17233"/>
                  </a:lnTo>
                  <a:lnTo>
                    <a:pt x="13725" y="17486"/>
                  </a:lnTo>
                  <a:lnTo>
                    <a:pt x="12834" y="17046"/>
                  </a:lnTo>
                  <a:close/>
                  <a:moveTo>
                    <a:pt x="12878" y="16738"/>
                  </a:moveTo>
                  <a:lnTo>
                    <a:pt x="12361" y="16166"/>
                  </a:lnTo>
                  <a:lnTo>
                    <a:pt x="12526" y="16012"/>
                  </a:lnTo>
                  <a:lnTo>
                    <a:pt x="12977" y="16507"/>
                  </a:lnTo>
                  <a:close/>
                  <a:moveTo>
                    <a:pt x="12900" y="16760"/>
                  </a:moveTo>
                  <a:lnTo>
                    <a:pt x="13010" y="16518"/>
                  </a:lnTo>
                  <a:lnTo>
                    <a:pt x="13758" y="16826"/>
                  </a:lnTo>
                  <a:lnTo>
                    <a:pt x="13736" y="17200"/>
                  </a:lnTo>
                  <a:lnTo>
                    <a:pt x="12900" y="16760"/>
                  </a:lnTo>
                  <a:close/>
                  <a:moveTo>
                    <a:pt x="12999" y="16474"/>
                  </a:moveTo>
                  <a:lnTo>
                    <a:pt x="12559" y="15990"/>
                  </a:lnTo>
                  <a:lnTo>
                    <a:pt x="12735" y="15902"/>
                  </a:lnTo>
                  <a:lnTo>
                    <a:pt x="13120" y="16298"/>
                  </a:lnTo>
                  <a:lnTo>
                    <a:pt x="12999" y="16474"/>
                  </a:lnTo>
                  <a:close/>
                  <a:moveTo>
                    <a:pt x="12757" y="15891"/>
                  </a:moveTo>
                  <a:lnTo>
                    <a:pt x="12878" y="15836"/>
                  </a:lnTo>
                  <a:lnTo>
                    <a:pt x="13252" y="16122"/>
                  </a:lnTo>
                  <a:lnTo>
                    <a:pt x="13142" y="16276"/>
                  </a:lnTo>
                  <a:lnTo>
                    <a:pt x="12757" y="15891"/>
                  </a:lnTo>
                  <a:close/>
                  <a:moveTo>
                    <a:pt x="13274" y="16133"/>
                  </a:moveTo>
                  <a:lnTo>
                    <a:pt x="13956" y="16265"/>
                  </a:lnTo>
                  <a:lnTo>
                    <a:pt x="13835" y="16474"/>
                  </a:lnTo>
                  <a:lnTo>
                    <a:pt x="13164" y="16287"/>
                  </a:lnTo>
                  <a:lnTo>
                    <a:pt x="13274" y="16133"/>
                  </a:lnTo>
                  <a:close/>
                  <a:moveTo>
                    <a:pt x="13989" y="16265"/>
                  </a:moveTo>
                  <a:lnTo>
                    <a:pt x="14726" y="16232"/>
                  </a:lnTo>
                  <a:lnTo>
                    <a:pt x="14770" y="16507"/>
                  </a:lnTo>
                  <a:lnTo>
                    <a:pt x="13868" y="16474"/>
                  </a:lnTo>
                  <a:close/>
                  <a:moveTo>
                    <a:pt x="14748" y="16232"/>
                  </a:moveTo>
                  <a:lnTo>
                    <a:pt x="15759" y="16012"/>
                  </a:lnTo>
                  <a:lnTo>
                    <a:pt x="15979" y="16243"/>
                  </a:lnTo>
                  <a:lnTo>
                    <a:pt x="14803" y="16507"/>
                  </a:lnTo>
                  <a:close/>
                  <a:moveTo>
                    <a:pt x="14671" y="14846"/>
                  </a:moveTo>
                  <a:lnTo>
                    <a:pt x="13989" y="14978"/>
                  </a:lnTo>
                  <a:lnTo>
                    <a:pt x="13934" y="14824"/>
                  </a:lnTo>
                  <a:lnTo>
                    <a:pt x="13934" y="14813"/>
                  </a:lnTo>
                  <a:lnTo>
                    <a:pt x="14671" y="14626"/>
                  </a:lnTo>
                  <a:lnTo>
                    <a:pt x="14671" y="14846"/>
                  </a:lnTo>
                  <a:close/>
                  <a:moveTo>
                    <a:pt x="13956" y="14989"/>
                  </a:moveTo>
                  <a:lnTo>
                    <a:pt x="13087" y="15341"/>
                  </a:lnTo>
                  <a:lnTo>
                    <a:pt x="12999" y="15264"/>
                  </a:lnTo>
                  <a:lnTo>
                    <a:pt x="13901" y="14824"/>
                  </a:lnTo>
                  <a:lnTo>
                    <a:pt x="13901" y="14835"/>
                  </a:lnTo>
                  <a:lnTo>
                    <a:pt x="13956" y="14989"/>
                  </a:lnTo>
                  <a:close/>
                  <a:moveTo>
                    <a:pt x="12977" y="15242"/>
                  </a:moveTo>
                  <a:lnTo>
                    <a:pt x="12834" y="15132"/>
                  </a:lnTo>
                  <a:lnTo>
                    <a:pt x="13813" y="14615"/>
                  </a:lnTo>
                  <a:lnTo>
                    <a:pt x="13890" y="14802"/>
                  </a:lnTo>
                  <a:lnTo>
                    <a:pt x="12977" y="15242"/>
                  </a:lnTo>
                  <a:close/>
                  <a:moveTo>
                    <a:pt x="12955" y="15264"/>
                  </a:moveTo>
                  <a:lnTo>
                    <a:pt x="12526" y="15814"/>
                  </a:lnTo>
                  <a:lnTo>
                    <a:pt x="12339" y="15814"/>
                  </a:lnTo>
                  <a:lnTo>
                    <a:pt x="12812" y="15154"/>
                  </a:lnTo>
                  <a:close/>
                  <a:moveTo>
                    <a:pt x="12526" y="15836"/>
                  </a:moveTo>
                  <a:lnTo>
                    <a:pt x="12515" y="15979"/>
                  </a:lnTo>
                  <a:lnTo>
                    <a:pt x="12350" y="16133"/>
                  </a:lnTo>
                  <a:lnTo>
                    <a:pt x="12328" y="15836"/>
                  </a:lnTo>
                  <a:lnTo>
                    <a:pt x="12526" y="15836"/>
                  </a:lnTo>
                  <a:close/>
                  <a:moveTo>
                    <a:pt x="12339" y="16177"/>
                  </a:moveTo>
                  <a:lnTo>
                    <a:pt x="12867" y="16771"/>
                  </a:lnTo>
                  <a:lnTo>
                    <a:pt x="12812" y="17024"/>
                  </a:lnTo>
                  <a:lnTo>
                    <a:pt x="12174" y="16320"/>
                  </a:lnTo>
                  <a:close/>
                  <a:moveTo>
                    <a:pt x="12834" y="17079"/>
                  </a:moveTo>
                  <a:lnTo>
                    <a:pt x="13736" y="17519"/>
                  </a:lnTo>
                  <a:lnTo>
                    <a:pt x="13758" y="17915"/>
                  </a:lnTo>
                  <a:lnTo>
                    <a:pt x="12790" y="17453"/>
                  </a:lnTo>
                  <a:lnTo>
                    <a:pt x="12834" y="17079"/>
                  </a:lnTo>
                  <a:close/>
                  <a:moveTo>
                    <a:pt x="13021" y="16496"/>
                  </a:moveTo>
                  <a:lnTo>
                    <a:pt x="13153" y="16309"/>
                  </a:lnTo>
                  <a:lnTo>
                    <a:pt x="13835" y="16496"/>
                  </a:lnTo>
                  <a:lnTo>
                    <a:pt x="13769" y="16793"/>
                  </a:lnTo>
                  <a:lnTo>
                    <a:pt x="13021" y="16496"/>
                  </a:lnTo>
                  <a:close/>
                  <a:moveTo>
                    <a:pt x="13769" y="17244"/>
                  </a:moveTo>
                  <a:lnTo>
                    <a:pt x="13769" y="17244"/>
                  </a:lnTo>
                  <a:cubicBezTo>
                    <a:pt x="13769" y="17244"/>
                    <a:pt x="13769" y="17244"/>
                    <a:pt x="13780" y="17244"/>
                  </a:cubicBezTo>
                  <a:lnTo>
                    <a:pt x="14803" y="17442"/>
                  </a:lnTo>
                  <a:lnTo>
                    <a:pt x="14858" y="17827"/>
                  </a:lnTo>
                  <a:lnTo>
                    <a:pt x="13758" y="17497"/>
                  </a:lnTo>
                  <a:close/>
                  <a:moveTo>
                    <a:pt x="13780" y="17222"/>
                  </a:moveTo>
                  <a:lnTo>
                    <a:pt x="13769" y="17211"/>
                  </a:lnTo>
                  <a:lnTo>
                    <a:pt x="13791" y="16837"/>
                  </a:lnTo>
                  <a:lnTo>
                    <a:pt x="14726" y="16958"/>
                  </a:lnTo>
                  <a:lnTo>
                    <a:pt x="14792" y="17409"/>
                  </a:lnTo>
                  <a:close/>
                  <a:moveTo>
                    <a:pt x="13791" y="16804"/>
                  </a:moveTo>
                  <a:lnTo>
                    <a:pt x="13857" y="16507"/>
                  </a:lnTo>
                  <a:lnTo>
                    <a:pt x="14781" y="16540"/>
                  </a:lnTo>
                  <a:lnTo>
                    <a:pt x="14726" y="16936"/>
                  </a:lnTo>
                  <a:lnTo>
                    <a:pt x="13791" y="16804"/>
                  </a:lnTo>
                  <a:close/>
                  <a:moveTo>
                    <a:pt x="14803" y="16540"/>
                  </a:moveTo>
                  <a:lnTo>
                    <a:pt x="15990" y="16276"/>
                  </a:lnTo>
                  <a:lnTo>
                    <a:pt x="15935" y="16727"/>
                  </a:lnTo>
                  <a:lnTo>
                    <a:pt x="14748" y="16936"/>
                  </a:lnTo>
                  <a:close/>
                  <a:moveTo>
                    <a:pt x="15792" y="15990"/>
                  </a:moveTo>
                  <a:lnTo>
                    <a:pt x="16452" y="15539"/>
                  </a:lnTo>
                  <a:lnTo>
                    <a:pt x="16760" y="15649"/>
                  </a:lnTo>
                  <a:lnTo>
                    <a:pt x="16012" y="16232"/>
                  </a:lnTo>
                  <a:close/>
                  <a:moveTo>
                    <a:pt x="16485" y="15517"/>
                  </a:moveTo>
                  <a:lnTo>
                    <a:pt x="16771" y="15363"/>
                  </a:lnTo>
                  <a:lnTo>
                    <a:pt x="16771" y="15616"/>
                  </a:lnTo>
                  <a:close/>
                  <a:moveTo>
                    <a:pt x="16452" y="15506"/>
                  </a:moveTo>
                  <a:lnTo>
                    <a:pt x="16078" y="15121"/>
                  </a:lnTo>
                  <a:lnTo>
                    <a:pt x="16210" y="14934"/>
                  </a:lnTo>
                  <a:lnTo>
                    <a:pt x="16760" y="15341"/>
                  </a:lnTo>
                  <a:close/>
                  <a:moveTo>
                    <a:pt x="16199" y="14901"/>
                  </a:moveTo>
                  <a:lnTo>
                    <a:pt x="15364" y="14549"/>
                  </a:lnTo>
                  <a:lnTo>
                    <a:pt x="15441" y="14274"/>
                  </a:lnTo>
                  <a:lnTo>
                    <a:pt x="16364" y="14637"/>
                  </a:lnTo>
                  <a:close/>
                  <a:moveTo>
                    <a:pt x="15430" y="14242"/>
                  </a:moveTo>
                  <a:lnTo>
                    <a:pt x="14682" y="14329"/>
                  </a:lnTo>
                  <a:lnTo>
                    <a:pt x="14660" y="14099"/>
                  </a:lnTo>
                  <a:lnTo>
                    <a:pt x="15517" y="14000"/>
                  </a:lnTo>
                  <a:close/>
                  <a:moveTo>
                    <a:pt x="14671" y="14593"/>
                  </a:moveTo>
                  <a:lnTo>
                    <a:pt x="13912" y="14791"/>
                  </a:lnTo>
                  <a:lnTo>
                    <a:pt x="13846" y="14604"/>
                  </a:lnTo>
                  <a:lnTo>
                    <a:pt x="14649" y="14362"/>
                  </a:lnTo>
                  <a:close/>
                  <a:moveTo>
                    <a:pt x="13835" y="14571"/>
                  </a:moveTo>
                  <a:lnTo>
                    <a:pt x="13736" y="14406"/>
                  </a:lnTo>
                  <a:lnTo>
                    <a:pt x="14638" y="14110"/>
                  </a:lnTo>
                  <a:lnTo>
                    <a:pt x="14649" y="14340"/>
                  </a:lnTo>
                  <a:lnTo>
                    <a:pt x="13835" y="14582"/>
                  </a:lnTo>
                  <a:close/>
                  <a:moveTo>
                    <a:pt x="13725" y="14384"/>
                  </a:moveTo>
                  <a:lnTo>
                    <a:pt x="13736" y="13670"/>
                  </a:lnTo>
                  <a:lnTo>
                    <a:pt x="14561" y="13439"/>
                  </a:lnTo>
                  <a:lnTo>
                    <a:pt x="14638" y="14077"/>
                  </a:lnTo>
                  <a:close/>
                  <a:moveTo>
                    <a:pt x="13802" y="14582"/>
                  </a:moveTo>
                  <a:lnTo>
                    <a:pt x="12801" y="15110"/>
                  </a:lnTo>
                  <a:lnTo>
                    <a:pt x="12614" y="15055"/>
                  </a:lnTo>
                  <a:lnTo>
                    <a:pt x="13703" y="14417"/>
                  </a:lnTo>
                  <a:lnTo>
                    <a:pt x="13802" y="14582"/>
                  </a:lnTo>
                  <a:close/>
                  <a:moveTo>
                    <a:pt x="12779" y="15132"/>
                  </a:moveTo>
                  <a:lnTo>
                    <a:pt x="12295" y="15803"/>
                  </a:lnTo>
                  <a:lnTo>
                    <a:pt x="12075" y="15803"/>
                  </a:lnTo>
                  <a:lnTo>
                    <a:pt x="12592" y="15077"/>
                  </a:lnTo>
                  <a:lnTo>
                    <a:pt x="12779" y="15132"/>
                  </a:lnTo>
                  <a:close/>
                  <a:moveTo>
                    <a:pt x="12295" y="15836"/>
                  </a:moveTo>
                  <a:lnTo>
                    <a:pt x="12328" y="16155"/>
                  </a:lnTo>
                  <a:lnTo>
                    <a:pt x="12163" y="16298"/>
                  </a:lnTo>
                  <a:lnTo>
                    <a:pt x="12064" y="15836"/>
                  </a:lnTo>
                  <a:lnTo>
                    <a:pt x="12295" y="15836"/>
                  </a:lnTo>
                  <a:close/>
                  <a:moveTo>
                    <a:pt x="12812" y="17057"/>
                  </a:moveTo>
                  <a:lnTo>
                    <a:pt x="12768" y="17431"/>
                  </a:lnTo>
                  <a:lnTo>
                    <a:pt x="11932" y="16540"/>
                  </a:lnTo>
                  <a:lnTo>
                    <a:pt x="12152" y="16342"/>
                  </a:lnTo>
                  <a:close/>
                  <a:moveTo>
                    <a:pt x="13758" y="17530"/>
                  </a:moveTo>
                  <a:lnTo>
                    <a:pt x="14858" y="17860"/>
                  </a:lnTo>
                  <a:lnTo>
                    <a:pt x="14924" y="18376"/>
                  </a:lnTo>
                  <a:lnTo>
                    <a:pt x="13791" y="17926"/>
                  </a:lnTo>
                  <a:close/>
                  <a:moveTo>
                    <a:pt x="14825" y="17442"/>
                  </a:moveTo>
                  <a:lnTo>
                    <a:pt x="16166" y="17288"/>
                  </a:lnTo>
                  <a:lnTo>
                    <a:pt x="16419" y="17640"/>
                  </a:lnTo>
                  <a:lnTo>
                    <a:pt x="14880" y="17838"/>
                  </a:lnTo>
                  <a:close/>
                  <a:moveTo>
                    <a:pt x="14825" y="17420"/>
                  </a:moveTo>
                  <a:lnTo>
                    <a:pt x="14748" y="16958"/>
                  </a:lnTo>
                  <a:lnTo>
                    <a:pt x="15946" y="16760"/>
                  </a:lnTo>
                  <a:lnTo>
                    <a:pt x="16155" y="17266"/>
                  </a:lnTo>
                  <a:close/>
                  <a:moveTo>
                    <a:pt x="16012" y="16265"/>
                  </a:moveTo>
                  <a:lnTo>
                    <a:pt x="16782" y="15671"/>
                  </a:lnTo>
                  <a:lnTo>
                    <a:pt x="16848" y="15869"/>
                  </a:lnTo>
                  <a:lnTo>
                    <a:pt x="15968" y="16716"/>
                  </a:lnTo>
                  <a:close/>
                  <a:moveTo>
                    <a:pt x="16221" y="14912"/>
                  </a:moveTo>
                  <a:lnTo>
                    <a:pt x="16386" y="14659"/>
                  </a:lnTo>
                  <a:lnTo>
                    <a:pt x="17112" y="15253"/>
                  </a:lnTo>
                  <a:lnTo>
                    <a:pt x="16793" y="15330"/>
                  </a:lnTo>
                  <a:lnTo>
                    <a:pt x="16221" y="14912"/>
                  </a:lnTo>
                  <a:close/>
                  <a:moveTo>
                    <a:pt x="16375" y="14615"/>
                  </a:moveTo>
                  <a:lnTo>
                    <a:pt x="15452" y="14253"/>
                  </a:lnTo>
                  <a:lnTo>
                    <a:pt x="15539" y="14011"/>
                  </a:lnTo>
                  <a:lnTo>
                    <a:pt x="16386" y="14351"/>
                  </a:lnTo>
                  <a:lnTo>
                    <a:pt x="16485" y="14384"/>
                  </a:lnTo>
                  <a:close/>
                  <a:moveTo>
                    <a:pt x="14660" y="14066"/>
                  </a:moveTo>
                  <a:lnTo>
                    <a:pt x="14594" y="13439"/>
                  </a:lnTo>
                  <a:lnTo>
                    <a:pt x="15397" y="13307"/>
                  </a:lnTo>
                  <a:lnTo>
                    <a:pt x="15517" y="13978"/>
                  </a:lnTo>
                  <a:close/>
                  <a:moveTo>
                    <a:pt x="15397" y="13285"/>
                  </a:moveTo>
                  <a:lnTo>
                    <a:pt x="14583" y="13406"/>
                  </a:lnTo>
                  <a:lnTo>
                    <a:pt x="14528" y="12933"/>
                  </a:lnTo>
                  <a:lnTo>
                    <a:pt x="15419" y="12878"/>
                  </a:lnTo>
                  <a:lnTo>
                    <a:pt x="15397" y="13285"/>
                  </a:lnTo>
                  <a:close/>
                  <a:moveTo>
                    <a:pt x="14561" y="13417"/>
                  </a:moveTo>
                  <a:lnTo>
                    <a:pt x="13725" y="13637"/>
                  </a:lnTo>
                  <a:lnTo>
                    <a:pt x="13593" y="13186"/>
                  </a:lnTo>
                  <a:lnTo>
                    <a:pt x="14506" y="12944"/>
                  </a:lnTo>
                  <a:close/>
                  <a:moveTo>
                    <a:pt x="13692" y="14395"/>
                  </a:moveTo>
                  <a:lnTo>
                    <a:pt x="12581" y="15044"/>
                  </a:lnTo>
                  <a:lnTo>
                    <a:pt x="12284" y="14978"/>
                  </a:lnTo>
                  <a:lnTo>
                    <a:pt x="13703" y="13692"/>
                  </a:lnTo>
                  <a:close/>
                  <a:moveTo>
                    <a:pt x="12559" y="15066"/>
                  </a:moveTo>
                  <a:lnTo>
                    <a:pt x="12031" y="15814"/>
                  </a:lnTo>
                  <a:lnTo>
                    <a:pt x="11723" y="15814"/>
                  </a:lnTo>
                  <a:lnTo>
                    <a:pt x="12251" y="15000"/>
                  </a:lnTo>
                  <a:close/>
                  <a:moveTo>
                    <a:pt x="12031" y="15836"/>
                  </a:moveTo>
                  <a:lnTo>
                    <a:pt x="12141" y="16320"/>
                  </a:lnTo>
                  <a:lnTo>
                    <a:pt x="11921" y="16518"/>
                  </a:lnTo>
                  <a:lnTo>
                    <a:pt x="11712" y="15847"/>
                  </a:lnTo>
                  <a:lnTo>
                    <a:pt x="12031" y="15836"/>
                  </a:lnTo>
                  <a:close/>
                  <a:moveTo>
                    <a:pt x="12757" y="17475"/>
                  </a:moveTo>
                  <a:lnTo>
                    <a:pt x="12768" y="17882"/>
                  </a:lnTo>
                  <a:lnTo>
                    <a:pt x="11998" y="17585"/>
                  </a:lnTo>
                  <a:lnTo>
                    <a:pt x="11921" y="16584"/>
                  </a:lnTo>
                  <a:close/>
                  <a:moveTo>
                    <a:pt x="11976" y="18871"/>
                  </a:moveTo>
                  <a:lnTo>
                    <a:pt x="12559" y="19157"/>
                  </a:lnTo>
                  <a:lnTo>
                    <a:pt x="12350" y="20477"/>
                  </a:lnTo>
                  <a:lnTo>
                    <a:pt x="11998" y="20015"/>
                  </a:lnTo>
                  <a:lnTo>
                    <a:pt x="11976" y="19069"/>
                  </a:lnTo>
                  <a:close/>
                  <a:moveTo>
                    <a:pt x="12350" y="20510"/>
                  </a:moveTo>
                  <a:lnTo>
                    <a:pt x="12405" y="21005"/>
                  </a:lnTo>
                  <a:lnTo>
                    <a:pt x="12163" y="20807"/>
                  </a:lnTo>
                  <a:lnTo>
                    <a:pt x="12020" y="20081"/>
                  </a:lnTo>
                  <a:lnTo>
                    <a:pt x="12350" y="20510"/>
                  </a:lnTo>
                  <a:close/>
                  <a:moveTo>
                    <a:pt x="12416" y="21038"/>
                  </a:moveTo>
                  <a:lnTo>
                    <a:pt x="12427" y="21412"/>
                  </a:lnTo>
                  <a:lnTo>
                    <a:pt x="12064" y="21412"/>
                  </a:lnTo>
                  <a:lnTo>
                    <a:pt x="12163" y="20851"/>
                  </a:lnTo>
                  <a:lnTo>
                    <a:pt x="12416" y="21049"/>
                  </a:lnTo>
                  <a:close/>
                  <a:moveTo>
                    <a:pt x="12416" y="21445"/>
                  </a:moveTo>
                  <a:lnTo>
                    <a:pt x="12207" y="21895"/>
                  </a:lnTo>
                  <a:lnTo>
                    <a:pt x="11438" y="22313"/>
                  </a:lnTo>
                  <a:lnTo>
                    <a:pt x="11833" y="21852"/>
                  </a:lnTo>
                  <a:lnTo>
                    <a:pt x="12053" y="21445"/>
                  </a:lnTo>
                  <a:close/>
                  <a:moveTo>
                    <a:pt x="12229" y="21928"/>
                  </a:moveTo>
                  <a:lnTo>
                    <a:pt x="12966" y="21797"/>
                  </a:lnTo>
                  <a:lnTo>
                    <a:pt x="13252" y="23182"/>
                  </a:lnTo>
                  <a:lnTo>
                    <a:pt x="12394" y="22885"/>
                  </a:lnTo>
                  <a:lnTo>
                    <a:pt x="11471" y="22588"/>
                  </a:lnTo>
                  <a:lnTo>
                    <a:pt x="12229" y="21928"/>
                  </a:lnTo>
                  <a:close/>
                  <a:moveTo>
                    <a:pt x="12999" y="21808"/>
                  </a:moveTo>
                  <a:lnTo>
                    <a:pt x="13912" y="22368"/>
                  </a:lnTo>
                  <a:lnTo>
                    <a:pt x="14220" y="23435"/>
                  </a:lnTo>
                  <a:lnTo>
                    <a:pt x="13274" y="23193"/>
                  </a:lnTo>
                  <a:close/>
                  <a:moveTo>
                    <a:pt x="14231" y="23468"/>
                  </a:moveTo>
                  <a:lnTo>
                    <a:pt x="14264" y="24887"/>
                  </a:lnTo>
                  <a:lnTo>
                    <a:pt x="13362" y="24557"/>
                  </a:lnTo>
                  <a:lnTo>
                    <a:pt x="13285" y="23226"/>
                  </a:lnTo>
                  <a:close/>
                  <a:moveTo>
                    <a:pt x="14253" y="23468"/>
                  </a:moveTo>
                  <a:lnTo>
                    <a:pt x="15419" y="23138"/>
                  </a:lnTo>
                  <a:lnTo>
                    <a:pt x="15276" y="24799"/>
                  </a:lnTo>
                  <a:lnTo>
                    <a:pt x="14297" y="24898"/>
                  </a:lnTo>
                  <a:lnTo>
                    <a:pt x="14253" y="23468"/>
                  </a:lnTo>
                  <a:close/>
                  <a:moveTo>
                    <a:pt x="14253" y="23446"/>
                  </a:moveTo>
                  <a:lnTo>
                    <a:pt x="13945" y="22368"/>
                  </a:lnTo>
                  <a:lnTo>
                    <a:pt x="15419" y="22016"/>
                  </a:lnTo>
                  <a:lnTo>
                    <a:pt x="15419" y="23105"/>
                  </a:lnTo>
                  <a:lnTo>
                    <a:pt x="14253" y="23446"/>
                  </a:lnTo>
                  <a:close/>
                  <a:moveTo>
                    <a:pt x="13934" y="22346"/>
                  </a:moveTo>
                  <a:lnTo>
                    <a:pt x="13736" y="21665"/>
                  </a:lnTo>
                  <a:lnTo>
                    <a:pt x="15419" y="20939"/>
                  </a:lnTo>
                  <a:lnTo>
                    <a:pt x="15419" y="21994"/>
                  </a:lnTo>
                  <a:close/>
                  <a:moveTo>
                    <a:pt x="13725" y="21632"/>
                  </a:moveTo>
                  <a:lnTo>
                    <a:pt x="13175" y="21060"/>
                  </a:lnTo>
                  <a:lnTo>
                    <a:pt x="14242" y="20004"/>
                  </a:lnTo>
                  <a:lnTo>
                    <a:pt x="15254" y="20180"/>
                  </a:lnTo>
                  <a:lnTo>
                    <a:pt x="15419" y="20906"/>
                  </a:lnTo>
                  <a:lnTo>
                    <a:pt x="13725" y="21632"/>
                  </a:lnTo>
                  <a:close/>
                  <a:moveTo>
                    <a:pt x="14275" y="19982"/>
                  </a:moveTo>
                  <a:lnTo>
                    <a:pt x="15056" y="19212"/>
                  </a:lnTo>
                  <a:lnTo>
                    <a:pt x="15067" y="19300"/>
                  </a:lnTo>
                  <a:lnTo>
                    <a:pt x="15254" y="20147"/>
                  </a:lnTo>
                  <a:lnTo>
                    <a:pt x="14275" y="19982"/>
                  </a:lnTo>
                  <a:close/>
                  <a:moveTo>
                    <a:pt x="13824" y="18475"/>
                  </a:moveTo>
                  <a:lnTo>
                    <a:pt x="13791" y="17959"/>
                  </a:lnTo>
                  <a:lnTo>
                    <a:pt x="14935" y="18420"/>
                  </a:lnTo>
                  <a:lnTo>
                    <a:pt x="14935" y="18420"/>
                  </a:lnTo>
                  <a:lnTo>
                    <a:pt x="15045" y="19157"/>
                  </a:lnTo>
                  <a:lnTo>
                    <a:pt x="13835" y="18475"/>
                  </a:lnTo>
                  <a:close/>
                  <a:moveTo>
                    <a:pt x="14880" y="17871"/>
                  </a:moveTo>
                  <a:lnTo>
                    <a:pt x="16441" y="17673"/>
                  </a:lnTo>
                  <a:lnTo>
                    <a:pt x="16738" y="18123"/>
                  </a:lnTo>
                  <a:lnTo>
                    <a:pt x="14957" y="18387"/>
                  </a:lnTo>
                  <a:lnTo>
                    <a:pt x="14880" y="17871"/>
                  </a:lnTo>
                  <a:close/>
                  <a:moveTo>
                    <a:pt x="16199" y="17277"/>
                  </a:moveTo>
                  <a:lnTo>
                    <a:pt x="17310" y="16232"/>
                  </a:lnTo>
                  <a:lnTo>
                    <a:pt x="17662" y="16496"/>
                  </a:lnTo>
                  <a:lnTo>
                    <a:pt x="16452" y="17640"/>
                  </a:lnTo>
                  <a:close/>
                  <a:moveTo>
                    <a:pt x="17310" y="16188"/>
                  </a:moveTo>
                  <a:lnTo>
                    <a:pt x="16925" y="15880"/>
                  </a:lnTo>
                  <a:lnTo>
                    <a:pt x="17574" y="15935"/>
                  </a:lnTo>
                  <a:close/>
                  <a:moveTo>
                    <a:pt x="17288" y="16210"/>
                  </a:moveTo>
                  <a:lnTo>
                    <a:pt x="16177" y="17244"/>
                  </a:lnTo>
                  <a:lnTo>
                    <a:pt x="15968" y="16749"/>
                  </a:lnTo>
                  <a:cubicBezTo>
                    <a:pt x="15968" y="16749"/>
                    <a:pt x="15968" y="16749"/>
                    <a:pt x="15968" y="16749"/>
                  </a:cubicBezTo>
                  <a:lnTo>
                    <a:pt x="16870" y="15880"/>
                  </a:lnTo>
                  <a:close/>
                  <a:moveTo>
                    <a:pt x="16870" y="15847"/>
                  </a:moveTo>
                  <a:lnTo>
                    <a:pt x="16804" y="15660"/>
                  </a:lnTo>
                  <a:lnTo>
                    <a:pt x="17101" y="15649"/>
                  </a:lnTo>
                  <a:close/>
                  <a:moveTo>
                    <a:pt x="16804" y="15627"/>
                  </a:moveTo>
                  <a:lnTo>
                    <a:pt x="16804" y="15352"/>
                  </a:lnTo>
                  <a:lnTo>
                    <a:pt x="17134" y="15286"/>
                  </a:lnTo>
                  <a:lnTo>
                    <a:pt x="17134" y="15616"/>
                  </a:lnTo>
                  <a:lnTo>
                    <a:pt x="16804" y="15627"/>
                  </a:lnTo>
                  <a:close/>
                  <a:moveTo>
                    <a:pt x="16496" y="14362"/>
                  </a:moveTo>
                  <a:lnTo>
                    <a:pt x="16397" y="14329"/>
                  </a:lnTo>
                  <a:lnTo>
                    <a:pt x="15550" y="13978"/>
                  </a:lnTo>
                  <a:lnTo>
                    <a:pt x="15430" y="13307"/>
                  </a:lnTo>
                  <a:lnTo>
                    <a:pt x="16881" y="13373"/>
                  </a:lnTo>
                  <a:close/>
                  <a:moveTo>
                    <a:pt x="15419" y="13285"/>
                  </a:moveTo>
                  <a:lnTo>
                    <a:pt x="15452" y="12878"/>
                  </a:lnTo>
                  <a:lnTo>
                    <a:pt x="16958" y="12966"/>
                  </a:lnTo>
                  <a:lnTo>
                    <a:pt x="16881" y="13340"/>
                  </a:lnTo>
                  <a:close/>
                  <a:moveTo>
                    <a:pt x="15452" y="12845"/>
                  </a:moveTo>
                  <a:lnTo>
                    <a:pt x="15528" y="11756"/>
                  </a:lnTo>
                  <a:lnTo>
                    <a:pt x="15528" y="11756"/>
                  </a:lnTo>
                  <a:lnTo>
                    <a:pt x="17002" y="12284"/>
                  </a:lnTo>
                  <a:lnTo>
                    <a:pt x="16969" y="12944"/>
                  </a:lnTo>
                  <a:lnTo>
                    <a:pt x="15452" y="12845"/>
                  </a:lnTo>
                  <a:close/>
                  <a:moveTo>
                    <a:pt x="15539" y="11723"/>
                  </a:moveTo>
                  <a:lnTo>
                    <a:pt x="15528" y="11723"/>
                  </a:lnTo>
                  <a:lnTo>
                    <a:pt x="15528" y="11723"/>
                  </a:lnTo>
                  <a:lnTo>
                    <a:pt x="15605" y="10568"/>
                  </a:lnTo>
                  <a:lnTo>
                    <a:pt x="17079" y="11063"/>
                  </a:lnTo>
                  <a:lnTo>
                    <a:pt x="17002" y="12251"/>
                  </a:lnTo>
                  <a:lnTo>
                    <a:pt x="15539" y="11723"/>
                  </a:lnTo>
                  <a:close/>
                  <a:moveTo>
                    <a:pt x="15605" y="10546"/>
                  </a:moveTo>
                  <a:lnTo>
                    <a:pt x="15781" y="8402"/>
                  </a:lnTo>
                  <a:lnTo>
                    <a:pt x="17156" y="8952"/>
                  </a:lnTo>
                  <a:lnTo>
                    <a:pt x="17178" y="8974"/>
                  </a:lnTo>
                  <a:lnTo>
                    <a:pt x="17090" y="10887"/>
                  </a:lnTo>
                  <a:lnTo>
                    <a:pt x="17079" y="11030"/>
                  </a:lnTo>
                  <a:close/>
                  <a:moveTo>
                    <a:pt x="15583" y="10535"/>
                  </a:moveTo>
                  <a:lnTo>
                    <a:pt x="14253" y="10557"/>
                  </a:lnTo>
                  <a:lnTo>
                    <a:pt x="14341" y="8127"/>
                  </a:lnTo>
                  <a:lnTo>
                    <a:pt x="14418" y="8149"/>
                  </a:lnTo>
                  <a:lnTo>
                    <a:pt x="15759" y="8391"/>
                  </a:lnTo>
                  <a:lnTo>
                    <a:pt x="15583" y="10535"/>
                  </a:lnTo>
                  <a:close/>
                  <a:moveTo>
                    <a:pt x="14220" y="10557"/>
                  </a:moveTo>
                  <a:lnTo>
                    <a:pt x="12988" y="10612"/>
                  </a:lnTo>
                  <a:lnTo>
                    <a:pt x="12680" y="7764"/>
                  </a:lnTo>
                  <a:lnTo>
                    <a:pt x="14308" y="8127"/>
                  </a:lnTo>
                  <a:lnTo>
                    <a:pt x="14220" y="10557"/>
                  </a:lnTo>
                  <a:close/>
                  <a:moveTo>
                    <a:pt x="14220" y="10590"/>
                  </a:moveTo>
                  <a:lnTo>
                    <a:pt x="14374" y="11855"/>
                  </a:lnTo>
                  <a:lnTo>
                    <a:pt x="13241" y="11976"/>
                  </a:lnTo>
                  <a:lnTo>
                    <a:pt x="12999" y="10645"/>
                  </a:lnTo>
                  <a:lnTo>
                    <a:pt x="14220" y="10590"/>
                  </a:lnTo>
                  <a:close/>
                  <a:moveTo>
                    <a:pt x="14374" y="11877"/>
                  </a:moveTo>
                  <a:lnTo>
                    <a:pt x="14495" y="12911"/>
                  </a:lnTo>
                  <a:lnTo>
                    <a:pt x="13593" y="13164"/>
                  </a:lnTo>
                  <a:lnTo>
                    <a:pt x="13241" y="11998"/>
                  </a:lnTo>
                  <a:lnTo>
                    <a:pt x="14374" y="11877"/>
                  </a:lnTo>
                  <a:close/>
                  <a:moveTo>
                    <a:pt x="13703" y="13659"/>
                  </a:moveTo>
                  <a:lnTo>
                    <a:pt x="12251" y="14967"/>
                  </a:lnTo>
                  <a:lnTo>
                    <a:pt x="11888" y="14505"/>
                  </a:lnTo>
                  <a:lnTo>
                    <a:pt x="13571" y="13208"/>
                  </a:lnTo>
                  <a:lnTo>
                    <a:pt x="13703" y="13659"/>
                  </a:lnTo>
                  <a:close/>
                  <a:moveTo>
                    <a:pt x="12229" y="14989"/>
                  </a:moveTo>
                  <a:lnTo>
                    <a:pt x="11690" y="15803"/>
                  </a:lnTo>
                  <a:lnTo>
                    <a:pt x="11372" y="15572"/>
                  </a:lnTo>
                  <a:lnTo>
                    <a:pt x="11877" y="14527"/>
                  </a:lnTo>
                  <a:lnTo>
                    <a:pt x="12229" y="14989"/>
                  </a:lnTo>
                  <a:close/>
                  <a:moveTo>
                    <a:pt x="11679" y="15836"/>
                  </a:moveTo>
                  <a:lnTo>
                    <a:pt x="11888" y="16518"/>
                  </a:lnTo>
                  <a:lnTo>
                    <a:pt x="11493" y="16364"/>
                  </a:lnTo>
                  <a:lnTo>
                    <a:pt x="11372" y="15616"/>
                  </a:lnTo>
                  <a:lnTo>
                    <a:pt x="11679" y="15836"/>
                  </a:lnTo>
                  <a:close/>
                  <a:moveTo>
                    <a:pt x="11899" y="16551"/>
                  </a:moveTo>
                  <a:lnTo>
                    <a:pt x="11976" y="17563"/>
                  </a:lnTo>
                  <a:lnTo>
                    <a:pt x="11559" y="17189"/>
                  </a:lnTo>
                  <a:lnTo>
                    <a:pt x="11493" y="16397"/>
                  </a:lnTo>
                  <a:close/>
                  <a:moveTo>
                    <a:pt x="11976" y="17596"/>
                  </a:moveTo>
                  <a:lnTo>
                    <a:pt x="11954" y="18827"/>
                  </a:lnTo>
                  <a:lnTo>
                    <a:pt x="11449" y="18673"/>
                  </a:lnTo>
                  <a:lnTo>
                    <a:pt x="11559" y="17222"/>
                  </a:lnTo>
                  <a:close/>
                  <a:moveTo>
                    <a:pt x="11954" y="18860"/>
                  </a:moveTo>
                  <a:lnTo>
                    <a:pt x="11943" y="19069"/>
                  </a:lnTo>
                  <a:lnTo>
                    <a:pt x="11976" y="19993"/>
                  </a:lnTo>
                  <a:cubicBezTo>
                    <a:pt x="11789" y="19872"/>
                    <a:pt x="11679" y="19806"/>
                    <a:pt x="11646" y="19784"/>
                  </a:cubicBezTo>
                  <a:lnTo>
                    <a:pt x="11449" y="18706"/>
                  </a:lnTo>
                  <a:lnTo>
                    <a:pt x="11954" y="18860"/>
                  </a:lnTo>
                  <a:close/>
                  <a:moveTo>
                    <a:pt x="11976" y="20037"/>
                  </a:moveTo>
                  <a:lnTo>
                    <a:pt x="12130" y="20796"/>
                  </a:lnTo>
                  <a:lnTo>
                    <a:pt x="11811" y="20620"/>
                  </a:lnTo>
                  <a:lnTo>
                    <a:pt x="11646" y="19817"/>
                  </a:lnTo>
                  <a:cubicBezTo>
                    <a:pt x="11712" y="19861"/>
                    <a:pt x="11866" y="19960"/>
                    <a:pt x="11976" y="20037"/>
                  </a:cubicBezTo>
                  <a:close/>
                  <a:moveTo>
                    <a:pt x="12130" y="20829"/>
                  </a:moveTo>
                  <a:lnTo>
                    <a:pt x="12031" y="21412"/>
                  </a:lnTo>
                  <a:lnTo>
                    <a:pt x="11723" y="21247"/>
                  </a:lnTo>
                  <a:lnTo>
                    <a:pt x="11811" y="20653"/>
                  </a:lnTo>
                  <a:close/>
                  <a:moveTo>
                    <a:pt x="12031" y="21434"/>
                  </a:moveTo>
                  <a:lnTo>
                    <a:pt x="11811" y="21841"/>
                  </a:lnTo>
                  <a:lnTo>
                    <a:pt x="11361" y="22346"/>
                  </a:lnTo>
                  <a:lnTo>
                    <a:pt x="10503" y="22170"/>
                  </a:lnTo>
                  <a:lnTo>
                    <a:pt x="11306" y="21709"/>
                  </a:lnTo>
                  <a:cubicBezTo>
                    <a:pt x="11306" y="21709"/>
                    <a:pt x="11317" y="21709"/>
                    <a:pt x="11317" y="21709"/>
                  </a:cubicBezTo>
                  <a:lnTo>
                    <a:pt x="11701" y="21269"/>
                  </a:lnTo>
                  <a:lnTo>
                    <a:pt x="12031" y="21434"/>
                  </a:lnTo>
                  <a:close/>
                  <a:moveTo>
                    <a:pt x="11383" y="22379"/>
                  </a:moveTo>
                  <a:lnTo>
                    <a:pt x="12119" y="21983"/>
                  </a:lnTo>
                  <a:lnTo>
                    <a:pt x="11438" y="22577"/>
                  </a:lnTo>
                  <a:lnTo>
                    <a:pt x="11273" y="22522"/>
                  </a:lnTo>
                  <a:close/>
                  <a:moveTo>
                    <a:pt x="11427" y="22610"/>
                  </a:moveTo>
                  <a:lnTo>
                    <a:pt x="11515" y="23523"/>
                  </a:lnTo>
                  <a:lnTo>
                    <a:pt x="11273" y="22555"/>
                  </a:lnTo>
                  <a:close/>
                  <a:moveTo>
                    <a:pt x="11460" y="22621"/>
                  </a:moveTo>
                  <a:lnTo>
                    <a:pt x="12394" y="22907"/>
                  </a:lnTo>
                  <a:lnTo>
                    <a:pt x="13252" y="23226"/>
                  </a:lnTo>
                  <a:lnTo>
                    <a:pt x="13340" y="24546"/>
                  </a:lnTo>
                  <a:lnTo>
                    <a:pt x="12416" y="24139"/>
                  </a:lnTo>
                  <a:lnTo>
                    <a:pt x="11559" y="23699"/>
                  </a:lnTo>
                  <a:close/>
                  <a:moveTo>
                    <a:pt x="13373" y="24590"/>
                  </a:moveTo>
                  <a:lnTo>
                    <a:pt x="14275" y="24920"/>
                  </a:lnTo>
                  <a:lnTo>
                    <a:pt x="14462" y="26470"/>
                  </a:lnTo>
                  <a:lnTo>
                    <a:pt x="13604" y="26052"/>
                  </a:lnTo>
                  <a:lnTo>
                    <a:pt x="13373" y="24590"/>
                  </a:lnTo>
                  <a:close/>
                  <a:moveTo>
                    <a:pt x="14308" y="24931"/>
                  </a:moveTo>
                  <a:lnTo>
                    <a:pt x="15276" y="24832"/>
                  </a:lnTo>
                  <a:lnTo>
                    <a:pt x="15067" y="26393"/>
                  </a:lnTo>
                  <a:lnTo>
                    <a:pt x="14495" y="26470"/>
                  </a:lnTo>
                  <a:lnTo>
                    <a:pt x="14308" y="24931"/>
                  </a:lnTo>
                  <a:close/>
                  <a:moveTo>
                    <a:pt x="15309" y="24832"/>
                  </a:moveTo>
                  <a:lnTo>
                    <a:pt x="16254" y="24689"/>
                  </a:lnTo>
                  <a:lnTo>
                    <a:pt x="15935" y="25920"/>
                  </a:lnTo>
                  <a:lnTo>
                    <a:pt x="15100" y="26371"/>
                  </a:lnTo>
                  <a:lnTo>
                    <a:pt x="15309" y="24832"/>
                  </a:lnTo>
                  <a:close/>
                  <a:moveTo>
                    <a:pt x="15309" y="24799"/>
                  </a:moveTo>
                  <a:lnTo>
                    <a:pt x="15452" y="23127"/>
                  </a:lnTo>
                  <a:lnTo>
                    <a:pt x="16705" y="22621"/>
                  </a:lnTo>
                  <a:lnTo>
                    <a:pt x="16694" y="22687"/>
                  </a:lnTo>
                  <a:lnTo>
                    <a:pt x="16254" y="24656"/>
                  </a:lnTo>
                  <a:lnTo>
                    <a:pt x="15309" y="24799"/>
                  </a:lnTo>
                  <a:close/>
                  <a:moveTo>
                    <a:pt x="15452" y="23094"/>
                  </a:moveTo>
                  <a:lnTo>
                    <a:pt x="15452" y="22016"/>
                  </a:lnTo>
                  <a:lnTo>
                    <a:pt x="16980" y="21335"/>
                  </a:lnTo>
                  <a:lnTo>
                    <a:pt x="16716" y="22588"/>
                  </a:lnTo>
                  <a:lnTo>
                    <a:pt x="15452" y="23094"/>
                  </a:lnTo>
                  <a:close/>
                  <a:moveTo>
                    <a:pt x="15452" y="21983"/>
                  </a:moveTo>
                  <a:lnTo>
                    <a:pt x="15452" y="20928"/>
                  </a:lnTo>
                  <a:lnTo>
                    <a:pt x="17233" y="20158"/>
                  </a:lnTo>
                  <a:lnTo>
                    <a:pt x="16991" y="21302"/>
                  </a:lnTo>
                  <a:close/>
                  <a:moveTo>
                    <a:pt x="15441" y="20895"/>
                  </a:moveTo>
                  <a:lnTo>
                    <a:pt x="15287" y="20180"/>
                  </a:lnTo>
                  <a:lnTo>
                    <a:pt x="17167" y="19388"/>
                  </a:lnTo>
                  <a:lnTo>
                    <a:pt x="17244" y="20125"/>
                  </a:lnTo>
                  <a:close/>
                  <a:moveTo>
                    <a:pt x="17156" y="19355"/>
                  </a:moveTo>
                  <a:lnTo>
                    <a:pt x="15287" y="20147"/>
                  </a:lnTo>
                  <a:lnTo>
                    <a:pt x="15100" y="19289"/>
                  </a:lnTo>
                  <a:lnTo>
                    <a:pt x="15078" y="19190"/>
                  </a:lnTo>
                  <a:lnTo>
                    <a:pt x="17090" y="18640"/>
                  </a:lnTo>
                  <a:lnTo>
                    <a:pt x="17156" y="19355"/>
                  </a:lnTo>
                  <a:lnTo>
                    <a:pt x="17156" y="19355"/>
                  </a:lnTo>
                  <a:close/>
                  <a:moveTo>
                    <a:pt x="15078" y="19168"/>
                  </a:moveTo>
                  <a:lnTo>
                    <a:pt x="14968" y="18420"/>
                  </a:lnTo>
                  <a:lnTo>
                    <a:pt x="16760" y="18156"/>
                  </a:lnTo>
                  <a:lnTo>
                    <a:pt x="17079" y="18618"/>
                  </a:lnTo>
                  <a:close/>
                  <a:moveTo>
                    <a:pt x="16463" y="17662"/>
                  </a:moveTo>
                  <a:lnTo>
                    <a:pt x="17684" y="16518"/>
                  </a:lnTo>
                  <a:lnTo>
                    <a:pt x="17684" y="16518"/>
                  </a:lnTo>
                  <a:lnTo>
                    <a:pt x="18014" y="17013"/>
                  </a:lnTo>
                  <a:lnTo>
                    <a:pt x="16771" y="18112"/>
                  </a:lnTo>
                  <a:lnTo>
                    <a:pt x="16463" y="17662"/>
                  </a:lnTo>
                  <a:close/>
                  <a:moveTo>
                    <a:pt x="17684" y="16485"/>
                  </a:moveTo>
                  <a:lnTo>
                    <a:pt x="17332" y="16210"/>
                  </a:lnTo>
                  <a:lnTo>
                    <a:pt x="17618" y="15946"/>
                  </a:lnTo>
                  <a:lnTo>
                    <a:pt x="18366" y="15836"/>
                  </a:lnTo>
                  <a:lnTo>
                    <a:pt x="17684" y="16485"/>
                  </a:lnTo>
                  <a:close/>
                  <a:moveTo>
                    <a:pt x="17596" y="15913"/>
                  </a:moveTo>
                  <a:lnTo>
                    <a:pt x="16903" y="15858"/>
                  </a:lnTo>
                  <a:lnTo>
                    <a:pt x="17145" y="15649"/>
                  </a:lnTo>
                  <a:lnTo>
                    <a:pt x="17618" y="15572"/>
                  </a:lnTo>
                  <a:close/>
                  <a:moveTo>
                    <a:pt x="17486" y="15055"/>
                  </a:moveTo>
                  <a:lnTo>
                    <a:pt x="17750" y="14769"/>
                  </a:lnTo>
                  <a:lnTo>
                    <a:pt x="18190" y="15209"/>
                  </a:lnTo>
                  <a:lnTo>
                    <a:pt x="17640" y="15539"/>
                  </a:lnTo>
                  <a:lnTo>
                    <a:pt x="17486" y="15055"/>
                  </a:lnTo>
                  <a:close/>
                  <a:moveTo>
                    <a:pt x="17739" y="14736"/>
                  </a:moveTo>
                  <a:lnTo>
                    <a:pt x="16529" y="14373"/>
                  </a:lnTo>
                  <a:lnTo>
                    <a:pt x="16903" y="13384"/>
                  </a:lnTo>
                  <a:lnTo>
                    <a:pt x="17849" y="14154"/>
                  </a:lnTo>
                  <a:close/>
                  <a:moveTo>
                    <a:pt x="16914" y="13351"/>
                  </a:moveTo>
                  <a:lnTo>
                    <a:pt x="16991" y="12977"/>
                  </a:lnTo>
                  <a:lnTo>
                    <a:pt x="17992" y="13549"/>
                  </a:lnTo>
                  <a:lnTo>
                    <a:pt x="17860" y="14121"/>
                  </a:lnTo>
                  <a:close/>
                  <a:moveTo>
                    <a:pt x="17002" y="12944"/>
                  </a:moveTo>
                  <a:lnTo>
                    <a:pt x="17035" y="12295"/>
                  </a:lnTo>
                  <a:lnTo>
                    <a:pt x="18091" y="12669"/>
                  </a:lnTo>
                  <a:lnTo>
                    <a:pt x="18003" y="13516"/>
                  </a:lnTo>
                  <a:lnTo>
                    <a:pt x="17002" y="12944"/>
                  </a:lnTo>
                  <a:close/>
                  <a:moveTo>
                    <a:pt x="17035" y="12262"/>
                  </a:moveTo>
                  <a:lnTo>
                    <a:pt x="17112" y="11074"/>
                  </a:lnTo>
                  <a:lnTo>
                    <a:pt x="18212" y="11437"/>
                  </a:lnTo>
                  <a:lnTo>
                    <a:pt x="18091" y="12636"/>
                  </a:lnTo>
                  <a:lnTo>
                    <a:pt x="17035" y="12262"/>
                  </a:lnTo>
                  <a:close/>
                  <a:moveTo>
                    <a:pt x="17112" y="11041"/>
                  </a:moveTo>
                  <a:lnTo>
                    <a:pt x="17123" y="10898"/>
                  </a:lnTo>
                  <a:lnTo>
                    <a:pt x="17211" y="8985"/>
                  </a:lnTo>
                  <a:lnTo>
                    <a:pt x="18355" y="9711"/>
                  </a:lnTo>
                  <a:lnTo>
                    <a:pt x="18212" y="11415"/>
                  </a:lnTo>
                  <a:lnTo>
                    <a:pt x="17112" y="11041"/>
                  </a:lnTo>
                  <a:close/>
                  <a:moveTo>
                    <a:pt x="17277" y="6994"/>
                  </a:moveTo>
                  <a:lnTo>
                    <a:pt x="15902" y="6467"/>
                  </a:lnTo>
                  <a:lnTo>
                    <a:pt x="16177" y="3552"/>
                  </a:lnTo>
                  <a:lnTo>
                    <a:pt x="17354" y="4278"/>
                  </a:lnTo>
                  <a:close/>
                  <a:moveTo>
                    <a:pt x="17277" y="7016"/>
                  </a:moveTo>
                  <a:lnTo>
                    <a:pt x="17178" y="8941"/>
                  </a:lnTo>
                  <a:lnTo>
                    <a:pt x="17178" y="8930"/>
                  </a:lnTo>
                  <a:lnTo>
                    <a:pt x="15792" y="8369"/>
                  </a:lnTo>
                  <a:lnTo>
                    <a:pt x="15902" y="6500"/>
                  </a:lnTo>
                  <a:lnTo>
                    <a:pt x="17277" y="7016"/>
                  </a:lnTo>
                  <a:close/>
                  <a:moveTo>
                    <a:pt x="15759" y="8358"/>
                  </a:moveTo>
                  <a:lnTo>
                    <a:pt x="14429" y="8116"/>
                  </a:lnTo>
                  <a:lnTo>
                    <a:pt x="14341" y="8105"/>
                  </a:lnTo>
                  <a:lnTo>
                    <a:pt x="14110" y="6027"/>
                  </a:lnTo>
                  <a:lnTo>
                    <a:pt x="15869" y="6489"/>
                  </a:lnTo>
                  <a:close/>
                  <a:moveTo>
                    <a:pt x="14308" y="8094"/>
                  </a:moveTo>
                  <a:lnTo>
                    <a:pt x="12680" y="7731"/>
                  </a:lnTo>
                  <a:lnTo>
                    <a:pt x="12449" y="5565"/>
                  </a:lnTo>
                  <a:lnTo>
                    <a:pt x="14077" y="6016"/>
                  </a:lnTo>
                  <a:lnTo>
                    <a:pt x="14308" y="8094"/>
                  </a:lnTo>
                  <a:close/>
                  <a:moveTo>
                    <a:pt x="12449" y="5532"/>
                  </a:moveTo>
                  <a:lnTo>
                    <a:pt x="12812" y="2101"/>
                  </a:lnTo>
                  <a:lnTo>
                    <a:pt x="14605" y="2772"/>
                  </a:lnTo>
                  <a:lnTo>
                    <a:pt x="14088" y="5983"/>
                  </a:lnTo>
                  <a:lnTo>
                    <a:pt x="12449" y="5532"/>
                  </a:lnTo>
                  <a:close/>
                  <a:moveTo>
                    <a:pt x="12416" y="5521"/>
                  </a:moveTo>
                  <a:lnTo>
                    <a:pt x="10833" y="5411"/>
                  </a:lnTo>
                  <a:lnTo>
                    <a:pt x="10932" y="1914"/>
                  </a:lnTo>
                  <a:lnTo>
                    <a:pt x="12779" y="2090"/>
                  </a:lnTo>
                  <a:lnTo>
                    <a:pt x="12416" y="5521"/>
                  </a:lnTo>
                  <a:close/>
                  <a:moveTo>
                    <a:pt x="12416" y="5554"/>
                  </a:moveTo>
                  <a:lnTo>
                    <a:pt x="12647" y="7731"/>
                  </a:lnTo>
                  <a:lnTo>
                    <a:pt x="12537" y="7698"/>
                  </a:lnTo>
                  <a:lnTo>
                    <a:pt x="10767" y="7632"/>
                  </a:lnTo>
                  <a:lnTo>
                    <a:pt x="10833" y="5444"/>
                  </a:lnTo>
                  <a:close/>
                  <a:moveTo>
                    <a:pt x="12537" y="7731"/>
                  </a:moveTo>
                  <a:lnTo>
                    <a:pt x="12658" y="7753"/>
                  </a:lnTo>
                  <a:lnTo>
                    <a:pt x="12966" y="10612"/>
                  </a:lnTo>
                  <a:lnTo>
                    <a:pt x="10690" y="9865"/>
                  </a:lnTo>
                  <a:lnTo>
                    <a:pt x="10756" y="7665"/>
                  </a:lnTo>
                  <a:lnTo>
                    <a:pt x="12537" y="7731"/>
                  </a:lnTo>
                  <a:close/>
                  <a:moveTo>
                    <a:pt x="12966" y="10645"/>
                  </a:moveTo>
                  <a:lnTo>
                    <a:pt x="13208" y="11976"/>
                  </a:lnTo>
                  <a:lnTo>
                    <a:pt x="11438" y="12372"/>
                  </a:lnTo>
                  <a:lnTo>
                    <a:pt x="10701" y="9898"/>
                  </a:lnTo>
                  <a:lnTo>
                    <a:pt x="12966" y="10645"/>
                  </a:lnTo>
                  <a:close/>
                  <a:moveTo>
                    <a:pt x="11438" y="12405"/>
                  </a:moveTo>
                  <a:lnTo>
                    <a:pt x="13219" y="12009"/>
                  </a:lnTo>
                  <a:lnTo>
                    <a:pt x="13560" y="13175"/>
                  </a:lnTo>
                  <a:lnTo>
                    <a:pt x="11877" y="14472"/>
                  </a:lnTo>
                  <a:lnTo>
                    <a:pt x="11185" y="13197"/>
                  </a:lnTo>
                  <a:close/>
                  <a:moveTo>
                    <a:pt x="11855" y="14494"/>
                  </a:moveTo>
                  <a:lnTo>
                    <a:pt x="11350" y="15550"/>
                  </a:lnTo>
                  <a:lnTo>
                    <a:pt x="10701" y="14769"/>
                  </a:lnTo>
                  <a:lnTo>
                    <a:pt x="11174" y="13241"/>
                  </a:lnTo>
                  <a:close/>
                  <a:moveTo>
                    <a:pt x="11339" y="15594"/>
                  </a:moveTo>
                  <a:lnTo>
                    <a:pt x="11460" y="16342"/>
                  </a:lnTo>
                  <a:lnTo>
                    <a:pt x="10811" y="15924"/>
                  </a:lnTo>
                  <a:lnTo>
                    <a:pt x="10701" y="14824"/>
                  </a:lnTo>
                  <a:lnTo>
                    <a:pt x="11339" y="15594"/>
                  </a:lnTo>
                  <a:close/>
                  <a:moveTo>
                    <a:pt x="11460" y="16386"/>
                  </a:moveTo>
                  <a:lnTo>
                    <a:pt x="11526" y="17167"/>
                  </a:lnTo>
                  <a:lnTo>
                    <a:pt x="10866" y="16903"/>
                  </a:lnTo>
                  <a:lnTo>
                    <a:pt x="10811" y="15957"/>
                  </a:lnTo>
                  <a:close/>
                  <a:moveTo>
                    <a:pt x="11526" y="17200"/>
                  </a:moveTo>
                  <a:lnTo>
                    <a:pt x="11416" y="18673"/>
                  </a:lnTo>
                  <a:lnTo>
                    <a:pt x="10701" y="18475"/>
                  </a:lnTo>
                  <a:lnTo>
                    <a:pt x="10866" y="16936"/>
                  </a:lnTo>
                  <a:close/>
                  <a:moveTo>
                    <a:pt x="11416" y="18695"/>
                  </a:moveTo>
                  <a:lnTo>
                    <a:pt x="11614" y="19784"/>
                  </a:lnTo>
                  <a:cubicBezTo>
                    <a:pt x="11526" y="19806"/>
                    <a:pt x="11130" y="19938"/>
                    <a:pt x="10943" y="20004"/>
                  </a:cubicBezTo>
                  <a:lnTo>
                    <a:pt x="10701" y="18508"/>
                  </a:lnTo>
                  <a:close/>
                  <a:moveTo>
                    <a:pt x="11625" y="19817"/>
                  </a:moveTo>
                  <a:lnTo>
                    <a:pt x="11778" y="20620"/>
                  </a:lnTo>
                  <a:lnTo>
                    <a:pt x="11053" y="20719"/>
                  </a:lnTo>
                  <a:lnTo>
                    <a:pt x="10943" y="20026"/>
                  </a:lnTo>
                  <a:cubicBezTo>
                    <a:pt x="11196" y="19949"/>
                    <a:pt x="11548" y="19839"/>
                    <a:pt x="11625" y="19817"/>
                  </a:cubicBezTo>
                  <a:close/>
                  <a:moveTo>
                    <a:pt x="11778" y="20653"/>
                  </a:moveTo>
                  <a:lnTo>
                    <a:pt x="11690" y="21247"/>
                  </a:lnTo>
                  <a:lnTo>
                    <a:pt x="10899" y="21412"/>
                  </a:lnTo>
                  <a:lnTo>
                    <a:pt x="11053" y="20741"/>
                  </a:lnTo>
                  <a:close/>
                  <a:moveTo>
                    <a:pt x="11668" y="21280"/>
                  </a:moveTo>
                  <a:lnTo>
                    <a:pt x="11295" y="21687"/>
                  </a:lnTo>
                  <a:lnTo>
                    <a:pt x="10514" y="22137"/>
                  </a:lnTo>
                  <a:lnTo>
                    <a:pt x="10888" y="21445"/>
                  </a:lnTo>
                  <a:close/>
                  <a:moveTo>
                    <a:pt x="11350" y="22368"/>
                  </a:moveTo>
                  <a:lnTo>
                    <a:pt x="11251" y="22522"/>
                  </a:lnTo>
                  <a:lnTo>
                    <a:pt x="10184" y="22731"/>
                  </a:lnTo>
                  <a:lnTo>
                    <a:pt x="10481" y="22203"/>
                  </a:lnTo>
                  <a:lnTo>
                    <a:pt x="11350" y="22379"/>
                  </a:lnTo>
                  <a:close/>
                  <a:moveTo>
                    <a:pt x="11251" y="22555"/>
                  </a:moveTo>
                  <a:lnTo>
                    <a:pt x="11526" y="23688"/>
                  </a:lnTo>
                  <a:lnTo>
                    <a:pt x="10327" y="23545"/>
                  </a:lnTo>
                  <a:lnTo>
                    <a:pt x="10173" y="22764"/>
                  </a:lnTo>
                  <a:close/>
                  <a:moveTo>
                    <a:pt x="11537" y="23721"/>
                  </a:moveTo>
                  <a:lnTo>
                    <a:pt x="11603" y="25272"/>
                  </a:lnTo>
                  <a:lnTo>
                    <a:pt x="10613" y="25107"/>
                  </a:lnTo>
                  <a:lnTo>
                    <a:pt x="10327" y="23578"/>
                  </a:lnTo>
                  <a:lnTo>
                    <a:pt x="11526" y="23721"/>
                  </a:lnTo>
                  <a:close/>
                  <a:moveTo>
                    <a:pt x="11603" y="25305"/>
                  </a:moveTo>
                  <a:lnTo>
                    <a:pt x="12218" y="26019"/>
                  </a:lnTo>
                  <a:lnTo>
                    <a:pt x="10932" y="26228"/>
                  </a:lnTo>
                  <a:lnTo>
                    <a:pt x="10701" y="25393"/>
                  </a:lnTo>
                  <a:lnTo>
                    <a:pt x="10613" y="25140"/>
                  </a:lnTo>
                  <a:lnTo>
                    <a:pt x="11603" y="25305"/>
                  </a:lnTo>
                  <a:close/>
                  <a:moveTo>
                    <a:pt x="10943" y="26261"/>
                  </a:moveTo>
                  <a:lnTo>
                    <a:pt x="12229" y="26052"/>
                  </a:lnTo>
                  <a:lnTo>
                    <a:pt x="12328" y="26580"/>
                  </a:lnTo>
                  <a:lnTo>
                    <a:pt x="10899" y="27218"/>
                  </a:lnTo>
                  <a:close/>
                  <a:moveTo>
                    <a:pt x="12328" y="26613"/>
                  </a:moveTo>
                  <a:lnTo>
                    <a:pt x="12163" y="27306"/>
                  </a:lnTo>
                  <a:lnTo>
                    <a:pt x="10745" y="27911"/>
                  </a:lnTo>
                  <a:lnTo>
                    <a:pt x="10899" y="27251"/>
                  </a:lnTo>
                  <a:lnTo>
                    <a:pt x="12328" y="26613"/>
                  </a:lnTo>
                  <a:close/>
                  <a:moveTo>
                    <a:pt x="12152" y="27339"/>
                  </a:moveTo>
                  <a:lnTo>
                    <a:pt x="12097" y="29429"/>
                  </a:lnTo>
                  <a:lnTo>
                    <a:pt x="11097" y="29945"/>
                  </a:lnTo>
                  <a:lnTo>
                    <a:pt x="10734" y="27955"/>
                  </a:lnTo>
                  <a:close/>
                  <a:moveTo>
                    <a:pt x="12185" y="27328"/>
                  </a:moveTo>
                  <a:lnTo>
                    <a:pt x="13571" y="26096"/>
                  </a:lnTo>
                  <a:lnTo>
                    <a:pt x="13252" y="28604"/>
                  </a:lnTo>
                  <a:lnTo>
                    <a:pt x="12130" y="29407"/>
                  </a:lnTo>
                  <a:lnTo>
                    <a:pt x="12185" y="27328"/>
                  </a:lnTo>
                  <a:close/>
                  <a:moveTo>
                    <a:pt x="13604" y="26085"/>
                  </a:moveTo>
                  <a:lnTo>
                    <a:pt x="14462" y="26503"/>
                  </a:lnTo>
                  <a:lnTo>
                    <a:pt x="14275" y="28208"/>
                  </a:lnTo>
                  <a:lnTo>
                    <a:pt x="13285" y="28593"/>
                  </a:lnTo>
                  <a:lnTo>
                    <a:pt x="13604" y="26085"/>
                  </a:lnTo>
                  <a:close/>
                  <a:moveTo>
                    <a:pt x="14495" y="26503"/>
                  </a:moveTo>
                  <a:lnTo>
                    <a:pt x="15067" y="26415"/>
                  </a:lnTo>
                  <a:lnTo>
                    <a:pt x="15111" y="27548"/>
                  </a:lnTo>
                  <a:lnTo>
                    <a:pt x="14308" y="28186"/>
                  </a:lnTo>
                  <a:lnTo>
                    <a:pt x="14495" y="26503"/>
                  </a:lnTo>
                  <a:close/>
                  <a:moveTo>
                    <a:pt x="15100" y="26415"/>
                  </a:moveTo>
                  <a:lnTo>
                    <a:pt x="15935" y="25953"/>
                  </a:lnTo>
                  <a:lnTo>
                    <a:pt x="15979" y="26866"/>
                  </a:lnTo>
                  <a:lnTo>
                    <a:pt x="15144" y="27526"/>
                  </a:lnTo>
                  <a:close/>
                  <a:moveTo>
                    <a:pt x="15968" y="25931"/>
                  </a:moveTo>
                  <a:lnTo>
                    <a:pt x="17222" y="24711"/>
                  </a:lnTo>
                  <a:lnTo>
                    <a:pt x="16804" y="25942"/>
                  </a:lnTo>
                  <a:lnTo>
                    <a:pt x="16012" y="26844"/>
                  </a:lnTo>
                  <a:lnTo>
                    <a:pt x="15968" y="25931"/>
                  </a:lnTo>
                  <a:close/>
                  <a:moveTo>
                    <a:pt x="15979" y="25876"/>
                  </a:moveTo>
                  <a:lnTo>
                    <a:pt x="16287" y="24678"/>
                  </a:lnTo>
                  <a:lnTo>
                    <a:pt x="17277" y="23611"/>
                  </a:lnTo>
                  <a:lnTo>
                    <a:pt x="17244" y="24656"/>
                  </a:lnTo>
                  <a:close/>
                  <a:moveTo>
                    <a:pt x="16298" y="24623"/>
                  </a:moveTo>
                  <a:lnTo>
                    <a:pt x="16727" y="22687"/>
                  </a:lnTo>
                  <a:lnTo>
                    <a:pt x="16749" y="22599"/>
                  </a:lnTo>
                  <a:lnTo>
                    <a:pt x="17706" y="21566"/>
                  </a:lnTo>
                  <a:lnTo>
                    <a:pt x="17277" y="23567"/>
                  </a:lnTo>
                  <a:lnTo>
                    <a:pt x="16298" y="24623"/>
                  </a:lnTo>
                  <a:close/>
                  <a:moveTo>
                    <a:pt x="16760" y="22544"/>
                  </a:moveTo>
                  <a:lnTo>
                    <a:pt x="17024" y="21313"/>
                  </a:lnTo>
                  <a:cubicBezTo>
                    <a:pt x="17024" y="21313"/>
                    <a:pt x="17024" y="21313"/>
                    <a:pt x="17024" y="21313"/>
                  </a:cubicBezTo>
                  <a:lnTo>
                    <a:pt x="17959" y="20367"/>
                  </a:lnTo>
                  <a:lnTo>
                    <a:pt x="17717" y="21511"/>
                  </a:lnTo>
                  <a:lnTo>
                    <a:pt x="16760" y="22544"/>
                  </a:lnTo>
                  <a:close/>
                  <a:moveTo>
                    <a:pt x="17035" y="21269"/>
                  </a:moveTo>
                  <a:lnTo>
                    <a:pt x="17277" y="20136"/>
                  </a:lnTo>
                  <a:lnTo>
                    <a:pt x="18102" y="19366"/>
                  </a:lnTo>
                  <a:lnTo>
                    <a:pt x="17970" y="20301"/>
                  </a:lnTo>
                  <a:lnTo>
                    <a:pt x="17970" y="20312"/>
                  </a:lnTo>
                  <a:close/>
                  <a:moveTo>
                    <a:pt x="17266" y="20103"/>
                  </a:moveTo>
                  <a:lnTo>
                    <a:pt x="17200" y="19366"/>
                  </a:lnTo>
                  <a:lnTo>
                    <a:pt x="18212" y="18508"/>
                  </a:lnTo>
                  <a:lnTo>
                    <a:pt x="18102" y="19322"/>
                  </a:lnTo>
                  <a:close/>
                  <a:moveTo>
                    <a:pt x="17189" y="19333"/>
                  </a:moveTo>
                  <a:lnTo>
                    <a:pt x="17123" y="18629"/>
                  </a:lnTo>
                  <a:lnTo>
                    <a:pt x="18333" y="17530"/>
                  </a:lnTo>
                  <a:lnTo>
                    <a:pt x="18223" y="18464"/>
                  </a:lnTo>
                  <a:lnTo>
                    <a:pt x="17189" y="19333"/>
                  </a:lnTo>
                  <a:close/>
                  <a:moveTo>
                    <a:pt x="17112" y="18596"/>
                  </a:moveTo>
                  <a:lnTo>
                    <a:pt x="16793" y="18134"/>
                  </a:lnTo>
                  <a:lnTo>
                    <a:pt x="18036" y="17046"/>
                  </a:lnTo>
                  <a:lnTo>
                    <a:pt x="18333" y="17486"/>
                  </a:lnTo>
                  <a:close/>
                  <a:moveTo>
                    <a:pt x="17706" y="16507"/>
                  </a:moveTo>
                  <a:lnTo>
                    <a:pt x="17706" y="16507"/>
                  </a:lnTo>
                  <a:lnTo>
                    <a:pt x="18410" y="15836"/>
                  </a:lnTo>
                  <a:lnTo>
                    <a:pt x="18410" y="15836"/>
                  </a:lnTo>
                  <a:lnTo>
                    <a:pt x="19037" y="15660"/>
                  </a:lnTo>
                  <a:lnTo>
                    <a:pt x="18036" y="16991"/>
                  </a:lnTo>
                  <a:lnTo>
                    <a:pt x="17706" y="16507"/>
                  </a:lnTo>
                  <a:close/>
                  <a:moveTo>
                    <a:pt x="18410" y="15803"/>
                  </a:moveTo>
                  <a:lnTo>
                    <a:pt x="17629" y="15913"/>
                  </a:lnTo>
                  <a:lnTo>
                    <a:pt x="17651" y="15572"/>
                  </a:lnTo>
                  <a:lnTo>
                    <a:pt x="18212" y="15231"/>
                  </a:lnTo>
                  <a:lnTo>
                    <a:pt x="19037" y="15627"/>
                  </a:lnTo>
                  <a:lnTo>
                    <a:pt x="18410" y="15803"/>
                  </a:lnTo>
                  <a:close/>
                  <a:moveTo>
                    <a:pt x="17772" y="14747"/>
                  </a:moveTo>
                  <a:lnTo>
                    <a:pt x="17882" y="14176"/>
                  </a:lnTo>
                  <a:lnTo>
                    <a:pt x="18575" y="14835"/>
                  </a:lnTo>
                  <a:lnTo>
                    <a:pt x="18212" y="15198"/>
                  </a:lnTo>
                  <a:lnTo>
                    <a:pt x="17772" y="14747"/>
                  </a:lnTo>
                  <a:close/>
                  <a:moveTo>
                    <a:pt x="17882" y="14143"/>
                  </a:moveTo>
                  <a:lnTo>
                    <a:pt x="18025" y="13560"/>
                  </a:lnTo>
                  <a:lnTo>
                    <a:pt x="18883" y="14264"/>
                  </a:lnTo>
                  <a:lnTo>
                    <a:pt x="18597" y="14813"/>
                  </a:lnTo>
                  <a:close/>
                  <a:moveTo>
                    <a:pt x="18025" y="13527"/>
                  </a:moveTo>
                  <a:lnTo>
                    <a:pt x="18113" y="12691"/>
                  </a:lnTo>
                  <a:lnTo>
                    <a:pt x="18960" y="13307"/>
                  </a:lnTo>
                  <a:lnTo>
                    <a:pt x="18894" y="14231"/>
                  </a:lnTo>
                  <a:close/>
                  <a:moveTo>
                    <a:pt x="18124" y="12658"/>
                  </a:moveTo>
                  <a:lnTo>
                    <a:pt x="18245" y="11459"/>
                  </a:lnTo>
                  <a:lnTo>
                    <a:pt x="19048" y="11965"/>
                  </a:lnTo>
                  <a:lnTo>
                    <a:pt x="19070" y="11976"/>
                  </a:lnTo>
                  <a:lnTo>
                    <a:pt x="19048" y="12174"/>
                  </a:lnTo>
                  <a:lnTo>
                    <a:pt x="18960" y="13274"/>
                  </a:lnTo>
                  <a:lnTo>
                    <a:pt x="18124" y="12658"/>
                  </a:lnTo>
                  <a:close/>
                  <a:moveTo>
                    <a:pt x="18245" y="11426"/>
                  </a:moveTo>
                  <a:lnTo>
                    <a:pt x="18388" y="9733"/>
                  </a:lnTo>
                  <a:lnTo>
                    <a:pt x="19202" y="10393"/>
                  </a:lnTo>
                  <a:lnTo>
                    <a:pt x="19070" y="11932"/>
                  </a:lnTo>
                  <a:close/>
                  <a:moveTo>
                    <a:pt x="19707" y="10810"/>
                  </a:moveTo>
                  <a:cubicBezTo>
                    <a:pt x="19674" y="10777"/>
                    <a:pt x="19564" y="10667"/>
                    <a:pt x="19224" y="10371"/>
                  </a:cubicBezTo>
                  <a:lnTo>
                    <a:pt x="19224" y="8545"/>
                  </a:lnTo>
                  <a:lnTo>
                    <a:pt x="19663" y="9139"/>
                  </a:lnTo>
                  <a:lnTo>
                    <a:pt x="19707" y="10810"/>
                  </a:lnTo>
                  <a:close/>
                  <a:moveTo>
                    <a:pt x="19652" y="9073"/>
                  </a:moveTo>
                  <a:lnTo>
                    <a:pt x="19224" y="8501"/>
                  </a:lnTo>
                  <a:lnTo>
                    <a:pt x="18971" y="5972"/>
                  </a:lnTo>
                  <a:lnTo>
                    <a:pt x="19652" y="9073"/>
                  </a:lnTo>
                  <a:close/>
                  <a:moveTo>
                    <a:pt x="19191" y="8468"/>
                  </a:moveTo>
                  <a:lnTo>
                    <a:pt x="18487" y="7819"/>
                  </a:lnTo>
                  <a:lnTo>
                    <a:pt x="18421" y="5268"/>
                  </a:lnTo>
                  <a:lnTo>
                    <a:pt x="18916" y="5730"/>
                  </a:lnTo>
                  <a:lnTo>
                    <a:pt x="19191" y="8468"/>
                  </a:lnTo>
                  <a:close/>
                  <a:moveTo>
                    <a:pt x="18883" y="5653"/>
                  </a:moveTo>
                  <a:lnTo>
                    <a:pt x="18421" y="5224"/>
                  </a:lnTo>
                  <a:lnTo>
                    <a:pt x="18311" y="4531"/>
                  </a:lnTo>
                  <a:close/>
                  <a:moveTo>
                    <a:pt x="17387" y="3134"/>
                  </a:moveTo>
                  <a:lnTo>
                    <a:pt x="18278" y="4443"/>
                  </a:lnTo>
                  <a:lnTo>
                    <a:pt x="18388" y="5191"/>
                  </a:lnTo>
                  <a:lnTo>
                    <a:pt x="17387" y="4267"/>
                  </a:lnTo>
                  <a:close/>
                  <a:moveTo>
                    <a:pt x="17387" y="4300"/>
                  </a:moveTo>
                  <a:lnTo>
                    <a:pt x="18388" y="5235"/>
                  </a:lnTo>
                  <a:lnTo>
                    <a:pt x="18454" y="7797"/>
                  </a:lnTo>
                  <a:lnTo>
                    <a:pt x="17299" y="7005"/>
                  </a:lnTo>
                  <a:close/>
                  <a:moveTo>
                    <a:pt x="16243" y="1969"/>
                  </a:moveTo>
                  <a:lnTo>
                    <a:pt x="17354" y="3090"/>
                  </a:lnTo>
                  <a:lnTo>
                    <a:pt x="17354" y="4245"/>
                  </a:lnTo>
                  <a:lnTo>
                    <a:pt x="16177" y="3530"/>
                  </a:lnTo>
                  <a:close/>
                  <a:moveTo>
                    <a:pt x="16210" y="1936"/>
                  </a:moveTo>
                  <a:lnTo>
                    <a:pt x="16144" y="3508"/>
                  </a:lnTo>
                  <a:lnTo>
                    <a:pt x="14638" y="2750"/>
                  </a:lnTo>
                  <a:lnTo>
                    <a:pt x="14616" y="825"/>
                  </a:lnTo>
                  <a:close/>
                  <a:moveTo>
                    <a:pt x="14627" y="2783"/>
                  </a:moveTo>
                  <a:lnTo>
                    <a:pt x="16144" y="3541"/>
                  </a:lnTo>
                  <a:lnTo>
                    <a:pt x="15869" y="6467"/>
                  </a:lnTo>
                  <a:lnTo>
                    <a:pt x="14110" y="5994"/>
                  </a:lnTo>
                  <a:close/>
                  <a:moveTo>
                    <a:pt x="14594" y="814"/>
                  </a:moveTo>
                  <a:lnTo>
                    <a:pt x="14605" y="2739"/>
                  </a:lnTo>
                  <a:lnTo>
                    <a:pt x="12801" y="2068"/>
                  </a:lnTo>
                  <a:lnTo>
                    <a:pt x="12526" y="165"/>
                  </a:lnTo>
                  <a:lnTo>
                    <a:pt x="14594" y="814"/>
                  </a:lnTo>
                  <a:close/>
                  <a:moveTo>
                    <a:pt x="10987" y="44"/>
                  </a:moveTo>
                  <a:lnTo>
                    <a:pt x="12504" y="154"/>
                  </a:lnTo>
                  <a:lnTo>
                    <a:pt x="12779" y="2068"/>
                  </a:lnTo>
                  <a:lnTo>
                    <a:pt x="10932" y="1892"/>
                  </a:lnTo>
                  <a:lnTo>
                    <a:pt x="10987" y="44"/>
                  </a:lnTo>
                  <a:close/>
                  <a:moveTo>
                    <a:pt x="9898" y="33"/>
                  </a:moveTo>
                  <a:lnTo>
                    <a:pt x="10954" y="44"/>
                  </a:lnTo>
                  <a:lnTo>
                    <a:pt x="10899" y="1892"/>
                  </a:lnTo>
                  <a:lnTo>
                    <a:pt x="9898" y="1848"/>
                  </a:lnTo>
                  <a:lnTo>
                    <a:pt x="9898" y="33"/>
                  </a:lnTo>
                  <a:close/>
                  <a:moveTo>
                    <a:pt x="9898" y="1881"/>
                  </a:moveTo>
                  <a:lnTo>
                    <a:pt x="10899" y="1925"/>
                  </a:lnTo>
                  <a:lnTo>
                    <a:pt x="10800" y="5411"/>
                  </a:lnTo>
                  <a:lnTo>
                    <a:pt x="9898" y="5356"/>
                  </a:lnTo>
                  <a:close/>
                  <a:moveTo>
                    <a:pt x="9898" y="5378"/>
                  </a:moveTo>
                  <a:lnTo>
                    <a:pt x="10800" y="5444"/>
                  </a:lnTo>
                  <a:lnTo>
                    <a:pt x="10734" y="7643"/>
                  </a:lnTo>
                  <a:lnTo>
                    <a:pt x="9898" y="7610"/>
                  </a:lnTo>
                  <a:close/>
                  <a:moveTo>
                    <a:pt x="9898" y="7643"/>
                  </a:moveTo>
                  <a:lnTo>
                    <a:pt x="10734" y="7665"/>
                  </a:lnTo>
                  <a:lnTo>
                    <a:pt x="10668" y="9854"/>
                  </a:lnTo>
                  <a:lnTo>
                    <a:pt x="9898" y="9568"/>
                  </a:lnTo>
                  <a:close/>
                  <a:moveTo>
                    <a:pt x="9898" y="9601"/>
                  </a:moveTo>
                  <a:lnTo>
                    <a:pt x="10668" y="9887"/>
                  </a:lnTo>
                  <a:lnTo>
                    <a:pt x="11405" y="12372"/>
                  </a:lnTo>
                  <a:lnTo>
                    <a:pt x="9898" y="12218"/>
                  </a:lnTo>
                  <a:lnTo>
                    <a:pt x="9898" y="9601"/>
                  </a:lnTo>
                  <a:close/>
                  <a:moveTo>
                    <a:pt x="9898" y="12251"/>
                  </a:moveTo>
                  <a:lnTo>
                    <a:pt x="11405" y="12405"/>
                  </a:lnTo>
                  <a:lnTo>
                    <a:pt x="11163" y="13186"/>
                  </a:lnTo>
                  <a:lnTo>
                    <a:pt x="9898" y="12823"/>
                  </a:lnTo>
                  <a:close/>
                  <a:moveTo>
                    <a:pt x="9898" y="12856"/>
                  </a:moveTo>
                  <a:lnTo>
                    <a:pt x="11152" y="13208"/>
                  </a:lnTo>
                  <a:lnTo>
                    <a:pt x="10668" y="14747"/>
                  </a:lnTo>
                  <a:lnTo>
                    <a:pt x="9898" y="14198"/>
                  </a:lnTo>
                  <a:close/>
                  <a:moveTo>
                    <a:pt x="9898" y="14231"/>
                  </a:moveTo>
                  <a:lnTo>
                    <a:pt x="10668" y="14780"/>
                  </a:lnTo>
                  <a:lnTo>
                    <a:pt x="10778" y="15913"/>
                  </a:lnTo>
                  <a:lnTo>
                    <a:pt x="9898" y="15682"/>
                  </a:lnTo>
                  <a:lnTo>
                    <a:pt x="9898" y="14231"/>
                  </a:lnTo>
                  <a:close/>
                  <a:moveTo>
                    <a:pt x="9898" y="15715"/>
                  </a:moveTo>
                  <a:lnTo>
                    <a:pt x="10778" y="15946"/>
                  </a:lnTo>
                  <a:lnTo>
                    <a:pt x="10844" y="16892"/>
                  </a:lnTo>
                  <a:lnTo>
                    <a:pt x="9898" y="16683"/>
                  </a:lnTo>
                  <a:lnTo>
                    <a:pt x="9898" y="15715"/>
                  </a:lnTo>
                  <a:close/>
                  <a:moveTo>
                    <a:pt x="9898" y="16716"/>
                  </a:moveTo>
                  <a:lnTo>
                    <a:pt x="10833" y="16925"/>
                  </a:lnTo>
                  <a:lnTo>
                    <a:pt x="10668" y="18475"/>
                  </a:lnTo>
                  <a:lnTo>
                    <a:pt x="9898" y="18475"/>
                  </a:lnTo>
                  <a:close/>
                  <a:moveTo>
                    <a:pt x="9898" y="18497"/>
                  </a:moveTo>
                  <a:lnTo>
                    <a:pt x="10668" y="18497"/>
                  </a:lnTo>
                  <a:lnTo>
                    <a:pt x="10899" y="19993"/>
                  </a:lnTo>
                  <a:lnTo>
                    <a:pt x="9898" y="19575"/>
                  </a:lnTo>
                  <a:lnTo>
                    <a:pt x="9898" y="18497"/>
                  </a:lnTo>
                  <a:close/>
                  <a:moveTo>
                    <a:pt x="9898" y="19608"/>
                  </a:moveTo>
                  <a:lnTo>
                    <a:pt x="10910" y="20026"/>
                  </a:lnTo>
                  <a:lnTo>
                    <a:pt x="11020" y="20719"/>
                  </a:lnTo>
                  <a:lnTo>
                    <a:pt x="9898" y="20543"/>
                  </a:lnTo>
                  <a:close/>
                  <a:moveTo>
                    <a:pt x="9898" y="20576"/>
                  </a:moveTo>
                  <a:lnTo>
                    <a:pt x="11020" y="20741"/>
                  </a:lnTo>
                  <a:lnTo>
                    <a:pt x="10866" y="21412"/>
                  </a:lnTo>
                  <a:lnTo>
                    <a:pt x="9898" y="21060"/>
                  </a:lnTo>
                  <a:lnTo>
                    <a:pt x="9898" y="20576"/>
                  </a:lnTo>
                  <a:close/>
                  <a:moveTo>
                    <a:pt x="9898" y="21093"/>
                  </a:moveTo>
                  <a:lnTo>
                    <a:pt x="10855" y="21434"/>
                  </a:lnTo>
                  <a:lnTo>
                    <a:pt x="10459" y="22159"/>
                  </a:lnTo>
                  <a:lnTo>
                    <a:pt x="9898" y="21972"/>
                  </a:lnTo>
                  <a:lnTo>
                    <a:pt x="9898" y="21093"/>
                  </a:lnTo>
                  <a:close/>
                  <a:moveTo>
                    <a:pt x="9898" y="22005"/>
                  </a:moveTo>
                  <a:lnTo>
                    <a:pt x="10437" y="22181"/>
                  </a:lnTo>
                  <a:lnTo>
                    <a:pt x="9898" y="22533"/>
                  </a:lnTo>
                  <a:lnTo>
                    <a:pt x="9898" y="22005"/>
                  </a:lnTo>
                  <a:close/>
                  <a:moveTo>
                    <a:pt x="9898" y="22577"/>
                  </a:moveTo>
                  <a:lnTo>
                    <a:pt x="10426" y="22225"/>
                  </a:lnTo>
                  <a:lnTo>
                    <a:pt x="10140" y="22742"/>
                  </a:lnTo>
                  <a:lnTo>
                    <a:pt x="9898" y="22863"/>
                  </a:lnTo>
                  <a:close/>
                  <a:moveTo>
                    <a:pt x="9898" y="22896"/>
                  </a:moveTo>
                  <a:lnTo>
                    <a:pt x="10140" y="22775"/>
                  </a:lnTo>
                  <a:lnTo>
                    <a:pt x="10294" y="23545"/>
                  </a:lnTo>
                  <a:lnTo>
                    <a:pt x="9898" y="23534"/>
                  </a:lnTo>
                  <a:lnTo>
                    <a:pt x="9898" y="22896"/>
                  </a:lnTo>
                  <a:close/>
                  <a:moveTo>
                    <a:pt x="9898" y="23567"/>
                  </a:moveTo>
                  <a:lnTo>
                    <a:pt x="10294" y="23578"/>
                  </a:lnTo>
                  <a:lnTo>
                    <a:pt x="10580" y="25107"/>
                  </a:lnTo>
                  <a:lnTo>
                    <a:pt x="9898" y="25349"/>
                  </a:lnTo>
                  <a:close/>
                  <a:moveTo>
                    <a:pt x="9898" y="25382"/>
                  </a:moveTo>
                  <a:lnTo>
                    <a:pt x="10580" y="25140"/>
                  </a:lnTo>
                  <a:lnTo>
                    <a:pt x="10668" y="25404"/>
                  </a:lnTo>
                  <a:lnTo>
                    <a:pt x="10899" y="26239"/>
                  </a:lnTo>
                  <a:lnTo>
                    <a:pt x="9898" y="26305"/>
                  </a:lnTo>
                  <a:lnTo>
                    <a:pt x="9898" y="25382"/>
                  </a:lnTo>
                  <a:close/>
                  <a:moveTo>
                    <a:pt x="9898" y="26327"/>
                  </a:moveTo>
                  <a:lnTo>
                    <a:pt x="10910" y="26261"/>
                  </a:lnTo>
                  <a:lnTo>
                    <a:pt x="10866" y="27218"/>
                  </a:lnTo>
                  <a:lnTo>
                    <a:pt x="9898" y="27196"/>
                  </a:lnTo>
                  <a:lnTo>
                    <a:pt x="9898" y="26327"/>
                  </a:lnTo>
                  <a:close/>
                  <a:moveTo>
                    <a:pt x="9898" y="27229"/>
                  </a:moveTo>
                  <a:lnTo>
                    <a:pt x="10866" y="27251"/>
                  </a:lnTo>
                  <a:lnTo>
                    <a:pt x="10712" y="27922"/>
                  </a:lnTo>
                  <a:lnTo>
                    <a:pt x="9898" y="27977"/>
                  </a:lnTo>
                  <a:lnTo>
                    <a:pt x="9898" y="27229"/>
                  </a:lnTo>
                  <a:close/>
                  <a:moveTo>
                    <a:pt x="9898" y="27999"/>
                  </a:moveTo>
                  <a:lnTo>
                    <a:pt x="10712" y="27955"/>
                  </a:lnTo>
                  <a:lnTo>
                    <a:pt x="11075" y="29956"/>
                  </a:lnTo>
                  <a:lnTo>
                    <a:pt x="9898" y="30198"/>
                  </a:lnTo>
                  <a:lnTo>
                    <a:pt x="9898" y="28010"/>
                  </a:lnTo>
                  <a:close/>
                  <a:moveTo>
                    <a:pt x="10712" y="31793"/>
                  </a:moveTo>
                  <a:lnTo>
                    <a:pt x="9898" y="31870"/>
                  </a:lnTo>
                  <a:lnTo>
                    <a:pt x="9898" y="30231"/>
                  </a:lnTo>
                  <a:lnTo>
                    <a:pt x="11075" y="29989"/>
                  </a:lnTo>
                  <a:lnTo>
                    <a:pt x="10712" y="31793"/>
                  </a:lnTo>
                  <a:close/>
                  <a:moveTo>
                    <a:pt x="11701" y="31386"/>
                  </a:moveTo>
                  <a:lnTo>
                    <a:pt x="10745" y="31782"/>
                  </a:lnTo>
                  <a:lnTo>
                    <a:pt x="11108" y="29978"/>
                  </a:lnTo>
                  <a:lnTo>
                    <a:pt x="12086" y="29461"/>
                  </a:lnTo>
                  <a:lnTo>
                    <a:pt x="11701" y="31386"/>
                  </a:lnTo>
                  <a:close/>
                  <a:moveTo>
                    <a:pt x="12603" y="30781"/>
                  </a:moveTo>
                  <a:lnTo>
                    <a:pt x="11734" y="31364"/>
                  </a:lnTo>
                  <a:lnTo>
                    <a:pt x="12119" y="29440"/>
                  </a:lnTo>
                  <a:lnTo>
                    <a:pt x="13241" y="28648"/>
                  </a:lnTo>
                  <a:lnTo>
                    <a:pt x="12603" y="30781"/>
                  </a:lnTo>
                  <a:close/>
                  <a:moveTo>
                    <a:pt x="13692" y="29923"/>
                  </a:moveTo>
                  <a:lnTo>
                    <a:pt x="12647" y="30748"/>
                  </a:lnTo>
                  <a:lnTo>
                    <a:pt x="13274" y="28626"/>
                  </a:lnTo>
                  <a:lnTo>
                    <a:pt x="14264" y="28241"/>
                  </a:lnTo>
                  <a:lnTo>
                    <a:pt x="13692" y="29923"/>
                  </a:lnTo>
                  <a:close/>
                  <a:moveTo>
                    <a:pt x="14781" y="28890"/>
                  </a:moveTo>
                  <a:lnTo>
                    <a:pt x="13736" y="29879"/>
                  </a:lnTo>
                  <a:lnTo>
                    <a:pt x="14297" y="28219"/>
                  </a:lnTo>
                  <a:lnTo>
                    <a:pt x="15100" y="27581"/>
                  </a:lnTo>
                  <a:lnTo>
                    <a:pt x="14781" y="28890"/>
                  </a:lnTo>
                  <a:close/>
                  <a:moveTo>
                    <a:pt x="15935" y="27735"/>
                  </a:moveTo>
                  <a:lnTo>
                    <a:pt x="14825" y="28846"/>
                  </a:lnTo>
                  <a:lnTo>
                    <a:pt x="15144" y="27559"/>
                  </a:lnTo>
                  <a:lnTo>
                    <a:pt x="15979" y="26899"/>
                  </a:lnTo>
                  <a:lnTo>
                    <a:pt x="15935" y="27735"/>
                  </a:lnTo>
                  <a:close/>
                  <a:moveTo>
                    <a:pt x="15968" y="27680"/>
                  </a:moveTo>
                  <a:lnTo>
                    <a:pt x="16012" y="26877"/>
                  </a:lnTo>
                  <a:lnTo>
                    <a:pt x="16793" y="25986"/>
                  </a:lnTo>
                  <a:lnTo>
                    <a:pt x="16760" y="26382"/>
                  </a:lnTo>
                  <a:lnTo>
                    <a:pt x="16749" y="26437"/>
                  </a:lnTo>
                  <a:lnTo>
                    <a:pt x="15968" y="27680"/>
                  </a:lnTo>
                  <a:close/>
                  <a:moveTo>
                    <a:pt x="16793" y="26349"/>
                  </a:moveTo>
                  <a:lnTo>
                    <a:pt x="16826" y="25953"/>
                  </a:lnTo>
                  <a:lnTo>
                    <a:pt x="17277" y="25327"/>
                  </a:lnTo>
                  <a:lnTo>
                    <a:pt x="16793" y="26349"/>
                  </a:lnTo>
                  <a:close/>
                  <a:moveTo>
                    <a:pt x="17343" y="25173"/>
                  </a:moveTo>
                  <a:lnTo>
                    <a:pt x="16859" y="25854"/>
                  </a:lnTo>
                  <a:lnTo>
                    <a:pt x="17266" y="24656"/>
                  </a:lnTo>
                  <a:lnTo>
                    <a:pt x="17849" y="23567"/>
                  </a:lnTo>
                  <a:lnTo>
                    <a:pt x="17343" y="25173"/>
                  </a:lnTo>
                  <a:close/>
                  <a:moveTo>
                    <a:pt x="17893" y="23413"/>
                  </a:moveTo>
                  <a:lnTo>
                    <a:pt x="17277" y="24590"/>
                  </a:lnTo>
                  <a:lnTo>
                    <a:pt x="17310" y="23578"/>
                  </a:lnTo>
                  <a:lnTo>
                    <a:pt x="18113" y="22434"/>
                  </a:lnTo>
                  <a:close/>
                  <a:moveTo>
                    <a:pt x="18135" y="22357"/>
                  </a:moveTo>
                  <a:lnTo>
                    <a:pt x="17321" y="23512"/>
                  </a:lnTo>
                  <a:lnTo>
                    <a:pt x="17739" y="21522"/>
                  </a:lnTo>
                  <a:lnTo>
                    <a:pt x="18575" y="20609"/>
                  </a:lnTo>
                  <a:lnTo>
                    <a:pt x="18135" y="22357"/>
                  </a:lnTo>
                  <a:close/>
                  <a:moveTo>
                    <a:pt x="18597" y="20554"/>
                  </a:moveTo>
                  <a:lnTo>
                    <a:pt x="17750" y="21467"/>
                  </a:lnTo>
                  <a:lnTo>
                    <a:pt x="17992" y="20323"/>
                  </a:lnTo>
                  <a:lnTo>
                    <a:pt x="18762" y="19531"/>
                  </a:lnTo>
                  <a:lnTo>
                    <a:pt x="18597" y="20554"/>
                  </a:lnTo>
                  <a:close/>
                  <a:moveTo>
                    <a:pt x="18773" y="19487"/>
                  </a:moveTo>
                  <a:lnTo>
                    <a:pt x="17992" y="20268"/>
                  </a:lnTo>
                  <a:lnTo>
                    <a:pt x="18124" y="19333"/>
                  </a:lnTo>
                  <a:lnTo>
                    <a:pt x="18916" y="18596"/>
                  </a:lnTo>
                  <a:close/>
                  <a:moveTo>
                    <a:pt x="18916" y="18552"/>
                  </a:moveTo>
                  <a:lnTo>
                    <a:pt x="18135" y="19289"/>
                  </a:lnTo>
                  <a:lnTo>
                    <a:pt x="18245" y="18475"/>
                  </a:lnTo>
                  <a:lnTo>
                    <a:pt x="19048" y="17585"/>
                  </a:lnTo>
                  <a:lnTo>
                    <a:pt x="18916" y="18552"/>
                  </a:lnTo>
                  <a:close/>
                  <a:moveTo>
                    <a:pt x="19059" y="17530"/>
                  </a:moveTo>
                  <a:lnTo>
                    <a:pt x="18256" y="18420"/>
                  </a:lnTo>
                  <a:lnTo>
                    <a:pt x="18366" y="17486"/>
                  </a:lnTo>
                  <a:lnTo>
                    <a:pt x="19092" y="16408"/>
                  </a:lnTo>
                  <a:lnTo>
                    <a:pt x="19059" y="17530"/>
                  </a:lnTo>
                  <a:close/>
                  <a:moveTo>
                    <a:pt x="19092" y="16353"/>
                  </a:moveTo>
                  <a:lnTo>
                    <a:pt x="18344" y="17453"/>
                  </a:lnTo>
                  <a:lnTo>
                    <a:pt x="18047" y="17013"/>
                  </a:lnTo>
                  <a:lnTo>
                    <a:pt x="19059" y="15671"/>
                  </a:lnTo>
                  <a:lnTo>
                    <a:pt x="19092" y="16353"/>
                  </a:lnTo>
                  <a:close/>
                  <a:moveTo>
                    <a:pt x="19059" y="15605"/>
                  </a:moveTo>
                  <a:lnTo>
                    <a:pt x="18234" y="15209"/>
                  </a:lnTo>
                  <a:lnTo>
                    <a:pt x="18597" y="14846"/>
                  </a:lnTo>
                  <a:lnTo>
                    <a:pt x="19257" y="14846"/>
                  </a:lnTo>
                  <a:lnTo>
                    <a:pt x="19059" y="15605"/>
                  </a:lnTo>
                  <a:close/>
                  <a:moveTo>
                    <a:pt x="19377" y="14373"/>
                  </a:moveTo>
                  <a:lnTo>
                    <a:pt x="19268" y="14813"/>
                  </a:lnTo>
                  <a:lnTo>
                    <a:pt x="18619" y="14813"/>
                  </a:lnTo>
                  <a:lnTo>
                    <a:pt x="18916" y="14274"/>
                  </a:lnTo>
                  <a:lnTo>
                    <a:pt x="19410" y="14209"/>
                  </a:lnTo>
                  <a:close/>
                  <a:moveTo>
                    <a:pt x="19575" y="13472"/>
                  </a:moveTo>
                  <a:lnTo>
                    <a:pt x="19421" y="14176"/>
                  </a:lnTo>
                  <a:lnTo>
                    <a:pt x="18916" y="14242"/>
                  </a:lnTo>
                  <a:lnTo>
                    <a:pt x="18993" y="13307"/>
                  </a:lnTo>
                  <a:lnTo>
                    <a:pt x="19586" y="13417"/>
                  </a:lnTo>
                  <a:lnTo>
                    <a:pt x="19575" y="13483"/>
                  </a:lnTo>
                  <a:close/>
                  <a:moveTo>
                    <a:pt x="19597" y="13384"/>
                  </a:moveTo>
                  <a:lnTo>
                    <a:pt x="18993" y="13274"/>
                  </a:lnTo>
                  <a:lnTo>
                    <a:pt x="19081" y="12174"/>
                  </a:lnTo>
                  <a:lnTo>
                    <a:pt x="19092" y="11987"/>
                  </a:lnTo>
                  <a:lnTo>
                    <a:pt x="19751" y="12537"/>
                  </a:lnTo>
                  <a:close/>
                </a:path>
              </a:pathLst>
            </a:custGeom>
            <a:solidFill>
              <a:schemeClr val="dk2"/>
            </a:solidFill>
            <a:ln w="9525" cap="flat" cmpd="sng">
              <a:solidFill>
                <a:schemeClr val="dk2"/>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6" name="Google Shape;50116;p53"/>
            <p:cNvSpPr/>
            <p:nvPr/>
          </p:nvSpPr>
          <p:spPr>
            <a:xfrm>
              <a:off x="116635" y="3766192"/>
              <a:ext cx="38420" cy="38323"/>
            </a:xfrm>
            <a:custGeom>
              <a:avLst/>
              <a:gdLst/>
              <a:ahLst/>
              <a:cxnLst/>
              <a:rect l="l" t="t" r="r" b="b"/>
              <a:pathLst>
                <a:path w="397" h="396" extrusionOk="0">
                  <a:moveTo>
                    <a:pt x="199" y="0"/>
                  </a:moveTo>
                  <a:cubicBezTo>
                    <a:pt x="89" y="0"/>
                    <a:pt x="1" y="88"/>
                    <a:pt x="1" y="198"/>
                  </a:cubicBezTo>
                  <a:cubicBezTo>
                    <a:pt x="1" y="308"/>
                    <a:pt x="89" y="396"/>
                    <a:pt x="199" y="396"/>
                  </a:cubicBezTo>
                  <a:cubicBezTo>
                    <a:pt x="309" y="396"/>
                    <a:pt x="397" y="308"/>
                    <a:pt x="397" y="198"/>
                  </a:cubicBezTo>
                  <a:cubicBezTo>
                    <a:pt x="397" y="88"/>
                    <a:pt x="309" y="0"/>
                    <a:pt x="1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7" name="Google Shape;50117;p53"/>
            <p:cNvSpPr/>
            <p:nvPr/>
          </p:nvSpPr>
          <p:spPr>
            <a:xfrm>
              <a:off x="269923" y="3596936"/>
              <a:ext cx="38420" cy="38420"/>
            </a:xfrm>
            <a:custGeom>
              <a:avLst/>
              <a:gdLst/>
              <a:ahLst/>
              <a:cxnLst/>
              <a:rect l="l" t="t" r="r" b="b"/>
              <a:pathLst>
                <a:path w="397" h="397" extrusionOk="0">
                  <a:moveTo>
                    <a:pt x="198" y="1"/>
                  </a:moveTo>
                  <a:cubicBezTo>
                    <a:pt x="88" y="1"/>
                    <a:pt x="0" y="88"/>
                    <a:pt x="0" y="198"/>
                  </a:cubicBezTo>
                  <a:cubicBezTo>
                    <a:pt x="0" y="308"/>
                    <a:pt x="88" y="396"/>
                    <a:pt x="198" y="396"/>
                  </a:cubicBezTo>
                  <a:cubicBezTo>
                    <a:pt x="308" y="396"/>
                    <a:pt x="396" y="308"/>
                    <a:pt x="396" y="198"/>
                  </a:cubicBezTo>
                  <a:cubicBezTo>
                    <a:pt x="396" y="88"/>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8" name="Google Shape;50118;p53"/>
            <p:cNvSpPr/>
            <p:nvPr/>
          </p:nvSpPr>
          <p:spPr>
            <a:xfrm>
              <a:off x="519985" y="3590549"/>
              <a:ext cx="38420" cy="38420"/>
            </a:xfrm>
            <a:custGeom>
              <a:avLst/>
              <a:gdLst/>
              <a:ahLst/>
              <a:cxnLst/>
              <a:rect l="l" t="t" r="r" b="b"/>
              <a:pathLst>
                <a:path w="397" h="397" extrusionOk="0">
                  <a:moveTo>
                    <a:pt x="198" y="1"/>
                  </a:moveTo>
                  <a:cubicBezTo>
                    <a:pt x="89" y="1"/>
                    <a:pt x="1" y="89"/>
                    <a:pt x="1" y="198"/>
                  </a:cubicBezTo>
                  <a:cubicBezTo>
                    <a:pt x="1" y="308"/>
                    <a:pt x="89"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9" name="Google Shape;50119;p53"/>
            <p:cNvSpPr/>
            <p:nvPr/>
          </p:nvSpPr>
          <p:spPr>
            <a:xfrm>
              <a:off x="763660" y="3793773"/>
              <a:ext cx="38420" cy="38420"/>
            </a:xfrm>
            <a:custGeom>
              <a:avLst/>
              <a:gdLst/>
              <a:ahLst/>
              <a:cxnLst/>
              <a:rect l="l" t="t" r="r" b="b"/>
              <a:pathLst>
                <a:path w="397" h="397" extrusionOk="0">
                  <a:moveTo>
                    <a:pt x="199" y="1"/>
                  </a:moveTo>
                  <a:cubicBezTo>
                    <a:pt x="89" y="1"/>
                    <a:pt x="1" y="89"/>
                    <a:pt x="1" y="199"/>
                  </a:cubicBezTo>
                  <a:cubicBezTo>
                    <a:pt x="1" y="309"/>
                    <a:pt x="89" y="397"/>
                    <a:pt x="199" y="397"/>
                  </a:cubicBezTo>
                  <a:cubicBezTo>
                    <a:pt x="309" y="397"/>
                    <a:pt x="397" y="309"/>
                    <a:pt x="397" y="199"/>
                  </a:cubicBezTo>
                  <a:cubicBezTo>
                    <a:pt x="397" y="89"/>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0" name="Google Shape;50120;p53"/>
            <p:cNvSpPr/>
            <p:nvPr/>
          </p:nvSpPr>
          <p:spPr>
            <a:xfrm>
              <a:off x="607274" y="4076931"/>
              <a:ext cx="27774" cy="26710"/>
            </a:xfrm>
            <a:custGeom>
              <a:avLst/>
              <a:gdLst/>
              <a:ahLst/>
              <a:cxnLst/>
              <a:rect l="l" t="t" r="r" b="b"/>
              <a:pathLst>
                <a:path w="287"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1" name="Google Shape;50121;p53"/>
            <p:cNvSpPr/>
            <p:nvPr/>
          </p:nvSpPr>
          <p:spPr>
            <a:xfrm>
              <a:off x="266730" y="4108866"/>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2" name="Google Shape;50122;p53"/>
            <p:cNvSpPr/>
            <p:nvPr/>
          </p:nvSpPr>
          <p:spPr>
            <a:xfrm>
              <a:off x="193279" y="4108866"/>
              <a:ext cx="20323" cy="20323"/>
            </a:xfrm>
            <a:custGeom>
              <a:avLst/>
              <a:gdLst/>
              <a:ahLst/>
              <a:cxnLst/>
              <a:rect l="l" t="t" r="r" b="b"/>
              <a:pathLst>
                <a:path w="210" h="210" extrusionOk="0">
                  <a:moveTo>
                    <a:pt x="110" y="0"/>
                  </a:moveTo>
                  <a:cubicBezTo>
                    <a:pt x="55" y="0"/>
                    <a:pt x="0" y="44"/>
                    <a:pt x="0" y="99"/>
                  </a:cubicBezTo>
                  <a:cubicBezTo>
                    <a:pt x="0" y="154"/>
                    <a:pt x="55"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3" name="Google Shape;50123;p53"/>
            <p:cNvSpPr/>
            <p:nvPr/>
          </p:nvSpPr>
          <p:spPr>
            <a:xfrm>
              <a:off x="176247" y="4512216"/>
              <a:ext cx="27774" cy="27678"/>
            </a:xfrm>
            <a:custGeom>
              <a:avLst/>
              <a:gdLst/>
              <a:ahLst/>
              <a:cxnLst/>
              <a:rect l="l" t="t" r="r" b="b"/>
              <a:pathLst>
                <a:path w="287" h="286"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4" name="Google Shape;50124;p53"/>
            <p:cNvSpPr/>
            <p:nvPr/>
          </p:nvSpPr>
          <p:spPr>
            <a:xfrm>
              <a:off x="663693" y="4368508"/>
              <a:ext cx="43742" cy="43742"/>
            </a:xfrm>
            <a:custGeom>
              <a:avLst/>
              <a:gdLst/>
              <a:ahLst/>
              <a:cxnLst/>
              <a:rect l="l" t="t" r="r" b="b"/>
              <a:pathLst>
                <a:path w="452" h="452" extrusionOk="0">
                  <a:moveTo>
                    <a:pt x="220" y="0"/>
                  </a:moveTo>
                  <a:cubicBezTo>
                    <a:pt x="99" y="0"/>
                    <a:pt x="0" y="110"/>
                    <a:pt x="0" y="231"/>
                  </a:cubicBezTo>
                  <a:cubicBezTo>
                    <a:pt x="0" y="352"/>
                    <a:pt x="99" y="451"/>
                    <a:pt x="220" y="451"/>
                  </a:cubicBezTo>
                  <a:cubicBezTo>
                    <a:pt x="352" y="451"/>
                    <a:pt x="451" y="352"/>
                    <a:pt x="451" y="231"/>
                  </a:cubicBezTo>
                  <a:cubicBezTo>
                    <a:pt x="451" y="110"/>
                    <a:pt x="352" y="0"/>
                    <a:pt x="22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5" name="Google Shape;50125;p53"/>
            <p:cNvSpPr/>
            <p:nvPr/>
          </p:nvSpPr>
          <p:spPr>
            <a:xfrm>
              <a:off x="124086" y="4763342"/>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6" name="Google Shape;50126;p53"/>
            <p:cNvSpPr/>
            <p:nvPr/>
          </p:nvSpPr>
          <p:spPr>
            <a:xfrm>
              <a:off x="331665" y="5096435"/>
              <a:ext cx="27678" cy="26710"/>
            </a:xfrm>
            <a:custGeom>
              <a:avLst/>
              <a:gdLst/>
              <a:ahLst/>
              <a:cxnLst/>
              <a:rect l="l" t="t" r="r" b="b"/>
              <a:pathLst>
                <a:path w="286" h="276" extrusionOk="0">
                  <a:moveTo>
                    <a:pt x="143" y="0"/>
                  </a:moveTo>
                  <a:cubicBezTo>
                    <a:pt x="66" y="0"/>
                    <a:pt x="0" y="66"/>
                    <a:pt x="0" y="143"/>
                  </a:cubicBezTo>
                  <a:cubicBezTo>
                    <a:pt x="0" y="220"/>
                    <a:pt x="66" y="275"/>
                    <a:pt x="143" y="275"/>
                  </a:cubicBezTo>
                  <a:cubicBezTo>
                    <a:pt x="220" y="275"/>
                    <a:pt x="286" y="220"/>
                    <a:pt x="286" y="143"/>
                  </a:cubicBezTo>
                  <a:cubicBezTo>
                    <a:pt x="286"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7" name="Google Shape;50127;p53"/>
            <p:cNvSpPr/>
            <p:nvPr/>
          </p:nvSpPr>
          <p:spPr>
            <a:xfrm>
              <a:off x="561501" y="5084725"/>
              <a:ext cx="26710" cy="26710"/>
            </a:xfrm>
            <a:custGeom>
              <a:avLst/>
              <a:gdLst/>
              <a:ahLst/>
              <a:cxnLst/>
              <a:rect l="l" t="t" r="r" b="b"/>
              <a:pathLst>
                <a:path w="276" h="276" extrusionOk="0">
                  <a:moveTo>
                    <a:pt x="132" y="0"/>
                  </a:moveTo>
                  <a:cubicBezTo>
                    <a:pt x="55" y="0"/>
                    <a:pt x="0" y="66"/>
                    <a:pt x="0" y="143"/>
                  </a:cubicBezTo>
                  <a:cubicBezTo>
                    <a:pt x="0" y="220"/>
                    <a:pt x="55" y="275"/>
                    <a:pt x="132" y="275"/>
                  </a:cubicBezTo>
                  <a:cubicBezTo>
                    <a:pt x="209" y="275"/>
                    <a:pt x="275" y="220"/>
                    <a:pt x="275" y="143"/>
                  </a:cubicBezTo>
                  <a:cubicBezTo>
                    <a:pt x="275" y="66"/>
                    <a:pt x="209" y="0"/>
                    <a:pt x="132"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8" name="Google Shape;50128;p53"/>
            <p:cNvSpPr/>
            <p:nvPr/>
          </p:nvSpPr>
          <p:spPr>
            <a:xfrm>
              <a:off x="636016" y="4761213"/>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9" name="Google Shape;50129;p53"/>
            <p:cNvSpPr/>
            <p:nvPr/>
          </p:nvSpPr>
          <p:spPr>
            <a:xfrm>
              <a:off x="43184" y="5005952"/>
              <a:ext cx="26710" cy="27774"/>
            </a:xfrm>
            <a:custGeom>
              <a:avLst/>
              <a:gdLst/>
              <a:ahLst/>
              <a:cxnLst/>
              <a:rect l="l" t="t" r="r" b="b"/>
              <a:pathLst>
                <a:path w="276" h="287" extrusionOk="0">
                  <a:moveTo>
                    <a:pt x="144" y="1"/>
                  </a:moveTo>
                  <a:cubicBezTo>
                    <a:pt x="67" y="1"/>
                    <a:pt x="1" y="67"/>
                    <a:pt x="1" y="144"/>
                  </a:cubicBezTo>
                  <a:cubicBezTo>
                    <a:pt x="1" y="221"/>
                    <a:pt x="67" y="287"/>
                    <a:pt x="144" y="287"/>
                  </a:cubicBezTo>
                  <a:cubicBezTo>
                    <a:pt x="221" y="287"/>
                    <a:pt x="276" y="221"/>
                    <a:pt x="276" y="144"/>
                  </a:cubicBezTo>
                  <a:cubicBezTo>
                    <a:pt x="276" y="67"/>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0" name="Google Shape;50130;p53"/>
            <p:cNvSpPr/>
            <p:nvPr/>
          </p:nvSpPr>
          <p:spPr>
            <a:xfrm>
              <a:off x="53829" y="5278368"/>
              <a:ext cx="27774" cy="26710"/>
            </a:xfrm>
            <a:custGeom>
              <a:avLst/>
              <a:gdLst/>
              <a:ahLst/>
              <a:cxnLst/>
              <a:rect l="l" t="t" r="r" b="b"/>
              <a:pathLst>
                <a:path w="287" h="276" extrusionOk="0">
                  <a:moveTo>
                    <a:pt x="144" y="1"/>
                  </a:moveTo>
                  <a:cubicBezTo>
                    <a:pt x="67" y="1"/>
                    <a:pt x="1" y="56"/>
                    <a:pt x="1" y="133"/>
                  </a:cubicBezTo>
                  <a:cubicBezTo>
                    <a:pt x="1" y="210"/>
                    <a:pt x="67" y="276"/>
                    <a:pt x="144" y="276"/>
                  </a:cubicBezTo>
                  <a:cubicBezTo>
                    <a:pt x="221" y="276"/>
                    <a:pt x="287" y="210"/>
                    <a:pt x="287" y="133"/>
                  </a:cubicBezTo>
                  <a:cubicBezTo>
                    <a:pt x="287" y="56"/>
                    <a:pt x="221" y="1"/>
                    <a:pt x="144"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1" name="Google Shape;50131;p53"/>
            <p:cNvSpPr/>
            <p:nvPr/>
          </p:nvSpPr>
          <p:spPr>
            <a:xfrm>
              <a:off x="303988" y="4135478"/>
              <a:ext cx="20323" cy="20226"/>
            </a:xfrm>
            <a:custGeom>
              <a:avLst/>
              <a:gdLst/>
              <a:ahLst/>
              <a:cxnLst/>
              <a:rect l="l" t="t" r="r" b="b"/>
              <a:pathLst>
                <a:path w="210" h="209"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2" name="Google Shape;50132;p53"/>
            <p:cNvSpPr/>
            <p:nvPr/>
          </p:nvSpPr>
          <p:spPr>
            <a:xfrm>
              <a:off x="167731" y="4175833"/>
              <a:ext cx="26710" cy="26710"/>
            </a:xfrm>
            <a:custGeom>
              <a:avLst/>
              <a:gdLst/>
              <a:ahLst/>
              <a:cxnLst/>
              <a:rect l="l" t="t" r="r" b="b"/>
              <a:pathLst>
                <a:path w="276" h="276" extrusionOk="0">
                  <a:moveTo>
                    <a:pt x="143" y="1"/>
                  </a:moveTo>
                  <a:cubicBezTo>
                    <a:pt x="66" y="1"/>
                    <a:pt x="0" y="67"/>
                    <a:pt x="0" y="144"/>
                  </a:cubicBezTo>
                  <a:cubicBezTo>
                    <a:pt x="0" y="221"/>
                    <a:pt x="66" y="276"/>
                    <a:pt x="143" y="276"/>
                  </a:cubicBezTo>
                  <a:cubicBezTo>
                    <a:pt x="220" y="276"/>
                    <a:pt x="275" y="221"/>
                    <a:pt x="275" y="144"/>
                  </a:cubicBezTo>
                  <a:cubicBezTo>
                    <a:pt x="275" y="67"/>
                    <a:pt x="220"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3" name="Google Shape;50133;p53"/>
            <p:cNvSpPr/>
            <p:nvPr/>
          </p:nvSpPr>
          <p:spPr>
            <a:xfrm>
              <a:off x="285891" y="4065221"/>
              <a:ext cx="20323" cy="20323"/>
            </a:xfrm>
            <a:custGeom>
              <a:avLst/>
              <a:gdLst/>
              <a:ahLst/>
              <a:cxnLst/>
              <a:rect l="l" t="t" r="r" b="b"/>
              <a:pathLst>
                <a:path w="210" h="210"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4" name="Google Shape;50134;p53"/>
            <p:cNvSpPr/>
            <p:nvPr/>
          </p:nvSpPr>
          <p:spPr>
            <a:xfrm>
              <a:off x="237988" y="4035415"/>
              <a:ext cx="20323" cy="20323"/>
            </a:xfrm>
            <a:custGeom>
              <a:avLst/>
              <a:gdLst/>
              <a:ahLst/>
              <a:cxnLst/>
              <a:rect l="l" t="t" r="r" b="b"/>
              <a:pathLst>
                <a:path w="210" h="210" extrusionOk="0">
                  <a:moveTo>
                    <a:pt x="110" y="0"/>
                  </a:moveTo>
                  <a:cubicBezTo>
                    <a:pt x="55" y="0"/>
                    <a:pt x="0" y="55"/>
                    <a:pt x="0" y="110"/>
                  </a:cubicBezTo>
                  <a:cubicBezTo>
                    <a:pt x="0" y="165"/>
                    <a:pt x="55" y="209"/>
                    <a:pt x="110" y="209"/>
                  </a:cubicBezTo>
                  <a:cubicBezTo>
                    <a:pt x="165" y="209"/>
                    <a:pt x="209" y="165"/>
                    <a:pt x="209" y="110"/>
                  </a:cubicBezTo>
                  <a:cubicBezTo>
                    <a:pt x="209" y="55"/>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5" name="Google Shape;50135;p53"/>
            <p:cNvSpPr/>
            <p:nvPr/>
          </p:nvSpPr>
          <p:spPr>
            <a:xfrm>
              <a:off x="373084" y="4151446"/>
              <a:ext cx="20323" cy="20226"/>
            </a:xfrm>
            <a:custGeom>
              <a:avLst/>
              <a:gdLst/>
              <a:ahLst/>
              <a:cxnLst/>
              <a:rect l="l" t="t" r="r" b="b"/>
              <a:pathLst>
                <a:path w="210" h="209"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6" name="Google Shape;50136;p53"/>
            <p:cNvSpPr/>
            <p:nvPr/>
          </p:nvSpPr>
          <p:spPr>
            <a:xfrm>
              <a:off x="374148" y="4030093"/>
              <a:ext cx="20323" cy="20323"/>
            </a:xfrm>
            <a:custGeom>
              <a:avLst/>
              <a:gdLst/>
              <a:ahLst/>
              <a:cxnLst/>
              <a:rect l="l" t="t" r="r" b="b"/>
              <a:pathLst>
                <a:path w="210" h="210" extrusionOk="0">
                  <a:moveTo>
                    <a:pt x="111" y="0"/>
                  </a:moveTo>
                  <a:cubicBezTo>
                    <a:pt x="45" y="0"/>
                    <a:pt x="1" y="44"/>
                    <a:pt x="1" y="99"/>
                  </a:cubicBezTo>
                  <a:cubicBezTo>
                    <a:pt x="1" y="154"/>
                    <a:pt x="45"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7" name="Google Shape;50137;p53"/>
            <p:cNvSpPr/>
            <p:nvPr/>
          </p:nvSpPr>
          <p:spPr>
            <a:xfrm>
              <a:off x="348600" y="3972609"/>
              <a:ext cx="20323" cy="20323"/>
            </a:xfrm>
            <a:custGeom>
              <a:avLst/>
              <a:gdLst/>
              <a:ahLst/>
              <a:cxnLst/>
              <a:rect l="l" t="t" r="r" b="b"/>
              <a:pathLst>
                <a:path w="210" h="210" extrusionOk="0">
                  <a:moveTo>
                    <a:pt x="100" y="0"/>
                  </a:moveTo>
                  <a:cubicBezTo>
                    <a:pt x="45" y="0"/>
                    <a:pt x="1" y="44"/>
                    <a:pt x="1" y="99"/>
                  </a:cubicBezTo>
                  <a:cubicBezTo>
                    <a:pt x="1" y="165"/>
                    <a:pt x="45" y="209"/>
                    <a:pt x="100" y="209"/>
                  </a:cubicBezTo>
                  <a:cubicBezTo>
                    <a:pt x="155" y="209"/>
                    <a:pt x="210" y="165"/>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8" name="Google Shape;50138;p53"/>
            <p:cNvSpPr/>
            <p:nvPr/>
          </p:nvSpPr>
          <p:spPr>
            <a:xfrm>
              <a:off x="441212" y="4016254"/>
              <a:ext cx="20323" cy="20323"/>
            </a:xfrm>
            <a:custGeom>
              <a:avLst/>
              <a:gdLst/>
              <a:ahLst/>
              <a:cxnLst/>
              <a:rect l="l" t="t" r="r" b="b"/>
              <a:pathLst>
                <a:path w="210" h="210" extrusionOk="0">
                  <a:moveTo>
                    <a:pt x="100" y="0"/>
                  </a:moveTo>
                  <a:cubicBezTo>
                    <a:pt x="45" y="0"/>
                    <a:pt x="1" y="44"/>
                    <a:pt x="1" y="110"/>
                  </a:cubicBezTo>
                  <a:cubicBezTo>
                    <a:pt x="1" y="165"/>
                    <a:pt x="45" y="209"/>
                    <a:pt x="100" y="209"/>
                  </a:cubicBezTo>
                  <a:cubicBezTo>
                    <a:pt x="166" y="209"/>
                    <a:pt x="210" y="165"/>
                    <a:pt x="210" y="110"/>
                  </a:cubicBezTo>
                  <a:cubicBezTo>
                    <a:pt x="210" y="44"/>
                    <a:pt x="166"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9" name="Google Shape;50139;p53"/>
            <p:cNvSpPr/>
            <p:nvPr/>
          </p:nvSpPr>
          <p:spPr>
            <a:xfrm>
              <a:off x="438018" y="3941739"/>
              <a:ext cx="20323" cy="20323"/>
            </a:xfrm>
            <a:custGeom>
              <a:avLst/>
              <a:gdLst/>
              <a:ahLst/>
              <a:cxnLst/>
              <a:rect l="l" t="t" r="r" b="b"/>
              <a:pathLst>
                <a:path w="210" h="210" extrusionOk="0">
                  <a:moveTo>
                    <a:pt x="100" y="1"/>
                  </a:moveTo>
                  <a:cubicBezTo>
                    <a:pt x="45" y="1"/>
                    <a:pt x="1" y="56"/>
                    <a:pt x="1" y="111"/>
                  </a:cubicBezTo>
                  <a:cubicBezTo>
                    <a:pt x="1" y="166"/>
                    <a:pt x="45" y="210"/>
                    <a:pt x="100" y="210"/>
                  </a:cubicBezTo>
                  <a:cubicBezTo>
                    <a:pt x="155" y="210"/>
                    <a:pt x="210" y="166"/>
                    <a:pt x="210" y="111"/>
                  </a:cubicBezTo>
                  <a:cubicBezTo>
                    <a:pt x="210" y="56"/>
                    <a:pt x="155" y="1"/>
                    <a:pt x="10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0" name="Google Shape;50140;p53"/>
            <p:cNvSpPr/>
            <p:nvPr/>
          </p:nvSpPr>
          <p:spPr>
            <a:xfrm>
              <a:off x="442276" y="4143994"/>
              <a:ext cx="27774" cy="28742"/>
            </a:xfrm>
            <a:custGeom>
              <a:avLst/>
              <a:gdLst/>
              <a:ahLst/>
              <a:cxnLst/>
              <a:rect l="l" t="t" r="r" b="b"/>
              <a:pathLst>
                <a:path w="287" h="297" extrusionOk="0">
                  <a:moveTo>
                    <a:pt x="144" y="0"/>
                  </a:moveTo>
                  <a:cubicBezTo>
                    <a:pt x="67" y="0"/>
                    <a:pt x="1" y="66"/>
                    <a:pt x="1" y="143"/>
                  </a:cubicBezTo>
                  <a:cubicBezTo>
                    <a:pt x="1" y="231"/>
                    <a:pt x="67" y="297"/>
                    <a:pt x="144" y="297"/>
                  </a:cubicBezTo>
                  <a:cubicBezTo>
                    <a:pt x="221" y="297"/>
                    <a:pt x="287" y="231"/>
                    <a:pt x="287" y="143"/>
                  </a:cubicBezTo>
                  <a:cubicBezTo>
                    <a:pt x="287" y="66"/>
                    <a:pt x="221"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1" name="Google Shape;50141;p53"/>
            <p:cNvSpPr/>
            <p:nvPr/>
          </p:nvSpPr>
          <p:spPr>
            <a:xfrm>
              <a:off x="498695" y="4009867"/>
              <a:ext cx="28839" cy="27774"/>
            </a:xfrm>
            <a:custGeom>
              <a:avLst/>
              <a:gdLst/>
              <a:ahLst/>
              <a:cxnLst/>
              <a:rect l="l" t="t" r="r" b="b"/>
              <a:pathLst>
                <a:path w="298" h="287" extrusionOk="0">
                  <a:moveTo>
                    <a:pt x="144" y="0"/>
                  </a:moveTo>
                  <a:cubicBezTo>
                    <a:pt x="67" y="0"/>
                    <a:pt x="1" y="66"/>
                    <a:pt x="1" y="143"/>
                  </a:cubicBezTo>
                  <a:cubicBezTo>
                    <a:pt x="1" y="220"/>
                    <a:pt x="67" y="286"/>
                    <a:pt x="144" y="286"/>
                  </a:cubicBezTo>
                  <a:cubicBezTo>
                    <a:pt x="232" y="286"/>
                    <a:pt x="298" y="220"/>
                    <a:pt x="298" y="143"/>
                  </a:cubicBezTo>
                  <a:cubicBezTo>
                    <a:pt x="298" y="66"/>
                    <a:pt x="232" y="0"/>
                    <a:pt x="14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2" name="Google Shape;50142;p53"/>
            <p:cNvSpPr/>
            <p:nvPr/>
          </p:nvSpPr>
          <p:spPr>
            <a:xfrm>
              <a:off x="518921" y="3927900"/>
              <a:ext cx="28839" cy="27774"/>
            </a:xfrm>
            <a:custGeom>
              <a:avLst/>
              <a:gdLst/>
              <a:ahLst/>
              <a:cxnLst/>
              <a:rect l="l" t="t" r="r" b="b"/>
              <a:pathLst>
                <a:path w="298" h="287" extrusionOk="0">
                  <a:moveTo>
                    <a:pt x="143" y="1"/>
                  </a:moveTo>
                  <a:cubicBezTo>
                    <a:pt x="67" y="1"/>
                    <a:pt x="1" y="67"/>
                    <a:pt x="1" y="144"/>
                  </a:cubicBezTo>
                  <a:cubicBezTo>
                    <a:pt x="1" y="232"/>
                    <a:pt x="67" y="287"/>
                    <a:pt x="143" y="287"/>
                  </a:cubicBezTo>
                  <a:cubicBezTo>
                    <a:pt x="231" y="287"/>
                    <a:pt x="297" y="221"/>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3" name="Google Shape;50143;p53"/>
            <p:cNvSpPr/>
            <p:nvPr/>
          </p:nvSpPr>
          <p:spPr>
            <a:xfrm>
              <a:off x="541275" y="4120575"/>
              <a:ext cx="30968" cy="30871"/>
            </a:xfrm>
            <a:custGeom>
              <a:avLst/>
              <a:gdLst/>
              <a:ahLst/>
              <a:cxnLst/>
              <a:rect l="l" t="t" r="r" b="b"/>
              <a:pathLst>
                <a:path w="320" h="319" extrusionOk="0">
                  <a:moveTo>
                    <a:pt x="154" y="0"/>
                  </a:moveTo>
                  <a:cubicBezTo>
                    <a:pt x="66" y="0"/>
                    <a:pt x="0" y="77"/>
                    <a:pt x="0" y="165"/>
                  </a:cubicBezTo>
                  <a:cubicBezTo>
                    <a:pt x="0" y="253"/>
                    <a:pt x="66" y="319"/>
                    <a:pt x="154" y="319"/>
                  </a:cubicBezTo>
                  <a:cubicBezTo>
                    <a:pt x="242" y="319"/>
                    <a:pt x="319" y="253"/>
                    <a:pt x="319" y="165"/>
                  </a:cubicBezTo>
                  <a:cubicBezTo>
                    <a:pt x="319" y="77"/>
                    <a:pt x="242" y="0"/>
                    <a:pt x="154"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4" name="Google Shape;50144;p53"/>
            <p:cNvSpPr/>
            <p:nvPr/>
          </p:nvSpPr>
          <p:spPr>
            <a:xfrm>
              <a:off x="568952" y="4036480"/>
              <a:ext cx="30968" cy="30968"/>
            </a:xfrm>
            <a:custGeom>
              <a:avLst/>
              <a:gdLst/>
              <a:ahLst/>
              <a:cxnLst/>
              <a:rect l="l" t="t" r="r" b="b"/>
              <a:pathLst>
                <a:path w="320" h="320" extrusionOk="0">
                  <a:moveTo>
                    <a:pt x="165" y="0"/>
                  </a:moveTo>
                  <a:cubicBezTo>
                    <a:pt x="77" y="0"/>
                    <a:pt x="0" y="77"/>
                    <a:pt x="0" y="165"/>
                  </a:cubicBezTo>
                  <a:cubicBezTo>
                    <a:pt x="0"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5" name="Google Shape;50145;p53"/>
            <p:cNvSpPr/>
            <p:nvPr/>
          </p:nvSpPr>
          <p:spPr>
            <a:xfrm>
              <a:off x="612597" y="3961964"/>
              <a:ext cx="30968" cy="30968"/>
            </a:xfrm>
            <a:custGeom>
              <a:avLst/>
              <a:gdLst/>
              <a:ahLst/>
              <a:cxnLst/>
              <a:rect l="l" t="t" r="r" b="b"/>
              <a:pathLst>
                <a:path w="320" h="320" extrusionOk="0">
                  <a:moveTo>
                    <a:pt x="165" y="1"/>
                  </a:moveTo>
                  <a:cubicBezTo>
                    <a:pt x="77" y="1"/>
                    <a:pt x="0" y="77"/>
                    <a:pt x="0" y="165"/>
                  </a:cubicBezTo>
                  <a:cubicBezTo>
                    <a:pt x="0" y="253"/>
                    <a:pt x="77" y="319"/>
                    <a:pt x="165" y="319"/>
                  </a:cubicBezTo>
                  <a:cubicBezTo>
                    <a:pt x="253" y="319"/>
                    <a:pt x="319" y="253"/>
                    <a:pt x="319" y="165"/>
                  </a:cubicBezTo>
                  <a:cubicBezTo>
                    <a:pt x="319" y="77"/>
                    <a:pt x="253" y="1"/>
                    <a:pt x="165"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6" name="Google Shape;50146;p53"/>
            <p:cNvSpPr/>
            <p:nvPr/>
          </p:nvSpPr>
          <p:spPr>
            <a:xfrm>
              <a:off x="-32299" y="3495808"/>
              <a:ext cx="38323" cy="38420"/>
            </a:xfrm>
            <a:custGeom>
              <a:avLst/>
              <a:gdLst/>
              <a:ahLst/>
              <a:cxnLst/>
              <a:rect l="l" t="t" r="r" b="b"/>
              <a:pathLst>
                <a:path w="396" h="397" extrusionOk="0">
                  <a:moveTo>
                    <a:pt x="198" y="1"/>
                  </a:moveTo>
                  <a:cubicBezTo>
                    <a:pt x="88" y="1"/>
                    <a:pt x="0" y="89"/>
                    <a:pt x="0" y="199"/>
                  </a:cubicBezTo>
                  <a:cubicBezTo>
                    <a:pt x="0" y="309"/>
                    <a:pt x="88" y="397"/>
                    <a:pt x="198" y="397"/>
                  </a:cubicBezTo>
                  <a:cubicBezTo>
                    <a:pt x="308" y="397"/>
                    <a:pt x="396" y="309"/>
                    <a:pt x="396" y="199"/>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7" name="Google Shape;50147;p53"/>
            <p:cNvSpPr/>
            <p:nvPr/>
          </p:nvSpPr>
          <p:spPr>
            <a:xfrm>
              <a:off x="-180265" y="3766192"/>
              <a:ext cx="38420" cy="38323"/>
            </a:xfrm>
            <a:custGeom>
              <a:avLst/>
              <a:gdLst/>
              <a:ahLst/>
              <a:cxnLst/>
              <a:rect l="l" t="t" r="r" b="b"/>
              <a:pathLst>
                <a:path w="397" h="396" extrusionOk="0">
                  <a:moveTo>
                    <a:pt x="198" y="0"/>
                  </a:moveTo>
                  <a:cubicBezTo>
                    <a:pt x="88" y="0"/>
                    <a:pt x="0" y="88"/>
                    <a:pt x="0" y="198"/>
                  </a:cubicBezTo>
                  <a:cubicBezTo>
                    <a:pt x="0" y="308"/>
                    <a:pt x="88" y="396"/>
                    <a:pt x="198" y="396"/>
                  </a:cubicBezTo>
                  <a:cubicBezTo>
                    <a:pt x="308" y="396"/>
                    <a:pt x="396" y="308"/>
                    <a:pt x="396" y="198"/>
                  </a:cubicBezTo>
                  <a:cubicBezTo>
                    <a:pt x="396" y="88"/>
                    <a:pt x="308" y="0"/>
                    <a:pt x="198"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8" name="Google Shape;50148;p53"/>
            <p:cNvSpPr/>
            <p:nvPr/>
          </p:nvSpPr>
          <p:spPr>
            <a:xfrm>
              <a:off x="-333553" y="3596936"/>
              <a:ext cx="38420" cy="38420"/>
            </a:xfrm>
            <a:custGeom>
              <a:avLst/>
              <a:gdLst/>
              <a:ahLst/>
              <a:cxnLst/>
              <a:rect l="l" t="t" r="r" b="b"/>
              <a:pathLst>
                <a:path w="397" h="397" extrusionOk="0">
                  <a:moveTo>
                    <a:pt x="199" y="1"/>
                  </a:moveTo>
                  <a:cubicBezTo>
                    <a:pt x="89" y="1"/>
                    <a:pt x="1" y="88"/>
                    <a:pt x="1" y="198"/>
                  </a:cubicBezTo>
                  <a:cubicBezTo>
                    <a:pt x="1" y="308"/>
                    <a:pt x="89" y="396"/>
                    <a:pt x="199" y="396"/>
                  </a:cubicBezTo>
                  <a:cubicBezTo>
                    <a:pt x="309" y="396"/>
                    <a:pt x="397" y="308"/>
                    <a:pt x="397" y="198"/>
                  </a:cubicBezTo>
                  <a:cubicBezTo>
                    <a:pt x="397" y="88"/>
                    <a:pt x="309" y="1"/>
                    <a:pt x="199"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9" name="Google Shape;50149;p53"/>
            <p:cNvSpPr/>
            <p:nvPr/>
          </p:nvSpPr>
          <p:spPr>
            <a:xfrm>
              <a:off x="-583615" y="3590549"/>
              <a:ext cx="38420" cy="38420"/>
            </a:xfrm>
            <a:custGeom>
              <a:avLst/>
              <a:gdLst/>
              <a:ahLst/>
              <a:cxnLst/>
              <a:rect l="l" t="t" r="r" b="b"/>
              <a:pathLst>
                <a:path w="397" h="397" extrusionOk="0">
                  <a:moveTo>
                    <a:pt x="198" y="1"/>
                  </a:moveTo>
                  <a:cubicBezTo>
                    <a:pt x="88" y="1"/>
                    <a:pt x="0" y="89"/>
                    <a:pt x="0" y="198"/>
                  </a:cubicBezTo>
                  <a:cubicBezTo>
                    <a:pt x="0" y="308"/>
                    <a:pt x="88" y="396"/>
                    <a:pt x="198" y="396"/>
                  </a:cubicBezTo>
                  <a:cubicBezTo>
                    <a:pt x="308" y="396"/>
                    <a:pt x="396" y="308"/>
                    <a:pt x="396" y="198"/>
                  </a:cubicBezTo>
                  <a:cubicBezTo>
                    <a:pt x="396" y="89"/>
                    <a:pt x="308" y="1"/>
                    <a:pt x="198"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0" name="Google Shape;50150;p53"/>
            <p:cNvSpPr/>
            <p:nvPr/>
          </p:nvSpPr>
          <p:spPr>
            <a:xfrm>
              <a:off x="-312263" y="4108866"/>
              <a:ext cx="19258" cy="20323"/>
            </a:xfrm>
            <a:custGeom>
              <a:avLst/>
              <a:gdLst/>
              <a:ahLst/>
              <a:cxnLst/>
              <a:rect l="l" t="t" r="r" b="b"/>
              <a:pathLst>
                <a:path w="199" h="210" extrusionOk="0">
                  <a:moveTo>
                    <a:pt x="100" y="0"/>
                  </a:moveTo>
                  <a:cubicBezTo>
                    <a:pt x="45" y="0"/>
                    <a:pt x="1" y="44"/>
                    <a:pt x="1" y="99"/>
                  </a:cubicBezTo>
                  <a:cubicBezTo>
                    <a:pt x="1" y="154"/>
                    <a:pt x="45" y="209"/>
                    <a:pt x="100" y="209"/>
                  </a:cubicBezTo>
                  <a:cubicBezTo>
                    <a:pt x="155" y="209"/>
                    <a:pt x="199" y="154"/>
                    <a:pt x="199" y="99"/>
                  </a:cubicBezTo>
                  <a:cubicBezTo>
                    <a:pt x="199"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1" name="Google Shape;50151;p53"/>
            <p:cNvSpPr/>
            <p:nvPr/>
          </p:nvSpPr>
          <p:spPr>
            <a:xfrm>
              <a:off x="-239877" y="4108866"/>
              <a:ext cx="20323" cy="20323"/>
            </a:xfrm>
            <a:custGeom>
              <a:avLst/>
              <a:gdLst/>
              <a:ahLst/>
              <a:cxnLst/>
              <a:rect l="l" t="t" r="r" b="b"/>
              <a:pathLst>
                <a:path w="210" h="210" extrusionOk="0">
                  <a:moveTo>
                    <a:pt x="111" y="0"/>
                  </a:moveTo>
                  <a:cubicBezTo>
                    <a:pt x="56" y="0"/>
                    <a:pt x="1" y="44"/>
                    <a:pt x="1" y="99"/>
                  </a:cubicBezTo>
                  <a:cubicBezTo>
                    <a:pt x="1" y="154"/>
                    <a:pt x="56" y="209"/>
                    <a:pt x="111" y="209"/>
                  </a:cubicBezTo>
                  <a:cubicBezTo>
                    <a:pt x="166" y="209"/>
                    <a:pt x="210" y="154"/>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2" name="Google Shape;50152;p53"/>
            <p:cNvSpPr/>
            <p:nvPr/>
          </p:nvSpPr>
          <p:spPr>
            <a:xfrm>
              <a:off x="-229232" y="4512216"/>
              <a:ext cx="26710" cy="27678"/>
            </a:xfrm>
            <a:custGeom>
              <a:avLst/>
              <a:gdLst/>
              <a:ahLst/>
              <a:cxnLst/>
              <a:rect l="l" t="t" r="r" b="b"/>
              <a:pathLst>
                <a:path w="276" h="286" extrusionOk="0">
                  <a:moveTo>
                    <a:pt x="143" y="0"/>
                  </a:moveTo>
                  <a:cubicBezTo>
                    <a:pt x="67" y="0"/>
                    <a:pt x="1" y="66"/>
                    <a:pt x="1" y="143"/>
                  </a:cubicBezTo>
                  <a:cubicBezTo>
                    <a:pt x="1" y="220"/>
                    <a:pt x="67" y="286"/>
                    <a:pt x="143" y="286"/>
                  </a:cubicBezTo>
                  <a:cubicBezTo>
                    <a:pt x="220" y="286"/>
                    <a:pt x="275" y="220"/>
                    <a:pt x="275" y="143"/>
                  </a:cubicBezTo>
                  <a:cubicBezTo>
                    <a:pt x="275"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3" name="Google Shape;50153;p53"/>
            <p:cNvSpPr/>
            <p:nvPr/>
          </p:nvSpPr>
          <p:spPr>
            <a:xfrm>
              <a:off x="-177071" y="4763342"/>
              <a:ext cx="26710" cy="26710"/>
            </a:xfrm>
            <a:custGeom>
              <a:avLst/>
              <a:gdLst/>
              <a:ahLst/>
              <a:cxnLst/>
              <a:rect l="l" t="t" r="r" b="b"/>
              <a:pathLst>
                <a:path w="276" h="276" extrusionOk="0">
                  <a:moveTo>
                    <a:pt x="143" y="0"/>
                  </a:moveTo>
                  <a:cubicBezTo>
                    <a:pt x="66" y="0"/>
                    <a:pt x="0" y="66"/>
                    <a:pt x="0" y="143"/>
                  </a:cubicBezTo>
                  <a:cubicBezTo>
                    <a:pt x="0" y="220"/>
                    <a:pt x="66" y="275"/>
                    <a:pt x="143" y="275"/>
                  </a:cubicBezTo>
                  <a:cubicBezTo>
                    <a:pt x="220" y="275"/>
                    <a:pt x="275" y="220"/>
                    <a:pt x="275" y="143"/>
                  </a:cubicBezTo>
                  <a:cubicBezTo>
                    <a:pt x="275" y="66"/>
                    <a:pt x="220" y="0"/>
                    <a:pt x="143"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4" name="Google Shape;50154;p53"/>
            <p:cNvSpPr/>
            <p:nvPr/>
          </p:nvSpPr>
          <p:spPr>
            <a:xfrm>
              <a:off x="-384650" y="5096435"/>
              <a:ext cx="27774" cy="26710"/>
            </a:xfrm>
            <a:custGeom>
              <a:avLst/>
              <a:gdLst/>
              <a:ahLst/>
              <a:cxnLst/>
              <a:rect l="l" t="t" r="r" b="b"/>
              <a:pathLst>
                <a:path w="287" h="276" extrusionOk="0">
                  <a:moveTo>
                    <a:pt x="144" y="0"/>
                  </a:moveTo>
                  <a:cubicBezTo>
                    <a:pt x="67" y="0"/>
                    <a:pt x="1" y="66"/>
                    <a:pt x="1" y="143"/>
                  </a:cubicBezTo>
                  <a:cubicBezTo>
                    <a:pt x="1" y="220"/>
                    <a:pt x="67" y="275"/>
                    <a:pt x="144" y="275"/>
                  </a:cubicBezTo>
                  <a:cubicBezTo>
                    <a:pt x="221" y="275"/>
                    <a:pt x="287" y="220"/>
                    <a:pt x="287" y="143"/>
                  </a:cubicBezTo>
                  <a:cubicBezTo>
                    <a:pt x="287" y="66"/>
                    <a:pt x="221" y="0"/>
                    <a:pt x="144" y="0"/>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5" name="Google Shape;50155;p53"/>
            <p:cNvSpPr/>
            <p:nvPr/>
          </p:nvSpPr>
          <p:spPr>
            <a:xfrm>
              <a:off x="-26009" y="5029371"/>
              <a:ext cx="26710" cy="27774"/>
            </a:xfrm>
            <a:custGeom>
              <a:avLst/>
              <a:gdLst/>
              <a:ahLst/>
              <a:cxnLst/>
              <a:rect l="l" t="t" r="r" b="b"/>
              <a:pathLst>
                <a:path w="276" h="287" extrusionOk="0">
                  <a:moveTo>
                    <a:pt x="133" y="1"/>
                  </a:moveTo>
                  <a:cubicBezTo>
                    <a:pt x="56" y="1"/>
                    <a:pt x="1" y="67"/>
                    <a:pt x="1" y="144"/>
                  </a:cubicBezTo>
                  <a:cubicBezTo>
                    <a:pt x="1" y="221"/>
                    <a:pt x="56" y="287"/>
                    <a:pt x="133" y="287"/>
                  </a:cubicBezTo>
                  <a:cubicBezTo>
                    <a:pt x="210" y="287"/>
                    <a:pt x="276" y="221"/>
                    <a:pt x="276" y="144"/>
                  </a:cubicBezTo>
                  <a:cubicBezTo>
                    <a:pt x="276" y="67"/>
                    <a:pt x="210" y="1"/>
                    <a:pt x="13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6" name="Google Shape;50156;p53"/>
            <p:cNvSpPr/>
            <p:nvPr/>
          </p:nvSpPr>
          <p:spPr>
            <a:xfrm>
              <a:off x="-96169" y="5005952"/>
              <a:ext cx="27774" cy="27774"/>
            </a:xfrm>
            <a:custGeom>
              <a:avLst/>
              <a:gdLst/>
              <a:ahLst/>
              <a:cxnLst/>
              <a:rect l="l" t="t" r="r" b="b"/>
              <a:pathLst>
                <a:path w="287" h="287" extrusionOk="0">
                  <a:moveTo>
                    <a:pt x="143" y="1"/>
                  </a:moveTo>
                  <a:cubicBezTo>
                    <a:pt x="66" y="1"/>
                    <a:pt x="0" y="67"/>
                    <a:pt x="0" y="144"/>
                  </a:cubicBezTo>
                  <a:cubicBezTo>
                    <a:pt x="0" y="221"/>
                    <a:pt x="66" y="287"/>
                    <a:pt x="143" y="287"/>
                  </a:cubicBezTo>
                  <a:cubicBezTo>
                    <a:pt x="220" y="287"/>
                    <a:pt x="286" y="221"/>
                    <a:pt x="286" y="144"/>
                  </a:cubicBezTo>
                  <a:cubicBezTo>
                    <a:pt x="286" y="67"/>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7" name="Google Shape;50157;p53"/>
            <p:cNvSpPr/>
            <p:nvPr/>
          </p:nvSpPr>
          <p:spPr>
            <a:xfrm>
              <a:off x="-106814" y="5278368"/>
              <a:ext cx="26710" cy="26710"/>
            </a:xfrm>
            <a:custGeom>
              <a:avLst/>
              <a:gdLst/>
              <a:ahLst/>
              <a:cxnLst/>
              <a:rect l="l" t="t" r="r" b="b"/>
              <a:pathLst>
                <a:path w="276" h="276" extrusionOk="0">
                  <a:moveTo>
                    <a:pt x="143" y="1"/>
                  </a:moveTo>
                  <a:cubicBezTo>
                    <a:pt x="66" y="1"/>
                    <a:pt x="0" y="56"/>
                    <a:pt x="0" y="133"/>
                  </a:cubicBezTo>
                  <a:cubicBezTo>
                    <a:pt x="0" y="210"/>
                    <a:pt x="66" y="276"/>
                    <a:pt x="143" y="276"/>
                  </a:cubicBezTo>
                  <a:cubicBezTo>
                    <a:pt x="220" y="276"/>
                    <a:pt x="275" y="210"/>
                    <a:pt x="275" y="133"/>
                  </a:cubicBezTo>
                  <a:cubicBezTo>
                    <a:pt x="275" y="56"/>
                    <a:pt x="220" y="1"/>
                    <a:pt x="143" y="1"/>
                  </a:cubicBezTo>
                  <a:close/>
                </a:path>
              </a:pathLst>
            </a:custGeom>
            <a:solidFill>
              <a:schemeClr val="lt1"/>
            </a:solidFill>
            <a:ln w="9525"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8" name="Google Shape;50158;p53"/>
            <p:cNvSpPr/>
            <p:nvPr/>
          </p:nvSpPr>
          <p:spPr>
            <a:xfrm>
              <a:off x="-26009" y="4618570"/>
              <a:ext cx="26710" cy="26710"/>
            </a:xfrm>
            <a:custGeom>
              <a:avLst/>
              <a:gdLst/>
              <a:ahLst/>
              <a:cxnLst/>
              <a:rect l="l" t="t" r="r" b="b"/>
              <a:pathLst>
                <a:path w="276" h="276" extrusionOk="0">
                  <a:moveTo>
                    <a:pt x="133" y="1"/>
                  </a:moveTo>
                  <a:cubicBezTo>
                    <a:pt x="56" y="1"/>
                    <a:pt x="1" y="56"/>
                    <a:pt x="1" y="133"/>
                  </a:cubicBezTo>
                  <a:cubicBezTo>
                    <a:pt x="1" y="210"/>
                    <a:pt x="56" y="276"/>
                    <a:pt x="133" y="276"/>
                  </a:cubicBezTo>
                  <a:cubicBezTo>
                    <a:pt x="210" y="276"/>
                    <a:pt x="276" y="210"/>
                    <a:pt x="276" y="133"/>
                  </a:cubicBezTo>
                  <a:cubicBezTo>
                    <a:pt x="276" y="56"/>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9" name="Google Shape;50159;p53"/>
            <p:cNvSpPr/>
            <p:nvPr/>
          </p:nvSpPr>
          <p:spPr>
            <a:xfrm>
              <a:off x="-26506" y="4063043"/>
              <a:ext cx="26710" cy="26710"/>
            </a:xfrm>
            <a:custGeom>
              <a:avLst/>
              <a:gdLst/>
              <a:ahLst/>
              <a:cxnLst/>
              <a:rect l="l" t="t" r="r" b="b"/>
              <a:pathLst>
                <a:path w="276" h="276" extrusionOk="0">
                  <a:moveTo>
                    <a:pt x="133" y="1"/>
                  </a:moveTo>
                  <a:cubicBezTo>
                    <a:pt x="56" y="1"/>
                    <a:pt x="1" y="67"/>
                    <a:pt x="1" y="144"/>
                  </a:cubicBezTo>
                  <a:cubicBezTo>
                    <a:pt x="1" y="220"/>
                    <a:pt x="56" y="275"/>
                    <a:pt x="133" y="275"/>
                  </a:cubicBezTo>
                  <a:cubicBezTo>
                    <a:pt x="210" y="275"/>
                    <a:pt x="276" y="220"/>
                    <a:pt x="276" y="144"/>
                  </a:cubicBezTo>
                  <a:cubicBezTo>
                    <a:pt x="276" y="67"/>
                    <a:pt x="210" y="1"/>
                    <a:pt x="13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0" name="Google Shape;50160;p53"/>
            <p:cNvSpPr/>
            <p:nvPr/>
          </p:nvSpPr>
          <p:spPr>
            <a:xfrm>
              <a:off x="-350585" y="4135478"/>
              <a:ext cx="20323" cy="20226"/>
            </a:xfrm>
            <a:custGeom>
              <a:avLst/>
              <a:gdLst/>
              <a:ahLst/>
              <a:cxnLst/>
              <a:rect l="l" t="t" r="r" b="b"/>
              <a:pathLst>
                <a:path w="210" h="209"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1" name="Google Shape;50161;p53"/>
            <p:cNvSpPr/>
            <p:nvPr/>
          </p:nvSpPr>
          <p:spPr>
            <a:xfrm>
              <a:off x="-331424" y="4065221"/>
              <a:ext cx="20323" cy="20323"/>
            </a:xfrm>
            <a:custGeom>
              <a:avLst/>
              <a:gdLst/>
              <a:ahLst/>
              <a:cxnLst/>
              <a:rect l="l" t="t" r="r" b="b"/>
              <a:pathLst>
                <a:path w="210" h="210" extrusionOk="0">
                  <a:moveTo>
                    <a:pt x="100" y="0"/>
                  </a:moveTo>
                  <a:cubicBezTo>
                    <a:pt x="45" y="0"/>
                    <a:pt x="1" y="44"/>
                    <a:pt x="1" y="99"/>
                  </a:cubicBezTo>
                  <a:cubicBezTo>
                    <a:pt x="1" y="154"/>
                    <a:pt x="45" y="209"/>
                    <a:pt x="100" y="209"/>
                  </a:cubicBezTo>
                  <a:cubicBezTo>
                    <a:pt x="155" y="209"/>
                    <a:pt x="210" y="154"/>
                    <a:pt x="210" y="99"/>
                  </a:cubicBezTo>
                  <a:cubicBezTo>
                    <a:pt x="210" y="44"/>
                    <a:pt x="155" y="0"/>
                    <a:pt x="10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2" name="Google Shape;50162;p53"/>
            <p:cNvSpPr/>
            <p:nvPr/>
          </p:nvSpPr>
          <p:spPr>
            <a:xfrm>
              <a:off x="-284586" y="4035415"/>
              <a:ext cx="20323" cy="20323"/>
            </a:xfrm>
            <a:custGeom>
              <a:avLst/>
              <a:gdLst/>
              <a:ahLst/>
              <a:cxnLst/>
              <a:rect l="l" t="t" r="r" b="b"/>
              <a:pathLst>
                <a:path w="210" h="210" extrusionOk="0">
                  <a:moveTo>
                    <a:pt x="111" y="0"/>
                  </a:moveTo>
                  <a:cubicBezTo>
                    <a:pt x="56" y="0"/>
                    <a:pt x="1" y="55"/>
                    <a:pt x="1" y="110"/>
                  </a:cubicBezTo>
                  <a:cubicBezTo>
                    <a:pt x="1" y="165"/>
                    <a:pt x="56" y="209"/>
                    <a:pt x="111" y="209"/>
                  </a:cubicBezTo>
                  <a:cubicBezTo>
                    <a:pt x="166" y="209"/>
                    <a:pt x="210" y="165"/>
                    <a:pt x="210" y="110"/>
                  </a:cubicBezTo>
                  <a:cubicBezTo>
                    <a:pt x="210" y="55"/>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3" name="Google Shape;50163;p53"/>
            <p:cNvSpPr/>
            <p:nvPr/>
          </p:nvSpPr>
          <p:spPr>
            <a:xfrm>
              <a:off x="-418617" y="4151446"/>
              <a:ext cx="20226" cy="20226"/>
            </a:xfrm>
            <a:custGeom>
              <a:avLst/>
              <a:gdLst/>
              <a:ahLst/>
              <a:cxnLst/>
              <a:rect l="l" t="t" r="r" b="b"/>
              <a:pathLst>
                <a:path w="209" h="209" extrusionOk="0">
                  <a:moveTo>
                    <a:pt x="110" y="0"/>
                  </a:moveTo>
                  <a:cubicBezTo>
                    <a:pt x="44" y="0"/>
                    <a:pt x="0" y="44"/>
                    <a:pt x="0" y="99"/>
                  </a:cubicBezTo>
                  <a:cubicBezTo>
                    <a:pt x="0" y="154"/>
                    <a:pt x="44" y="209"/>
                    <a:pt x="110" y="209"/>
                  </a:cubicBezTo>
                  <a:cubicBezTo>
                    <a:pt x="165" y="209"/>
                    <a:pt x="209" y="154"/>
                    <a:pt x="209" y="99"/>
                  </a:cubicBezTo>
                  <a:cubicBezTo>
                    <a:pt x="209" y="44"/>
                    <a:pt x="165" y="0"/>
                    <a:pt x="110"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4" name="Google Shape;50164;p53"/>
            <p:cNvSpPr/>
            <p:nvPr/>
          </p:nvSpPr>
          <p:spPr>
            <a:xfrm>
              <a:off x="-419681" y="4030093"/>
              <a:ext cx="20226" cy="20323"/>
            </a:xfrm>
            <a:custGeom>
              <a:avLst/>
              <a:gdLst/>
              <a:ahLst/>
              <a:cxnLst/>
              <a:rect l="l" t="t" r="r" b="b"/>
              <a:pathLst>
                <a:path w="209" h="210" extrusionOk="0">
                  <a:moveTo>
                    <a:pt x="99" y="0"/>
                  </a:moveTo>
                  <a:cubicBezTo>
                    <a:pt x="44" y="0"/>
                    <a:pt x="0" y="44"/>
                    <a:pt x="0" y="99"/>
                  </a:cubicBezTo>
                  <a:cubicBezTo>
                    <a:pt x="0" y="154"/>
                    <a:pt x="44" y="209"/>
                    <a:pt x="99" y="209"/>
                  </a:cubicBezTo>
                  <a:cubicBezTo>
                    <a:pt x="165" y="209"/>
                    <a:pt x="209" y="154"/>
                    <a:pt x="209" y="99"/>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5" name="Google Shape;50165;p53"/>
            <p:cNvSpPr/>
            <p:nvPr/>
          </p:nvSpPr>
          <p:spPr>
            <a:xfrm>
              <a:off x="-394230" y="3972609"/>
              <a:ext cx="20323" cy="20323"/>
            </a:xfrm>
            <a:custGeom>
              <a:avLst/>
              <a:gdLst/>
              <a:ahLst/>
              <a:cxnLst/>
              <a:rect l="l" t="t" r="r" b="b"/>
              <a:pathLst>
                <a:path w="210" h="210" extrusionOk="0">
                  <a:moveTo>
                    <a:pt x="111" y="0"/>
                  </a:moveTo>
                  <a:cubicBezTo>
                    <a:pt x="45" y="0"/>
                    <a:pt x="1" y="44"/>
                    <a:pt x="1" y="99"/>
                  </a:cubicBezTo>
                  <a:cubicBezTo>
                    <a:pt x="1" y="165"/>
                    <a:pt x="45" y="209"/>
                    <a:pt x="111" y="209"/>
                  </a:cubicBezTo>
                  <a:cubicBezTo>
                    <a:pt x="166" y="209"/>
                    <a:pt x="210" y="165"/>
                    <a:pt x="210" y="99"/>
                  </a:cubicBezTo>
                  <a:cubicBezTo>
                    <a:pt x="210" y="44"/>
                    <a:pt x="166" y="0"/>
                    <a:pt x="111"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6" name="Google Shape;50166;p53"/>
            <p:cNvSpPr/>
            <p:nvPr/>
          </p:nvSpPr>
          <p:spPr>
            <a:xfrm>
              <a:off x="-486745" y="4016254"/>
              <a:ext cx="20323" cy="20323"/>
            </a:xfrm>
            <a:custGeom>
              <a:avLst/>
              <a:gdLst/>
              <a:ahLst/>
              <a:cxnLst/>
              <a:rect l="l" t="t" r="r" b="b"/>
              <a:pathLst>
                <a:path w="210" h="210" extrusionOk="0">
                  <a:moveTo>
                    <a:pt x="99" y="0"/>
                  </a:moveTo>
                  <a:cubicBezTo>
                    <a:pt x="44" y="0"/>
                    <a:pt x="0" y="44"/>
                    <a:pt x="0" y="110"/>
                  </a:cubicBezTo>
                  <a:cubicBezTo>
                    <a:pt x="0" y="165"/>
                    <a:pt x="44" y="209"/>
                    <a:pt x="99" y="209"/>
                  </a:cubicBezTo>
                  <a:cubicBezTo>
                    <a:pt x="165" y="209"/>
                    <a:pt x="209" y="165"/>
                    <a:pt x="209" y="110"/>
                  </a:cubicBezTo>
                  <a:cubicBezTo>
                    <a:pt x="209" y="44"/>
                    <a:pt x="165" y="0"/>
                    <a:pt x="99"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7" name="Google Shape;50167;p53"/>
            <p:cNvSpPr/>
            <p:nvPr/>
          </p:nvSpPr>
          <p:spPr>
            <a:xfrm>
              <a:off x="-483552" y="3941739"/>
              <a:ext cx="20323" cy="20323"/>
            </a:xfrm>
            <a:custGeom>
              <a:avLst/>
              <a:gdLst/>
              <a:ahLst/>
              <a:cxnLst/>
              <a:rect l="l" t="t" r="r" b="b"/>
              <a:pathLst>
                <a:path w="210" h="210" extrusionOk="0">
                  <a:moveTo>
                    <a:pt x="110" y="1"/>
                  </a:moveTo>
                  <a:cubicBezTo>
                    <a:pt x="44" y="1"/>
                    <a:pt x="0" y="56"/>
                    <a:pt x="0" y="111"/>
                  </a:cubicBezTo>
                  <a:cubicBezTo>
                    <a:pt x="0" y="166"/>
                    <a:pt x="44" y="210"/>
                    <a:pt x="110" y="210"/>
                  </a:cubicBezTo>
                  <a:cubicBezTo>
                    <a:pt x="165" y="210"/>
                    <a:pt x="209" y="166"/>
                    <a:pt x="209" y="111"/>
                  </a:cubicBezTo>
                  <a:cubicBezTo>
                    <a:pt x="209" y="56"/>
                    <a:pt x="165" y="1"/>
                    <a:pt x="110"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8" name="Google Shape;50168;p53"/>
            <p:cNvSpPr/>
            <p:nvPr/>
          </p:nvSpPr>
          <p:spPr>
            <a:xfrm>
              <a:off x="-495261" y="4143994"/>
              <a:ext cx="27774" cy="28742"/>
            </a:xfrm>
            <a:custGeom>
              <a:avLst/>
              <a:gdLst/>
              <a:ahLst/>
              <a:cxnLst/>
              <a:rect l="l" t="t" r="r" b="b"/>
              <a:pathLst>
                <a:path w="287" h="297" extrusionOk="0">
                  <a:moveTo>
                    <a:pt x="143" y="0"/>
                  </a:moveTo>
                  <a:cubicBezTo>
                    <a:pt x="66" y="0"/>
                    <a:pt x="0" y="66"/>
                    <a:pt x="0" y="143"/>
                  </a:cubicBezTo>
                  <a:cubicBezTo>
                    <a:pt x="0" y="231"/>
                    <a:pt x="66" y="297"/>
                    <a:pt x="143" y="297"/>
                  </a:cubicBezTo>
                  <a:cubicBezTo>
                    <a:pt x="220" y="297"/>
                    <a:pt x="286" y="231"/>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9" name="Google Shape;50169;p53"/>
            <p:cNvSpPr/>
            <p:nvPr/>
          </p:nvSpPr>
          <p:spPr>
            <a:xfrm>
              <a:off x="-552744" y="4009867"/>
              <a:ext cx="27774" cy="27774"/>
            </a:xfrm>
            <a:custGeom>
              <a:avLst/>
              <a:gdLst/>
              <a:ahLst/>
              <a:cxnLst/>
              <a:rect l="l" t="t" r="r" b="b"/>
              <a:pathLst>
                <a:path w="287" h="287" extrusionOk="0">
                  <a:moveTo>
                    <a:pt x="143" y="0"/>
                  </a:moveTo>
                  <a:cubicBezTo>
                    <a:pt x="66" y="0"/>
                    <a:pt x="0" y="66"/>
                    <a:pt x="0" y="143"/>
                  </a:cubicBezTo>
                  <a:cubicBezTo>
                    <a:pt x="0" y="220"/>
                    <a:pt x="66" y="286"/>
                    <a:pt x="143" y="286"/>
                  </a:cubicBezTo>
                  <a:cubicBezTo>
                    <a:pt x="220" y="286"/>
                    <a:pt x="286" y="220"/>
                    <a:pt x="286" y="143"/>
                  </a:cubicBezTo>
                  <a:cubicBezTo>
                    <a:pt x="286" y="66"/>
                    <a:pt x="220" y="0"/>
                    <a:pt x="143"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0" name="Google Shape;50170;p53"/>
            <p:cNvSpPr/>
            <p:nvPr/>
          </p:nvSpPr>
          <p:spPr>
            <a:xfrm>
              <a:off x="-572970" y="3927900"/>
              <a:ext cx="28839" cy="27774"/>
            </a:xfrm>
            <a:custGeom>
              <a:avLst/>
              <a:gdLst/>
              <a:ahLst/>
              <a:cxnLst/>
              <a:rect l="l" t="t" r="r" b="b"/>
              <a:pathLst>
                <a:path w="298" h="287" extrusionOk="0">
                  <a:moveTo>
                    <a:pt x="143" y="1"/>
                  </a:moveTo>
                  <a:cubicBezTo>
                    <a:pt x="66" y="1"/>
                    <a:pt x="0" y="67"/>
                    <a:pt x="0" y="144"/>
                  </a:cubicBezTo>
                  <a:cubicBezTo>
                    <a:pt x="0" y="221"/>
                    <a:pt x="66" y="287"/>
                    <a:pt x="143" y="287"/>
                  </a:cubicBezTo>
                  <a:cubicBezTo>
                    <a:pt x="231" y="287"/>
                    <a:pt x="297" y="232"/>
                    <a:pt x="297" y="144"/>
                  </a:cubicBezTo>
                  <a:cubicBezTo>
                    <a:pt x="297" y="67"/>
                    <a:pt x="231" y="1"/>
                    <a:pt x="143" y="1"/>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1" name="Google Shape;50171;p53"/>
            <p:cNvSpPr/>
            <p:nvPr/>
          </p:nvSpPr>
          <p:spPr>
            <a:xfrm>
              <a:off x="-597454" y="4120575"/>
              <a:ext cx="30968" cy="30871"/>
            </a:xfrm>
            <a:custGeom>
              <a:avLst/>
              <a:gdLst/>
              <a:ahLst/>
              <a:cxnLst/>
              <a:rect l="l" t="t" r="r" b="b"/>
              <a:pathLst>
                <a:path w="320" h="319" extrusionOk="0">
                  <a:moveTo>
                    <a:pt x="165" y="0"/>
                  </a:moveTo>
                  <a:cubicBezTo>
                    <a:pt x="77" y="0"/>
                    <a:pt x="1" y="77"/>
                    <a:pt x="1" y="165"/>
                  </a:cubicBezTo>
                  <a:cubicBezTo>
                    <a:pt x="1" y="253"/>
                    <a:pt x="77" y="319"/>
                    <a:pt x="165" y="319"/>
                  </a:cubicBezTo>
                  <a:cubicBezTo>
                    <a:pt x="253" y="319"/>
                    <a:pt x="319" y="253"/>
                    <a:pt x="319" y="165"/>
                  </a:cubicBezTo>
                  <a:cubicBezTo>
                    <a:pt x="319" y="77"/>
                    <a:pt x="253" y="0"/>
                    <a:pt x="165" y="0"/>
                  </a:cubicBezTo>
                  <a:close/>
                </a:path>
              </a:pathLst>
            </a:custGeom>
            <a:solidFill>
              <a:schemeClr val="lt1"/>
            </a:solidFill>
            <a:ln w="19050" cap="flat" cmpd="sng">
              <a:solidFill>
                <a:schemeClr val="lt1"/>
              </a:solidFill>
              <a:prstDash val="solid"/>
              <a:round/>
              <a:headEnd type="none" w="sm" len="sm"/>
              <a:tailEnd type="none" w="sm" len="sm"/>
            </a:ln>
            <a:effectLst>
              <a:outerShdw blurRad="57150"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2" name="Google Shape;50172;p53"/>
          <p:cNvGrpSpPr/>
          <p:nvPr/>
        </p:nvGrpSpPr>
        <p:grpSpPr>
          <a:xfrm flipH="1">
            <a:off x="230017" y="3992897"/>
            <a:ext cx="703597" cy="1215579"/>
            <a:chOff x="11712647" y="-2511258"/>
            <a:chExt cx="294602" cy="508994"/>
          </a:xfrm>
        </p:grpSpPr>
        <p:sp>
          <p:nvSpPr>
            <p:cNvPr id="50173" name="Google Shape;50173;p53"/>
            <p:cNvSpPr/>
            <p:nvPr/>
          </p:nvSpPr>
          <p:spPr>
            <a:xfrm>
              <a:off x="11748629" y="-2364332"/>
              <a:ext cx="258620" cy="362068"/>
            </a:xfrm>
            <a:custGeom>
              <a:avLst/>
              <a:gdLst/>
              <a:ahLst/>
              <a:cxnLst/>
              <a:rect l="l" t="t" r="r" b="b"/>
              <a:pathLst>
                <a:path w="3795" h="5313" extrusionOk="0">
                  <a:moveTo>
                    <a:pt x="3718" y="1"/>
                  </a:moveTo>
                  <a:cubicBezTo>
                    <a:pt x="3696" y="1"/>
                    <a:pt x="3685" y="12"/>
                    <a:pt x="3685" y="34"/>
                  </a:cubicBezTo>
                  <a:cubicBezTo>
                    <a:pt x="3685" y="56"/>
                    <a:pt x="3729" y="1881"/>
                    <a:pt x="2519" y="3124"/>
                  </a:cubicBezTo>
                  <a:cubicBezTo>
                    <a:pt x="1298" y="4367"/>
                    <a:pt x="34" y="5235"/>
                    <a:pt x="23" y="5235"/>
                  </a:cubicBezTo>
                  <a:cubicBezTo>
                    <a:pt x="12" y="5246"/>
                    <a:pt x="1" y="5279"/>
                    <a:pt x="12" y="5290"/>
                  </a:cubicBezTo>
                  <a:cubicBezTo>
                    <a:pt x="23" y="5301"/>
                    <a:pt x="34" y="5312"/>
                    <a:pt x="45" y="5312"/>
                  </a:cubicBezTo>
                  <a:cubicBezTo>
                    <a:pt x="56" y="5312"/>
                    <a:pt x="56" y="5301"/>
                    <a:pt x="67" y="5301"/>
                  </a:cubicBezTo>
                  <a:cubicBezTo>
                    <a:pt x="78" y="5290"/>
                    <a:pt x="1342" y="4433"/>
                    <a:pt x="2563" y="3179"/>
                  </a:cubicBezTo>
                  <a:cubicBezTo>
                    <a:pt x="3795" y="1914"/>
                    <a:pt x="3762" y="56"/>
                    <a:pt x="3762" y="34"/>
                  </a:cubicBezTo>
                  <a:cubicBezTo>
                    <a:pt x="3762" y="12"/>
                    <a:pt x="3740" y="1"/>
                    <a:pt x="3718"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4" name="Google Shape;50174;p53"/>
            <p:cNvSpPr/>
            <p:nvPr/>
          </p:nvSpPr>
          <p:spPr>
            <a:xfrm>
              <a:off x="11783111" y="-2276831"/>
              <a:ext cx="221888" cy="274566"/>
            </a:xfrm>
            <a:custGeom>
              <a:avLst/>
              <a:gdLst/>
              <a:ahLst/>
              <a:cxnLst/>
              <a:rect l="l" t="t" r="r" b="b"/>
              <a:pathLst>
                <a:path w="3256" h="4029" extrusionOk="0">
                  <a:moveTo>
                    <a:pt x="3211" y="0"/>
                  </a:moveTo>
                  <a:cubicBezTo>
                    <a:pt x="3194" y="0"/>
                    <a:pt x="3179" y="18"/>
                    <a:pt x="3179" y="36"/>
                  </a:cubicBezTo>
                  <a:cubicBezTo>
                    <a:pt x="2948" y="1543"/>
                    <a:pt x="1485" y="2753"/>
                    <a:pt x="188" y="3819"/>
                  </a:cubicBezTo>
                  <a:lnTo>
                    <a:pt x="12" y="3962"/>
                  </a:lnTo>
                  <a:cubicBezTo>
                    <a:pt x="1" y="3973"/>
                    <a:pt x="1" y="3995"/>
                    <a:pt x="12" y="4006"/>
                  </a:cubicBezTo>
                  <a:cubicBezTo>
                    <a:pt x="23" y="4017"/>
                    <a:pt x="34" y="4028"/>
                    <a:pt x="45" y="4028"/>
                  </a:cubicBezTo>
                  <a:lnTo>
                    <a:pt x="34" y="4017"/>
                  </a:lnTo>
                  <a:lnTo>
                    <a:pt x="67" y="4017"/>
                  </a:lnTo>
                  <a:lnTo>
                    <a:pt x="232" y="3874"/>
                  </a:lnTo>
                  <a:cubicBezTo>
                    <a:pt x="1540" y="2797"/>
                    <a:pt x="3014" y="1576"/>
                    <a:pt x="3256" y="47"/>
                  </a:cubicBezTo>
                  <a:cubicBezTo>
                    <a:pt x="3256" y="25"/>
                    <a:pt x="3245" y="3"/>
                    <a:pt x="3223" y="3"/>
                  </a:cubicBezTo>
                  <a:cubicBezTo>
                    <a:pt x="3219" y="1"/>
                    <a:pt x="3215" y="0"/>
                    <a:pt x="321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5" name="Google Shape;50175;p53"/>
            <p:cNvSpPr/>
            <p:nvPr/>
          </p:nvSpPr>
          <p:spPr>
            <a:xfrm>
              <a:off x="11821342" y="-2184218"/>
              <a:ext cx="173163" cy="177456"/>
            </a:xfrm>
            <a:custGeom>
              <a:avLst/>
              <a:gdLst/>
              <a:ahLst/>
              <a:cxnLst/>
              <a:rect l="l" t="t" r="r" b="b"/>
              <a:pathLst>
                <a:path w="2541" h="2604" extrusionOk="0">
                  <a:moveTo>
                    <a:pt x="2492" y="1"/>
                  </a:moveTo>
                  <a:cubicBezTo>
                    <a:pt x="2481" y="1"/>
                    <a:pt x="2470" y="6"/>
                    <a:pt x="2464" y="19"/>
                  </a:cubicBezTo>
                  <a:cubicBezTo>
                    <a:pt x="1958" y="811"/>
                    <a:pt x="1067" y="1724"/>
                    <a:pt x="23" y="2537"/>
                  </a:cubicBezTo>
                  <a:cubicBezTo>
                    <a:pt x="1" y="2548"/>
                    <a:pt x="1" y="2570"/>
                    <a:pt x="12" y="2592"/>
                  </a:cubicBezTo>
                  <a:cubicBezTo>
                    <a:pt x="23" y="2592"/>
                    <a:pt x="34" y="2603"/>
                    <a:pt x="45" y="2603"/>
                  </a:cubicBezTo>
                  <a:cubicBezTo>
                    <a:pt x="56" y="2603"/>
                    <a:pt x="67" y="2603"/>
                    <a:pt x="67" y="2592"/>
                  </a:cubicBezTo>
                  <a:cubicBezTo>
                    <a:pt x="1122" y="1779"/>
                    <a:pt x="2013" y="855"/>
                    <a:pt x="2530" y="52"/>
                  </a:cubicBezTo>
                  <a:cubicBezTo>
                    <a:pt x="2541" y="41"/>
                    <a:pt x="2530" y="19"/>
                    <a:pt x="2519" y="8"/>
                  </a:cubicBezTo>
                  <a:cubicBezTo>
                    <a:pt x="2510" y="3"/>
                    <a:pt x="2501" y="1"/>
                    <a:pt x="249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6" name="Google Shape;50176;p53"/>
            <p:cNvSpPr/>
            <p:nvPr/>
          </p:nvSpPr>
          <p:spPr>
            <a:xfrm>
              <a:off x="11855825" y="-2142240"/>
              <a:ext cx="133433" cy="131729"/>
            </a:xfrm>
            <a:custGeom>
              <a:avLst/>
              <a:gdLst/>
              <a:ahLst/>
              <a:cxnLst/>
              <a:rect l="l" t="t" r="r" b="b"/>
              <a:pathLst>
                <a:path w="1958" h="1933" extrusionOk="0">
                  <a:moveTo>
                    <a:pt x="1920" y="1"/>
                  </a:moveTo>
                  <a:cubicBezTo>
                    <a:pt x="1909" y="1"/>
                    <a:pt x="1898" y="6"/>
                    <a:pt x="1892" y="19"/>
                  </a:cubicBezTo>
                  <a:cubicBezTo>
                    <a:pt x="1397" y="624"/>
                    <a:pt x="627" y="1328"/>
                    <a:pt x="22" y="1866"/>
                  </a:cubicBezTo>
                  <a:cubicBezTo>
                    <a:pt x="0" y="1877"/>
                    <a:pt x="0" y="1899"/>
                    <a:pt x="11" y="1921"/>
                  </a:cubicBezTo>
                  <a:cubicBezTo>
                    <a:pt x="22" y="1932"/>
                    <a:pt x="33" y="1932"/>
                    <a:pt x="44" y="1932"/>
                  </a:cubicBezTo>
                  <a:cubicBezTo>
                    <a:pt x="55" y="1932"/>
                    <a:pt x="66" y="1932"/>
                    <a:pt x="66" y="1921"/>
                  </a:cubicBezTo>
                  <a:cubicBezTo>
                    <a:pt x="682" y="1383"/>
                    <a:pt x="1452" y="668"/>
                    <a:pt x="1947" y="63"/>
                  </a:cubicBezTo>
                  <a:cubicBezTo>
                    <a:pt x="1958" y="41"/>
                    <a:pt x="1958" y="19"/>
                    <a:pt x="1947" y="8"/>
                  </a:cubicBezTo>
                  <a:cubicBezTo>
                    <a:pt x="1938" y="3"/>
                    <a:pt x="1929" y="1"/>
                    <a:pt x="192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7" name="Google Shape;50177;p53"/>
            <p:cNvSpPr/>
            <p:nvPr/>
          </p:nvSpPr>
          <p:spPr>
            <a:xfrm>
              <a:off x="11886559" y="-2109870"/>
              <a:ext cx="101949" cy="99359"/>
            </a:xfrm>
            <a:custGeom>
              <a:avLst/>
              <a:gdLst/>
              <a:ahLst/>
              <a:cxnLst/>
              <a:rect l="l" t="t" r="r" b="b"/>
              <a:pathLst>
                <a:path w="1496" h="1458" extrusionOk="0">
                  <a:moveTo>
                    <a:pt x="1462" y="0"/>
                  </a:moveTo>
                  <a:cubicBezTo>
                    <a:pt x="1452" y="0"/>
                    <a:pt x="1441" y="6"/>
                    <a:pt x="1430" y="17"/>
                  </a:cubicBezTo>
                  <a:cubicBezTo>
                    <a:pt x="1155" y="303"/>
                    <a:pt x="451" y="1007"/>
                    <a:pt x="11" y="1391"/>
                  </a:cubicBezTo>
                  <a:cubicBezTo>
                    <a:pt x="0" y="1402"/>
                    <a:pt x="0" y="1424"/>
                    <a:pt x="11" y="1446"/>
                  </a:cubicBezTo>
                  <a:cubicBezTo>
                    <a:pt x="20" y="1456"/>
                    <a:pt x="30" y="1457"/>
                    <a:pt x="39" y="1457"/>
                  </a:cubicBezTo>
                  <a:lnTo>
                    <a:pt x="39" y="1457"/>
                  </a:lnTo>
                  <a:cubicBezTo>
                    <a:pt x="48" y="1457"/>
                    <a:pt x="57" y="1456"/>
                    <a:pt x="66" y="1446"/>
                  </a:cubicBezTo>
                  <a:cubicBezTo>
                    <a:pt x="506" y="1061"/>
                    <a:pt x="1210" y="358"/>
                    <a:pt x="1485" y="61"/>
                  </a:cubicBezTo>
                  <a:cubicBezTo>
                    <a:pt x="1496" y="50"/>
                    <a:pt x="1496" y="28"/>
                    <a:pt x="1485" y="17"/>
                  </a:cubicBezTo>
                  <a:cubicBezTo>
                    <a:pt x="1479" y="6"/>
                    <a:pt x="1471" y="0"/>
                    <a:pt x="1462" y="0"/>
                  </a:cubicBezTo>
                  <a:close/>
                  <a:moveTo>
                    <a:pt x="39" y="1457"/>
                  </a:moveTo>
                  <a:cubicBezTo>
                    <a:pt x="37" y="1457"/>
                    <a:pt x="35" y="1457"/>
                    <a:pt x="33" y="1457"/>
                  </a:cubicBezTo>
                  <a:lnTo>
                    <a:pt x="44" y="1457"/>
                  </a:lnTo>
                  <a:cubicBezTo>
                    <a:pt x="42" y="1457"/>
                    <a:pt x="41" y="1457"/>
                    <a:pt x="39" y="1457"/>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8" name="Google Shape;50178;p53"/>
            <p:cNvSpPr/>
            <p:nvPr/>
          </p:nvSpPr>
          <p:spPr>
            <a:xfrm>
              <a:off x="11915045" y="-2083837"/>
              <a:ext cx="76461" cy="71078"/>
            </a:xfrm>
            <a:custGeom>
              <a:avLst/>
              <a:gdLst/>
              <a:ahLst/>
              <a:cxnLst/>
              <a:rect l="l" t="t" r="r" b="b"/>
              <a:pathLst>
                <a:path w="1122" h="1043" extrusionOk="0">
                  <a:moveTo>
                    <a:pt x="1079" y="0"/>
                  </a:moveTo>
                  <a:cubicBezTo>
                    <a:pt x="1070" y="0"/>
                    <a:pt x="1061" y="3"/>
                    <a:pt x="1056" y="9"/>
                  </a:cubicBezTo>
                  <a:lnTo>
                    <a:pt x="11" y="976"/>
                  </a:lnTo>
                  <a:cubicBezTo>
                    <a:pt x="0" y="998"/>
                    <a:pt x="0" y="1020"/>
                    <a:pt x="11" y="1031"/>
                  </a:cubicBezTo>
                  <a:cubicBezTo>
                    <a:pt x="22" y="1042"/>
                    <a:pt x="33" y="1042"/>
                    <a:pt x="44" y="1042"/>
                  </a:cubicBezTo>
                  <a:cubicBezTo>
                    <a:pt x="44" y="1042"/>
                    <a:pt x="55" y="1042"/>
                    <a:pt x="66" y="1031"/>
                  </a:cubicBezTo>
                  <a:lnTo>
                    <a:pt x="1111" y="64"/>
                  </a:lnTo>
                  <a:cubicBezTo>
                    <a:pt x="1122" y="42"/>
                    <a:pt x="1122" y="20"/>
                    <a:pt x="1111" y="9"/>
                  </a:cubicBezTo>
                  <a:cubicBezTo>
                    <a:pt x="1100" y="3"/>
                    <a:pt x="1089" y="0"/>
                    <a:pt x="107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9" name="Google Shape;50179;p53"/>
            <p:cNvSpPr/>
            <p:nvPr/>
          </p:nvSpPr>
          <p:spPr>
            <a:xfrm>
              <a:off x="11941282" y="-2063938"/>
              <a:ext cx="53223" cy="47431"/>
            </a:xfrm>
            <a:custGeom>
              <a:avLst/>
              <a:gdLst/>
              <a:ahLst/>
              <a:cxnLst/>
              <a:rect l="l" t="t" r="r" b="b"/>
              <a:pathLst>
                <a:path w="781" h="696" extrusionOk="0">
                  <a:moveTo>
                    <a:pt x="733" y="1"/>
                  </a:moveTo>
                  <a:cubicBezTo>
                    <a:pt x="726" y="1"/>
                    <a:pt x="720" y="4"/>
                    <a:pt x="715" y="14"/>
                  </a:cubicBezTo>
                  <a:lnTo>
                    <a:pt x="22" y="629"/>
                  </a:lnTo>
                  <a:cubicBezTo>
                    <a:pt x="0" y="640"/>
                    <a:pt x="0" y="662"/>
                    <a:pt x="11" y="684"/>
                  </a:cubicBezTo>
                  <a:cubicBezTo>
                    <a:pt x="22" y="695"/>
                    <a:pt x="33" y="695"/>
                    <a:pt x="44" y="695"/>
                  </a:cubicBezTo>
                  <a:cubicBezTo>
                    <a:pt x="55" y="695"/>
                    <a:pt x="66" y="695"/>
                    <a:pt x="66" y="684"/>
                  </a:cubicBezTo>
                  <a:lnTo>
                    <a:pt x="759" y="69"/>
                  </a:lnTo>
                  <a:cubicBezTo>
                    <a:pt x="781" y="47"/>
                    <a:pt x="781" y="25"/>
                    <a:pt x="759" y="14"/>
                  </a:cubicBezTo>
                  <a:cubicBezTo>
                    <a:pt x="753" y="7"/>
                    <a:pt x="743" y="1"/>
                    <a:pt x="733"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0" name="Google Shape;50180;p53"/>
            <p:cNvSpPr/>
            <p:nvPr/>
          </p:nvSpPr>
          <p:spPr>
            <a:xfrm>
              <a:off x="11960772" y="-2051399"/>
              <a:ext cx="40480" cy="37140"/>
            </a:xfrm>
            <a:custGeom>
              <a:avLst/>
              <a:gdLst/>
              <a:ahLst/>
              <a:cxnLst/>
              <a:rect l="l" t="t" r="r" b="b"/>
              <a:pathLst>
                <a:path w="594" h="545" extrusionOk="0">
                  <a:moveTo>
                    <a:pt x="559" y="0"/>
                  </a:moveTo>
                  <a:cubicBezTo>
                    <a:pt x="550" y="0"/>
                    <a:pt x="539" y="6"/>
                    <a:pt x="528" y="17"/>
                  </a:cubicBezTo>
                  <a:lnTo>
                    <a:pt x="22" y="478"/>
                  </a:lnTo>
                  <a:cubicBezTo>
                    <a:pt x="11" y="489"/>
                    <a:pt x="0" y="511"/>
                    <a:pt x="22" y="522"/>
                  </a:cubicBezTo>
                  <a:cubicBezTo>
                    <a:pt x="22" y="533"/>
                    <a:pt x="33" y="544"/>
                    <a:pt x="44" y="544"/>
                  </a:cubicBezTo>
                  <a:cubicBezTo>
                    <a:pt x="55" y="544"/>
                    <a:pt x="66" y="533"/>
                    <a:pt x="66" y="533"/>
                  </a:cubicBezTo>
                  <a:lnTo>
                    <a:pt x="583" y="72"/>
                  </a:lnTo>
                  <a:cubicBezTo>
                    <a:pt x="594" y="50"/>
                    <a:pt x="594" y="28"/>
                    <a:pt x="583" y="17"/>
                  </a:cubicBezTo>
                  <a:cubicBezTo>
                    <a:pt x="577" y="6"/>
                    <a:pt x="569" y="0"/>
                    <a:pt x="559"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1" name="Google Shape;50181;p53"/>
            <p:cNvSpPr/>
            <p:nvPr/>
          </p:nvSpPr>
          <p:spPr>
            <a:xfrm>
              <a:off x="11983192" y="-2033544"/>
              <a:ext cx="21058" cy="19286"/>
            </a:xfrm>
            <a:custGeom>
              <a:avLst/>
              <a:gdLst/>
              <a:ahLst/>
              <a:cxnLst/>
              <a:rect l="l" t="t" r="r" b="b"/>
              <a:pathLst>
                <a:path w="309" h="283" extrusionOk="0">
                  <a:moveTo>
                    <a:pt x="261" y="0"/>
                  </a:moveTo>
                  <a:cubicBezTo>
                    <a:pt x="254" y="0"/>
                    <a:pt x="247" y="3"/>
                    <a:pt x="243" y="7"/>
                  </a:cubicBezTo>
                  <a:lnTo>
                    <a:pt x="12" y="216"/>
                  </a:lnTo>
                  <a:cubicBezTo>
                    <a:pt x="1" y="227"/>
                    <a:pt x="1" y="249"/>
                    <a:pt x="12" y="271"/>
                  </a:cubicBezTo>
                  <a:cubicBezTo>
                    <a:pt x="23" y="271"/>
                    <a:pt x="34" y="282"/>
                    <a:pt x="45" y="282"/>
                  </a:cubicBezTo>
                  <a:cubicBezTo>
                    <a:pt x="56" y="282"/>
                    <a:pt x="56" y="271"/>
                    <a:pt x="67" y="271"/>
                  </a:cubicBezTo>
                  <a:lnTo>
                    <a:pt x="287" y="62"/>
                  </a:lnTo>
                  <a:cubicBezTo>
                    <a:pt x="298" y="51"/>
                    <a:pt x="309" y="29"/>
                    <a:pt x="287" y="18"/>
                  </a:cubicBezTo>
                  <a:cubicBezTo>
                    <a:pt x="280" y="6"/>
                    <a:pt x="270" y="0"/>
                    <a:pt x="26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2" name="Google Shape;50182;p53"/>
            <p:cNvSpPr/>
            <p:nvPr/>
          </p:nvSpPr>
          <p:spPr>
            <a:xfrm>
              <a:off x="11712647" y="-2176041"/>
              <a:ext cx="212961" cy="169278"/>
            </a:xfrm>
            <a:custGeom>
              <a:avLst/>
              <a:gdLst/>
              <a:ahLst/>
              <a:cxnLst/>
              <a:rect l="l" t="t" r="r" b="b"/>
              <a:pathLst>
                <a:path w="3125" h="2484" extrusionOk="0">
                  <a:moveTo>
                    <a:pt x="3080" y="1"/>
                  </a:moveTo>
                  <a:cubicBezTo>
                    <a:pt x="3072" y="1"/>
                    <a:pt x="3064" y="4"/>
                    <a:pt x="3058" y="9"/>
                  </a:cubicBezTo>
                  <a:cubicBezTo>
                    <a:pt x="2464" y="724"/>
                    <a:pt x="903" y="1802"/>
                    <a:pt x="155" y="2318"/>
                  </a:cubicBezTo>
                  <a:lnTo>
                    <a:pt x="23" y="2417"/>
                  </a:lnTo>
                  <a:cubicBezTo>
                    <a:pt x="1" y="2428"/>
                    <a:pt x="1" y="2450"/>
                    <a:pt x="12" y="2461"/>
                  </a:cubicBezTo>
                  <a:cubicBezTo>
                    <a:pt x="12" y="2472"/>
                    <a:pt x="23" y="2483"/>
                    <a:pt x="34" y="2483"/>
                  </a:cubicBezTo>
                  <a:lnTo>
                    <a:pt x="45" y="2483"/>
                  </a:lnTo>
                  <a:cubicBezTo>
                    <a:pt x="45" y="2483"/>
                    <a:pt x="56" y="2472"/>
                    <a:pt x="56" y="2472"/>
                  </a:cubicBezTo>
                  <a:lnTo>
                    <a:pt x="199" y="2384"/>
                  </a:lnTo>
                  <a:cubicBezTo>
                    <a:pt x="947" y="1857"/>
                    <a:pt x="2519" y="779"/>
                    <a:pt x="3113" y="64"/>
                  </a:cubicBezTo>
                  <a:cubicBezTo>
                    <a:pt x="3124" y="42"/>
                    <a:pt x="3124" y="20"/>
                    <a:pt x="3102" y="9"/>
                  </a:cubicBezTo>
                  <a:cubicBezTo>
                    <a:pt x="3097" y="4"/>
                    <a:pt x="3088" y="1"/>
                    <a:pt x="30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3" name="Google Shape;50183;p53"/>
            <p:cNvSpPr/>
            <p:nvPr/>
          </p:nvSpPr>
          <p:spPr>
            <a:xfrm>
              <a:off x="11930787" y="-2405562"/>
              <a:ext cx="65217" cy="220457"/>
            </a:xfrm>
            <a:custGeom>
              <a:avLst/>
              <a:gdLst/>
              <a:ahLst/>
              <a:cxnLst/>
              <a:rect l="l" t="t" r="r" b="b"/>
              <a:pathLst>
                <a:path w="957" h="3235" extrusionOk="0">
                  <a:moveTo>
                    <a:pt x="880" y="1"/>
                  </a:moveTo>
                  <a:cubicBezTo>
                    <a:pt x="858" y="12"/>
                    <a:pt x="847" y="23"/>
                    <a:pt x="847" y="45"/>
                  </a:cubicBezTo>
                  <a:cubicBezTo>
                    <a:pt x="880" y="1255"/>
                    <a:pt x="583" y="2365"/>
                    <a:pt x="11" y="3168"/>
                  </a:cubicBezTo>
                  <a:cubicBezTo>
                    <a:pt x="0" y="3190"/>
                    <a:pt x="0" y="3212"/>
                    <a:pt x="22" y="3223"/>
                  </a:cubicBezTo>
                  <a:cubicBezTo>
                    <a:pt x="22" y="3223"/>
                    <a:pt x="33" y="3234"/>
                    <a:pt x="44" y="3234"/>
                  </a:cubicBezTo>
                  <a:cubicBezTo>
                    <a:pt x="55" y="3234"/>
                    <a:pt x="66" y="3223"/>
                    <a:pt x="66" y="3212"/>
                  </a:cubicBezTo>
                  <a:cubicBezTo>
                    <a:pt x="660" y="2398"/>
                    <a:pt x="957" y="1266"/>
                    <a:pt x="924" y="45"/>
                  </a:cubicBezTo>
                  <a:cubicBezTo>
                    <a:pt x="924" y="23"/>
                    <a:pt x="902" y="1"/>
                    <a:pt x="88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4" name="Google Shape;50184;p53"/>
            <p:cNvSpPr/>
            <p:nvPr/>
          </p:nvSpPr>
          <p:spPr>
            <a:xfrm>
              <a:off x="11759123" y="-2468802"/>
              <a:ext cx="50293" cy="150265"/>
            </a:xfrm>
            <a:custGeom>
              <a:avLst/>
              <a:gdLst/>
              <a:ahLst/>
              <a:cxnLst/>
              <a:rect l="l" t="t" r="r" b="b"/>
              <a:pathLst>
                <a:path w="738" h="2205" extrusionOk="0">
                  <a:moveTo>
                    <a:pt x="704" y="1"/>
                  </a:moveTo>
                  <a:cubicBezTo>
                    <a:pt x="693" y="1"/>
                    <a:pt x="679" y="8"/>
                    <a:pt x="672" y="16"/>
                  </a:cubicBezTo>
                  <a:cubicBezTo>
                    <a:pt x="397" y="379"/>
                    <a:pt x="265" y="819"/>
                    <a:pt x="199" y="1116"/>
                  </a:cubicBezTo>
                  <a:cubicBezTo>
                    <a:pt x="166" y="1270"/>
                    <a:pt x="144" y="1402"/>
                    <a:pt x="111" y="1567"/>
                  </a:cubicBezTo>
                  <a:cubicBezTo>
                    <a:pt x="89" y="1732"/>
                    <a:pt x="56" y="1919"/>
                    <a:pt x="1" y="2161"/>
                  </a:cubicBezTo>
                  <a:cubicBezTo>
                    <a:pt x="1" y="2183"/>
                    <a:pt x="12" y="2194"/>
                    <a:pt x="34" y="2205"/>
                  </a:cubicBezTo>
                  <a:lnTo>
                    <a:pt x="34" y="2194"/>
                  </a:lnTo>
                  <a:cubicBezTo>
                    <a:pt x="56" y="2194"/>
                    <a:pt x="67" y="2183"/>
                    <a:pt x="78" y="2172"/>
                  </a:cubicBezTo>
                  <a:cubicBezTo>
                    <a:pt x="122" y="1930"/>
                    <a:pt x="155" y="1743"/>
                    <a:pt x="177" y="1578"/>
                  </a:cubicBezTo>
                  <a:cubicBezTo>
                    <a:pt x="210" y="1413"/>
                    <a:pt x="232" y="1281"/>
                    <a:pt x="265" y="1127"/>
                  </a:cubicBezTo>
                  <a:cubicBezTo>
                    <a:pt x="331" y="830"/>
                    <a:pt x="463" y="412"/>
                    <a:pt x="727" y="60"/>
                  </a:cubicBezTo>
                  <a:cubicBezTo>
                    <a:pt x="738" y="49"/>
                    <a:pt x="738" y="16"/>
                    <a:pt x="716" y="5"/>
                  </a:cubicBezTo>
                  <a:cubicBezTo>
                    <a:pt x="712" y="2"/>
                    <a:pt x="708" y="1"/>
                    <a:pt x="70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5" name="Google Shape;50185;p53"/>
            <p:cNvSpPr/>
            <p:nvPr/>
          </p:nvSpPr>
          <p:spPr>
            <a:xfrm>
              <a:off x="11829588" y="-2511258"/>
              <a:ext cx="159670" cy="86275"/>
            </a:xfrm>
            <a:custGeom>
              <a:avLst/>
              <a:gdLst/>
              <a:ahLst/>
              <a:cxnLst/>
              <a:rect l="l" t="t" r="r" b="b"/>
              <a:pathLst>
                <a:path w="2343" h="1266" extrusionOk="0">
                  <a:moveTo>
                    <a:pt x="818" y="0"/>
                  </a:moveTo>
                  <a:cubicBezTo>
                    <a:pt x="530" y="0"/>
                    <a:pt x="261" y="88"/>
                    <a:pt x="23" y="254"/>
                  </a:cubicBezTo>
                  <a:cubicBezTo>
                    <a:pt x="1" y="265"/>
                    <a:pt x="1" y="287"/>
                    <a:pt x="12" y="309"/>
                  </a:cubicBezTo>
                  <a:cubicBezTo>
                    <a:pt x="17" y="315"/>
                    <a:pt x="25" y="317"/>
                    <a:pt x="35" y="317"/>
                  </a:cubicBezTo>
                  <a:cubicBezTo>
                    <a:pt x="44" y="317"/>
                    <a:pt x="55" y="315"/>
                    <a:pt x="66" y="309"/>
                  </a:cubicBezTo>
                  <a:cubicBezTo>
                    <a:pt x="297" y="144"/>
                    <a:pt x="572" y="67"/>
                    <a:pt x="869" y="67"/>
                  </a:cubicBezTo>
                  <a:cubicBezTo>
                    <a:pt x="2035" y="89"/>
                    <a:pt x="2255" y="1189"/>
                    <a:pt x="2266" y="1233"/>
                  </a:cubicBezTo>
                  <a:cubicBezTo>
                    <a:pt x="2277" y="1244"/>
                    <a:pt x="2288" y="1266"/>
                    <a:pt x="2310" y="1266"/>
                  </a:cubicBezTo>
                  <a:lnTo>
                    <a:pt x="2310" y="1255"/>
                  </a:lnTo>
                  <a:cubicBezTo>
                    <a:pt x="2332" y="1255"/>
                    <a:pt x="2343" y="1233"/>
                    <a:pt x="2343" y="1222"/>
                  </a:cubicBezTo>
                  <a:cubicBezTo>
                    <a:pt x="2343" y="1200"/>
                    <a:pt x="2090" y="12"/>
                    <a:pt x="869" y="1"/>
                  </a:cubicBezTo>
                  <a:cubicBezTo>
                    <a:pt x="852" y="1"/>
                    <a:pt x="835" y="0"/>
                    <a:pt x="81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6" name="Google Shape;50186;p53"/>
            <p:cNvSpPr/>
            <p:nvPr/>
          </p:nvSpPr>
          <p:spPr>
            <a:xfrm>
              <a:off x="11791357" y="-2493404"/>
              <a:ext cx="189654" cy="344213"/>
            </a:xfrm>
            <a:custGeom>
              <a:avLst/>
              <a:gdLst/>
              <a:ahLst/>
              <a:cxnLst/>
              <a:rect l="l" t="t" r="r" b="b"/>
              <a:pathLst>
                <a:path w="2783" h="5051" extrusionOk="0">
                  <a:moveTo>
                    <a:pt x="1387" y="0"/>
                  </a:moveTo>
                  <a:cubicBezTo>
                    <a:pt x="324" y="0"/>
                    <a:pt x="1" y="1367"/>
                    <a:pt x="1" y="1378"/>
                  </a:cubicBezTo>
                  <a:cubicBezTo>
                    <a:pt x="1" y="1400"/>
                    <a:pt x="12" y="1422"/>
                    <a:pt x="34" y="1422"/>
                  </a:cubicBezTo>
                  <a:cubicBezTo>
                    <a:pt x="38" y="1424"/>
                    <a:pt x="42" y="1425"/>
                    <a:pt x="45" y="1425"/>
                  </a:cubicBezTo>
                  <a:cubicBezTo>
                    <a:pt x="60" y="1425"/>
                    <a:pt x="69" y="1409"/>
                    <a:pt x="78" y="1400"/>
                  </a:cubicBezTo>
                  <a:cubicBezTo>
                    <a:pt x="78" y="1378"/>
                    <a:pt x="382" y="67"/>
                    <a:pt x="1400" y="67"/>
                  </a:cubicBezTo>
                  <a:cubicBezTo>
                    <a:pt x="1424" y="67"/>
                    <a:pt x="1449" y="68"/>
                    <a:pt x="1474" y="69"/>
                  </a:cubicBezTo>
                  <a:cubicBezTo>
                    <a:pt x="2607" y="146"/>
                    <a:pt x="2706" y="1367"/>
                    <a:pt x="2662" y="2093"/>
                  </a:cubicBezTo>
                  <a:cubicBezTo>
                    <a:pt x="2618" y="2928"/>
                    <a:pt x="2244" y="4127"/>
                    <a:pt x="1353" y="4985"/>
                  </a:cubicBezTo>
                  <a:cubicBezTo>
                    <a:pt x="1331" y="5007"/>
                    <a:pt x="1331" y="5029"/>
                    <a:pt x="1353" y="5040"/>
                  </a:cubicBezTo>
                  <a:cubicBezTo>
                    <a:pt x="1353" y="5051"/>
                    <a:pt x="1364" y="5051"/>
                    <a:pt x="1375" y="5051"/>
                  </a:cubicBezTo>
                  <a:cubicBezTo>
                    <a:pt x="1386" y="5051"/>
                    <a:pt x="1397" y="5051"/>
                    <a:pt x="1397" y="5040"/>
                  </a:cubicBezTo>
                  <a:cubicBezTo>
                    <a:pt x="2310" y="4171"/>
                    <a:pt x="2684" y="2950"/>
                    <a:pt x="2739" y="2104"/>
                  </a:cubicBezTo>
                  <a:cubicBezTo>
                    <a:pt x="2783" y="1345"/>
                    <a:pt x="2673" y="80"/>
                    <a:pt x="1474" y="3"/>
                  </a:cubicBezTo>
                  <a:cubicBezTo>
                    <a:pt x="1445" y="1"/>
                    <a:pt x="1416" y="0"/>
                    <a:pt x="138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7" name="Google Shape;50187;p53"/>
            <p:cNvSpPr/>
            <p:nvPr/>
          </p:nvSpPr>
          <p:spPr>
            <a:xfrm>
              <a:off x="11801102" y="-2243371"/>
              <a:ext cx="54041" cy="85934"/>
            </a:xfrm>
            <a:custGeom>
              <a:avLst/>
              <a:gdLst/>
              <a:ahLst/>
              <a:cxnLst/>
              <a:rect l="l" t="t" r="r" b="b"/>
              <a:pathLst>
                <a:path w="793" h="1261" extrusionOk="0">
                  <a:moveTo>
                    <a:pt x="753" y="0"/>
                  </a:moveTo>
                  <a:cubicBezTo>
                    <a:pt x="743" y="0"/>
                    <a:pt x="733" y="5"/>
                    <a:pt x="726" y="18"/>
                  </a:cubicBezTo>
                  <a:lnTo>
                    <a:pt x="704" y="51"/>
                  </a:lnTo>
                  <a:cubicBezTo>
                    <a:pt x="495" y="458"/>
                    <a:pt x="287" y="843"/>
                    <a:pt x="12" y="1206"/>
                  </a:cubicBezTo>
                  <a:cubicBezTo>
                    <a:pt x="1" y="1217"/>
                    <a:pt x="1" y="1239"/>
                    <a:pt x="12" y="1250"/>
                  </a:cubicBezTo>
                  <a:cubicBezTo>
                    <a:pt x="21" y="1259"/>
                    <a:pt x="30" y="1261"/>
                    <a:pt x="39" y="1261"/>
                  </a:cubicBezTo>
                  <a:lnTo>
                    <a:pt x="39" y="1261"/>
                  </a:lnTo>
                  <a:cubicBezTo>
                    <a:pt x="48" y="1261"/>
                    <a:pt x="57" y="1259"/>
                    <a:pt x="67" y="1250"/>
                  </a:cubicBezTo>
                  <a:cubicBezTo>
                    <a:pt x="353" y="887"/>
                    <a:pt x="550" y="491"/>
                    <a:pt x="770" y="84"/>
                  </a:cubicBezTo>
                  <a:lnTo>
                    <a:pt x="792" y="51"/>
                  </a:lnTo>
                  <a:cubicBezTo>
                    <a:pt x="792" y="40"/>
                    <a:pt x="792" y="7"/>
                    <a:pt x="770" y="7"/>
                  </a:cubicBezTo>
                  <a:cubicBezTo>
                    <a:pt x="766" y="3"/>
                    <a:pt x="759" y="0"/>
                    <a:pt x="753" y="0"/>
                  </a:cubicBezTo>
                  <a:close/>
                  <a:moveTo>
                    <a:pt x="39" y="1261"/>
                  </a:moveTo>
                  <a:lnTo>
                    <a:pt x="39" y="1261"/>
                  </a:lnTo>
                  <a:cubicBezTo>
                    <a:pt x="37" y="1261"/>
                    <a:pt x="35" y="1261"/>
                    <a:pt x="34" y="1261"/>
                  </a:cubicBezTo>
                  <a:lnTo>
                    <a:pt x="45" y="1261"/>
                  </a:lnTo>
                  <a:cubicBezTo>
                    <a:pt x="43" y="1261"/>
                    <a:pt x="41" y="1261"/>
                    <a:pt x="39" y="126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8" name="Google Shape;50188;p53"/>
            <p:cNvSpPr/>
            <p:nvPr/>
          </p:nvSpPr>
          <p:spPr>
            <a:xfrm>
              <a:off x="11855825" y="-2297616"/>
              <a:ext cx="21807" cy="45045"/>
            </a:xfrm>
            <a:custGeom>
              <a:avLst/>
              <a:gdLst/>
              <a:ahLst/>
              <a:cxnLst/>
              <a:rect l="l" t="t" r="r" b="b"/>
              <a:pathLst>
                <a:path w="320" h="661" extrusionOk="0">
                  <a:moveTo>
                    <a:pt x="286" y="0"/>
                  </a:moveTo>
                  <a:cubicBezTo>
                    <a:pt x="264" y="0"/>
                    <a:pt x="242" y="11"/>
                    <a:pt x="242" y="22"/>
                  </a:cubicBezTo>
                  <a:cubicBezTo>
                    <a:pt x="176" y="220"/>
                    <a:pt x="99" y="418"/>
                    <a:pt x="11" y="616"/>
                  </a:cubicBezTo>
                  <a:cubicBezTo>
                    <a:pt x="0" y="627"/>
                    <a:pt x="11" y="649"/>
                    <a:pt x="33" y="660"/>
                  </a:cubicBezTo>
                  <a:lnTo>
                    <a:pt x="44" y="660"/>
                  </a:lnTo>
                  <a:cubicBezTo>
                    <a:pt x="55" y="660"/>
                    <a:pt x="66" y="660"/>
                    <a:pt x="77" y="638"/>
                  </a:cubicBezTo>
                  <a:cubicBezTo>
                    <a:pt x="165" y="451"/>
                    <a:pt x="242" y="253"/>
                    <a:pt x="308" y="44"/>
                  </a:cubicBezTo>
                  <a:cubicBezTo>
                    <a:pt x="319" y="33"/>
                    <a:pt x="308" y="11"/>
                    <a:pt x="286"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9" name="Google Shape;50189;p53"/>
            <p:cNvSpPr/>
            <p:nvPr/>
          </p:nvSpPr>
          <p:spPr>
            <a:xfrm>
              <a:off x="11751627" y="-2386071"/>
              <a:ext cx="42047" cy="141747"/>
            </a:xfrm>
            <a:custGeom>
              <a:avLst/>
              <a:gdLst/>
              <a:ahLst/>
              <a:cxnLst/>
              <a:rect l="l" t="t" r="r" b="b"/>
              <a:pathLst>
                <a:path w="617" h="2080" extrusionOk="0">
                  <a:moveTo>
                    <a:pt x="584" y="1"/>
                  </a:moveTo>
                  <a:cubicBezTo>
                    <a:pt x="573" y="1"/>
                    <a:pt x="551" y="12"/>
                    <a:pt x="551" y="34"/>
                  </a:cubicBezTo>
                  <a:lnTo>
                    <a:pt x="518" y="221"/>
                  </a:lnTo>
                  <a:cubicBezTo>
                    <a:pt x="397" y="892"/>
                    <a:pt x="276" y="1661"/>
                    <a:pt x="12" y="2024"/>
                  </a:cubicBezTo>
                  <a:cubicBezTo>
                    <a:pt x="1" y="2035"/>
                    <a:pt x="1" y="2057"/>
                    <a:pt x="23" y="2068"/>
                  </a:cubicBezTo>
                  <a:cubicBezTo>
                    <a:pt x="23" y="2079"/>
                    <a:pt x="34" y="2079"/>
                    <a:pt x="45" y="2079"/>
                  </a:cubicBezTo>
                  <a:cubicBezTo>
                    <a:pt x="56" y="2079"/>
                    <a:pt x="67" y="2068"/>
                    <a:pt x="78" y="2057"/>
                  </a:cubicBezTo>
                  <a:cubicBezTo>
                    <a:pt x="342" y="1683"/>
                    <a:pt x="474" y="914"/>
                    <a:pt x="584" y="243"/>
                  </a:cubicBezTo>
                  <a:lnTo>
                    <a:pt x="617" y="45"/>
                  </a:lnTo>
                  <a:cubicBezTo>
                    <a:pt x="617" y="23"/>
                    <a:pt x="606" y="1"/>
                    <a:pt x="584"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0" name="Google Shape;50190;p53"/>
            <p:cNvSpPr/>
            <p:nvPr/>
          </p:nvSpPr>
          <p:spPr>
            <a:xfrm>
              <a:off x="11748629" y="-2473709"/>
              <a:ext cx="221888" cy="257121"/>
            </a:xfrm>
            <a:custGeom>
              <a:avLst/>
              <a:gdLst/>
              <a:ahLst/>
              <a:cxnLst/>
              <a:rect l="l" t="t" r="r" b="b"/>
              <a:pathLst>
                <a:path w="3256" h="3773" extrusionOk="0">
                  <a:moveTo>
                    <a:pt x="2002" y="0"/>
                  </a:moveTo>
                  <a:cubicBezTo>
                    <a:pt x="1375" y="0"/>
                    <a:pt x="936" y="550"/>
                    <a:pt x="760" y="1551"/>
                  </a:cubicBezTo>
                  <a:cubicBezTo>
                    <a:pt x="584" y="2497"/>
                    <a:pt x="419" y="3310"/>
                    <a:pt x="12" y="3706"/>
                  </a:cubicBezTo>
                  <a:cubicBezTo>
                    <a:pt x="1" y="3728"/>
                    <a:pt x="1" y="3750"/>
                    <a:pt x="12" y="3761"/>
                  </a:cubicBezTo>
                  <a:cubicBezTo>
                    <a:pt x="23" y="3772"/>
                    <a:pt x="34" y="3772"/>
                    <a:pt x="45" y="3772"/>
                  </a:cubicBezTo>
                  <a:cubicBezTo>
                    <a:pt x="45" y="3772"/>
                    <a:pt x="56" y="3761"/>
                    <a:pt x="67" y="3761"/>
                  </a:cubicBezTo>
                  <a:cubicBezTo>
                    <a:pt x="485" y="3343"/>
                    <a:pt x="661" y="2519"/>
                    <a:pt x="826" y="1573"/>
                  </a:cubicBezTo>
                  <a:cubicBezTo>
                    <a:pt x="947" y="891"/>
                    <a:pt x="1254" y="77"/>
                    <a:pt x="2002" y="77"/>
                  </a:cubicBezTo>
                  <a:cubicBezTo>
                    <a:pt x="2332" y="77"/>
                    <a:pt x="2607" y="220"/>
                    <a:pt x="2794" y="484"/>
                  </a:cubicBezTo>
                  <a:cubicBezTo>
                    <a:pt x="3179" y="1045"/>
                    <a:pt x="3157" y="2090"/>
                    <a:pt x="2728" y="3211"/>
                  </a:cubicBezTo>
                  <a:cubicBezTo>
                    <a:pt x="2728" y="3222"/>
                    <a:pt x="2739" y="3244"/>
                    <a:pt x="2750" y="3255"/>
                  </a:cubicBezTo>
                  <a:cubicBezTo>
                    <a:pt x="2756" y="3258"/>
                    <a:pt x="2762" y="3260"/>
                    <a:pt x="2768" y="3260"/>
                  </a:cubicBezTo>
                  <a:cubicBezTo>
                    <a:pt x="2783" y="3260"/>
                    <a:pt x="2797" y="3249"/>
                    <a:pt x="2805" y="3233"/>
                  </a:cubicBezTo>
                  <a:cubicBezTo>
                    <a:pt x="3234" y="2090"/>
                    <a:pt x="3256" y="1023"/>
                    <a:pt x="2860" y="440"/>
                  </a:cubicBezTo>
                  <a:cubicBezTo>
                    <a:pt x="2662" y="154"/>
                    <a:pt x="2365" y="0"/>
                    <a:pt x="2002"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1" name="Google Shape;50191;p53"/>
            <p:cNvSpPr/>
            <p:nvPr/>
          </p:nvSpPr>
          <p:spPr>
            <a:xfrm>
              <a:off x="11741133" y="-2454014"/>
              <a:ext cx="214460" cy="319067"/>
            </a:xfrm>
            <a:custGeom>
              <a:avLst/>
              <a:gdLst/>
              <a:ahLst/>
              <a:cxnLst/>
              <a:rect l="l" t="t" r="r" b="b"/>
              <a:pathLst>
                <a:path w="3147" h="4682" extrusionOk="0">
                  <a:moveTo>
                    <a:pt x="2131" y="0"/>
                  </a:moveTo>
                  <a:cubicBezTo>
                    <a:pt x="2071" y="0"/>
                    <a:pt x="2010" y="7"/>
                    <a:pt x="1947" y="19"/>
                  </a:cubicBezTo>
                  <a:cubicBezTo>
                    <a:pt x="1266" y="173"/>
                    <a:pt x="1090" y="1108"/>
                    <a:pt x="936" y="1933"/>
                  </a:cubicBezTo>
                  <a:cubicBezTo>
                    <a:pt x="903" y="2131"/>
                    <a:pt x="870" y="2317"/>
                    <a:pt x="826" y="2493"/>
                  </a:cubicBezTo>
                  <a:cubicBezTo>
                    <a:pt x="606" y="3450"/>
                    <a:pt x="23" y="3923"/>
                    <a:pt x="12" y="3923"/>
                  </a:cubicBezTo>
                  <a:cubicBezTo>
                    <a:pt x="1" y="3934"/>
                    <a:pt x="1" y="3956"/>
                    <a:pt x="12" y="3978"/>
                  </a:cubicBezTo>
                  <a:cubicBezTo>
                    <a:pt x="17" y="3984"/>
                    <a:pt x="26" y="3986"/>
                    <a:pt x="35" y="3986"/>
                  </a:cubicBezTo>
                  <a:cubicBezTo>
                    <a:pt x="45" y="3986"/>
                    <a:pt x="56" y="3984"/>
                    <a:pt x="67" y="3978"/>
                  </a:cubicBezTo>
                  <a:cubicBezTo>
                    <a:pt x="89" y="3956"/>
                    <a:pt x="672" y="3494"/>
                    <a:pt x="903" y="2504"/>
                  </a:cubicBezTo>
                  <a:cubicBezTo>
                    <a:pt x="936" y="2328"/>
                    <a:pt x="969" y="2142"/>
                    <a:pt x="1013" y="1944"/>
                  </a:cubicBezTo>
                  <a:cubicBezTo>
                    <a:pt x="1156" y="1141"/>
                    <a:pt x="1332" y="239"/>
                    <a:pt x="1958" y="96"/>
                  </a:cubicBezTo>
                  <a:cubicBezTo>
                    <a:pt x="2021" y="82"/>
                    <a:pt x="2082" y="76"/>
                    <a:pt x="2141" y="76"/>
                  </a:cubicBezTo>
                  <a:cubicBezTo>
                    <a:pt x="2321" y="76"/>
                    <a:pt x="2483" y="140"/>
                    <a:pt x="2607" y="272"/>
                  </a:cubicBezTo>
                  <a:cubicBezTo>
                    <a:pt x="2959" y="613"/>
                    <a:pt x="3058" y="1361"/>
                    <a:pt x="2882" y="2186"/>
                  </a:cubicBezTo>
                  <a:cubicBezTo>
                    <a:pt x="2563" y="3593"/>
                    <a:pt x="1277" y="4605"/>
                    <a:pt x="1266" y="4616"/>
                  </a:cubicBezTo>
                  <a:cubicBezTo>
                    <a:pt x="1244" y="4627"/>
                    <a:pt x="1244" y="4649"/>
                    <a:pt x="1255" y="4671"/>
                  </a:cubicBezTo>
                  <a:cubicBezTo>
                    <a:pt x="1266" y="4671"/>
                    <a:pt x="1277" y="4682"/>
                    <a:pt x="1288" y="4682"/>
                  </a:cubicBezTo>
                  <a:cubicBezTo>
                    <a:pt x="1299" y="4682"/>
                    <a:pt x="1299" y="4682"/>
                    <a:pt x="1310" y="4671"/>
                  </a:cubicBezTo>
                  <a:cubicBezTo>
                    <a:pt x="1321" y="4660"/>
                    <a:pt x="2629" y="3637"/>
                    <a:pt x="2948" y="2208"/>
                  </a:cubicBezTo>
                  <a:cubicBezTo>
                    <a:pt x="3146" y="1350"/>
                    <a:pt x="3036" y="580"/>
                    <a:pt x="2662" y="217"/>
                  </a:cubicBezTo>
                  <a:cubicBezTo>
                    <a:pt x="2518" y="73"/>
                    <a:pt x="2334" y="0"/>
                    <a:pt x="2131"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2" name="Google Shape;50192;p53"/>
            <p:cNvSpPr/>
            <p:nvPr/>
          </p:nvSpPr>
          <p:spPr>
            <a:xfrm>
              <a:off x="11735136" y="-2437182"/>
              <a:ext cx="190472" cy="287991"/>
            </a:xfrm>
            <a:custGeom>
              <a:avLst/>
              <a:gdLst/>
              <a:ahLst/>
              <a:cxnLst/>
              <a:rect l="l" t="t" r="r" b="b"/>
              <a:pathLst>
                <a:path w="2795" h="4226" extrusionOk="0">
                  <a:moveTo>
                    <a:pt x="2272" y="1"/>
                  </a:moveTo>
                  <a:cubicBezTo>
                    <a:pt x="2256" y="1"/>
                    <a:pt x="2239" y="2"/>
                    <a:pt x="2222" y="3"/>
                  </a:cubicBezTo>
                  <a:cubicBezTo>
                    <a:pt x="1584" y="69"/>
                    <a:pt x="1430" y="718"/>
                    <a:pt x="1145" y="2016"/>
                  </a:cubicBezTo>
                  <a:lnTo>
                    <a:pt x="1134" y="2081"/>
                  </a:lnTo>
                  <a:cubicBezTo>
                    <a:pt x="837" y="3423"/>
                    <a:pt x="298" y="3907"/>
                    <a:pt x="45" y="4149"/>
                  </a:cubicBezTo>
                  <a:lnTo>
                    <a:pt x="23" y="4160"/>
                  </a:lnTo>
                  <a:cubicBezTo>
                    <a:pt x="12" y="4171"/>
                    <a:pt x="1" y="4204"/>
                    <a:pt x="23" y="4215"/>
                  </a:cubicBezTo>
                  <a:cubicBezTo>
                    <a:pt x="23" y="4226"/>
                    <a:pt x="34" y="4226"/>
                    <a:pt x="45" y="4226"/>
                  </a:cubicBezTo>
                  <a:cubicBezTo>
                    <a:pt x="56" y="4226"/>
                    <a:pt x="67" y="4226"/>
                    <a:pt x="67" y="4215"/>
                  </a:cubicBezTo>
                  <a:lnTo>
                    <a:pt x="89" y="4204"/>
                  </a:lnTo>
                  <a:cubicBezTo>
                    <a:pt x="353" y="3962"/>
                    <a:pt x="903" y="3467"/>
                    <a:pt x="1211" y="2103"/>
                  </a:cubicBezTo>
                  <a:lnTo>
                    <a:pt x="1222" y="2037"/>
                  </a:lnTo>
                  <a:cubicBezTo>
                    <a:pt x="1496" y="773"/>
                    <a:pt x="1639" y="135"/>
                    <a:pt x="2222" y="80"/>
                  </a:cubicBezTo>
                  <a:cubicBezTo>
                    <a:pt x="2240" y="78"/>
                    <a:pt x="2257" y="77"/>
                    <a:pt x="2275" y="77"/>
                  </a:cubicBezTo>
                  <a:cubicBezTo>
                    <a:pt x="2472" y="77"/>
                    <a:pt x="2637" y="189"/>
                    <a:pt x="2728" y="300"/>
                  </a:cubicBezTo>
                  <a:cubicBezTo>
                    <a:pt x="2734" y="305"/>
                    <a:pt x="2742" y="308"/>
                    <a:pt x="2752" y="308"/>
                  </a:cubicBezTo>
                  <a:cubicBezTo>
                    <a:pt x="2761" y="308"/>
                    <a:pt x="2772" y="305"/>
                    <a:pt x="2783" y="300"/>
                  </a:cubicBezTo>
                  <a:cubicBezTo>
                    <a:pt x="2794" y="289"/>
                    <a:pt x="2794" y="267"/>
                    <a:pt x="2783" y="245"/>
                  </a:cubicBezTo>
                  <a:cubicBezTo>
                    <a:pt x="2681" y="132"/>
                    <a:pt x="2493" y="1"/>
                    <a:pt x="227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3" name="Google Shape;50193;p53"/>
            <p:cNvSpPr/>
            <p:nvPr/>
          </p:nvSpPr>
          <p:spPr>
            <a:xfrm>
              <a:off x="11834086" y="-2415647"/>
              <a:ext cx="101267" cy="36391"/>
            </a:xfrm>
            <a:custGeom>
              <a:avLst/>
              <a:gdLst/>
              <a:ahLst/>
              <a:cxnLst/>
              <a:rect l="l" t="t" r="r" b="b"/>
              <a:pathLst>
                <a:path w="1486" h="534" extrusionOk="0">
                  <a:moveTo>
                    <a:pt x="838" y="0"/>
                  </a:moveTo>
                  <a:cubicBezTo>
                    <a:pt x="804" y="0"/>
                    <a:pt x="771" y="2"/>
                    <a:pt x="737" y="6"/>
                  </a:cubicBezTo>
                  <a:cubicBezTo>
                    <a:pt x="429" y="28"/>
                    <a:pt x="154" y="204"/>
                    <a:pt x="11" y="479"/>
                  </a:cubicBezTo>
                  <a:cubicBezTo>
                    <a:pt x="0" y="490"/>
                    <a:pt x="0" y="512"/>
                    <a:pt x="22" y="523"/>
                  </a:cubicBezTo>
                  <a:cubicBezTo>
                    <a:pt x="22" y="534"/>
                    <a:pt x="33" y="534"/>
                    <a:pt x="33" y="534"/>
                  </a:cubicBezTo>
                  <a:cubicBezTo>
                    <a:pt x="44" y="534"/>
                    <a:pt x="66" y="523"/>
                    <a:pt x="66" y="512"/>
                  </a:cubicBezTo>
                  <a:cubicBezTo>
                    <a:pt x="209" y="270"/>
                    <a:pt x="462" y="105"/>
                    <a:pt x="748" y="72"/>
                  </a:cubicBezTo>
                  <a:cubicBezTo>
                    <a:pt x="772" y="70"/>
                    <a:pt x="797" y="69"/>
                    <a:pt x="820" y="69"/>
                  </a:cubicBezTo>
                  <a:cubicBezTo>
                    <a:pt x="1056" y="69"/>
                    <a:pt x="1269" y="167"/>
                    <a:pt x="1419" y="347"/>
                  </a:cubicBezTo>
                  <a:cubicBezTo>
                    <a:pt x="1425" y="352"/>
                    <a:pt x="1433" y="355"/>
                    <a:pt x="1442" y="355"/>
                  </a:cubicBezTo>
                  <a:cubicBezTo>
                    <a:pt x="1452" y="355"/>
                    <a:pt x="1463" y="352"/>
                    <a:pt x="1474" y="347"/>
                  </a:cubicBezTo>
                  <a:cubicBezTo>
                    <a:pt x="1485" y="336"/>
                    <a:pt x="1485" y="314"/>
                    <a:pt x="1474" y="292"/>
                  </a:cubicBezTo>
                  <a:cubicBezTo>
                    <a:pt x="1319" y="107"/>
                    <a:pt x="1086" y="0"/>
                    <a:pt x="83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4" name="Google Shape;50194;p53"/>
            <p:cNvSpPr/>
            <p:nvPr/>
          </p:nvSpPr>
          <p:spPr>
            <a:xfrm>
              <a:off x="11822841" y="-2396566"/>
              <a:ext cx="114011" cy="57039"/>
            </a:xfrm>
            <a:custGeom>
              <a:avLst/>
              <a:gdLst/>
              <a:ahLst/>
              <a:cxnLst/>
              <a:rect l="l" t="t" r="r" b="b"/>
              <a:pathLst>
                <a:path w="1673" h="837" extrusionOk="0">
                  <a:moveTo>
                    <a:pt x="944" y="0"/>
                  </a:moveTo>
                  <a:cubicBezTo>
                    <a:pt x="934" y="0"/>
                    <a:pt x="924" y="1"/>
                    <a:pt x="913" y="1"/>
                  </a:cubicBezTo>
                  <a:cubicBezTo>
                    <a:pt x="594" y="23"/>
                    <a:pt x="187" y="243"/>
                    <a:pt x="1" y="793"/>
                  </a:cubicBezTo>
                  <a:cubicBezTo>
                    <a:pt x="1" y="815"/>
                    <a:pt x="12" y="837"/>
                    <a:pt x="34" y="837"/>
                  </a:cubicBezTo>
                  <a:lnTo>
                    <a:pt x="45" y="837"/>
                  </a:lnTo>
                  <a:cubicBezTo>
                    <a:pt x="56" y="837"/>
                    <a:pt x="67" y="826"/>
                    <a:pt x="78" y="815"/>
                  </a:cubicBezTo>
                  <a:cubicBezTo>
                    <a:pt x="242" y="298"/>
                    <a:pt x="627" y="89"/>
                    <a:pt x="924" y="78"/>
                  </a:cubicBezTo>
                  <a:cubicBezTo>
                    <a:pt x="942" y="77"/>
                    <a:pt x="960" y="76"/>
                    <a:pt x="977" y="76"/>
                  </a:cubicBezTo>
                  <a:cubicBezTo>
                    <a:pt x="1251" y="76"/>
                    <a:pt x="1481" y="237"/>
                    <a:pt x="1595" y="485"/>
                  </a:cubicBezTo>
                  <a:cubicBezTo>
                    <a:pt x="1603" y="493"/>
                    <a:pt x="1616" y="500"/>
                    <a:pt x="1627" y="500"/>
                  </a:cubicBezTo>
                  <a:cubicBezTo>
                    <a:pt x="1632" y="500"/>
                    <a:pt x="1636" y="499"/>
                    <a:pt x="1639" y="496"/>
                  </a:cubicBezTo>
                  <a:cubicBezTo>
                    <a:pt x="1661" y="496"/>
                    <a:pt x="1672" y="474"/>
                    <a:pt x="1661" y="452"/>
                  </a:cubicBezTo>
                  <a:cubicBezTo>
                    <a:pt x="1533" y="164"/>
                    <a:pt x="1261" y="0"/>
                    <a:pt x="944"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5" name="Google Shape;50195;p53"/>
            <p:cNvSpPr/>
            <p:nvPr/>
          </p:nvSpPr>
          <p:spPr>
            <a:xfrm>
              <a:off x="11808599" y="-2376326"/>
              <a:ext cx="123006" cy="153741"/>
            </a:xfrm>
            <a:custGeom>
              <a:avLst/>
              <a:gdLst/>
              <a:ahLst/>
              <a:cxnLst/>
              <a:rect l="l" t="t" r="r" b="b"/>
              <a:pathLst>
                <a:path w="1805" h="2256" extrusionOk="0">
                  <a:moveTo>
                    <a:pt x="1122" y="1"/>
                  </a:moveTo>
                  <a:cubicBezTo>
                    <a:pt x="374" y="12"/>
                    <a:pt x="23" y="1331"/>
                    <a:pt x="12" y="1386"/>
                  </a:cubicBezTo>
                  <a:cubicBezTo>
                    <a:pt x="1" y="1408"/>
                    <a:pt x="12" y="1419"/>
                    <a:pt x="34" y="1430"/>
                  </a:cubicBezTo>
                  <a:cubicBezTo>
                    <a:pt x="56" y="1430"/>
                    <a:pt x="78" y="1419"/>
                    <a:pt x="78" y="1408"/>
                  </a:cubicBezTo>
                  <a:cubicBezTo>
                    <a:pt x="89" y="1386"/>
                    <a:pt x="440" y="78"/>
                    <a:pt x="1122" y="78"/>
                  </a:cubicBezTo>
                  <a:cubicBezTo>
                    <a:pt x="1135" y="77"/>
                    <a:pt x="1147" y="77"/>
                    <a:pt x="1160" y="77"/>
                  </a:cubicBezTo>
                  <a:cubicBezTo>
                    <a:pt x="1317" y="77"/>
                    <a:pt x="1438" y="142"/>
                    <a:pt x="1540" y="265"/>
                  </a:cubicBezTo>
                  <a:cubicBezTo>
                    <a:pt x="1694" y="463"/>
                    <a:pt x="1738" y="804"/>
                    <a:pt x="1639" y="1188"/>
                  </a:cubicBezTo>
                  <a:cubicBezTo>
                    <a:pt x="1507" y="1749"/>
                    <a:pt x="1221" y="2189"/>
                    <a:pt x="1210" y="2200"/>
                  </a:cubicBezTo>
                  <a:cubicBezTo>
                    <a:pt x="1199" y="2211"/>
                    <a:pt x="1210" y="2233"/>
                    <a:pt x="1221" y="2244"/>
                  </a:cubicBezTo>
                  <a:cubicBezTo>
                    <a:pt x="1232" y="2255"/>
                    <a:pt x="1243" y="2255"/>
                    <a:pt x="1243" y="2255"/>
                  </a:cubicBezTo>
                  <a:cubicBezTo>
                    <a:pt x="1254" y="2255"/>
                    <a:pt x="1265" y="2244"/>
                    <a:pt x="1276" y="2233"/>
                  </a:cubicBezTo>
                  <a:cubicBezTo>
                    <a:pt x="1276" y="2233"/>
                    <a:pt x="1573" y="1771"/>
                    <a:pt x="1705" y="1210"/>
                  </a:cubicBezTo>
                  <a:cubicBezTo>
                    <a:pt x="1804" y="793"/>
                    <a:pt x="1771" y="430"/>
                    <a:pt x="1595" y="210"/>
                  </a:cubicBezTo>
                  <a:cubicBezTo>
                    <a:pt x="1474" y="67"/>
                    <a:pt x="1320" y="1"/>
                    <a:pt x="1122"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6" name="Google Shape;50196;p53"/>
            <p:cNvSpPr/>
            <p:nvPr/>
          </p:nvSpPr>
          <p:spPr>
            <a:xfrm>
              <a:off x="11726890" y="-2248141"/>
              <a:ext cx="209213" cy="204647"/>
            </a:xfrm>
            <a:custGeom>
              <a:avLst/>
              <a:gdLst/>
              <a:ahLst/>
              <a:cxnLst/>
              <a:rect l="l" t="t" r="r" b="b"/>
              <a:pathLst>
                <a:path w="3070" h="3003" extrusionOk="0">
                  <a:moveTo>
                    <a:pt x="3047" y="0"/>
                  </a:moveTo>
                  <a:cubicBezTo>
                    <a:pt x="3025" y="0"/>
                    <a:pt x="3003" y="11"/>
                    <a:pt x="2992" y="33"/>
                  </a:cubicBezTo>
                  <a:cubicBezTo>
                    <a:pt x="2992" y="33"/>
                    <a:pt x="2651" y="957"/>
                    <a:pt x="1738" y="1694"/>
                  </a:cubicBezTo>
                  <a:cubicBezTo>
                    <a:pt x="815" y="2442"/>
                    <a:pt x="34" y="2926"/>
                    <a:pt x="23" y="2926"/>
                  </a:cubicBezTo>
                  <a:cubicBezTo>
                    <a:pt x="1" y="2937"/>
                    <a:pt x="1" y="2959"/>
                    <a:pt x="12" y="2981"/>
                  </a:cubicBezTo>
                  <a:cubicBezTo>
                    <a:pt x="12" y="2992"/>
                    <a:pt x="23" y="3003"/>
                    <a:pt x="45" y="3003"/>
                  </a:cubicBezTo>
                  <a:lnTo>
                    <a:pt x="34" y="2992"/>
                  </a:lnTo>
                  <a:lnTo>
                    <a:pt x="56" y="2992"/>
                  </a:lnTo>
                  <a:cubicBezTo>
                    <a:pt x="67" y="2981"/>
                    <a:pt x="859" y="2497"/>
                    <a:pt x="1782" y="1749"/>
                  </a:cubicBezTo>
                  <a:cubicBezTo>
                    <a:pt x="2717" y="1001"/>
                    <a:pt x="3058" y="66"/>
                    <a:pt x="3069" y="55"/>
                  </a:cubicBezTo>
                  <a:cubicBezTo>
                    <a:pt x="3069" y="33"/>
                    <a:pt x="3058" y="11"/>
                    <a:pt x="3047"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7" name="Google Shape;50197;p53"/>
            <p:cNvSpPr/>
            <p:nvPr/>
          </p:nvSpPr>
          <p:spPr>
            <a:xfrm>
              <a:off x="11743381" y="-2129496"/>
              <a:ext cx="74281" cy="50770"/>
            </a:xfrm>
            <a:custGeom>
              <a:avLst/>
              <a:gdLst/>
              <a:ahLst/>
              <a:cxnLst/>
              <a:rect l="l" t="t" r="r" b="b"/>
              <a:pathLst>
                <a:path w="1090" h="745" extrusionOk="0">
                  <a:moveTo>
                    <a:pt x="1050" y="1"/>
                  </a:moveTo>
                  <a:cubicBezTo>
                    <a:pt x="1042" y="1"/>
                    <a:pt x="1033" y="3"/>
                    <a:pt x="1024" y="8"/>
                  </a:cubicBezTo>
                  <a:lnTo>
                    <a:pt x="23" y="668"/>
                  </a:lnTo>
                  <a:cubicBezTo>
                    <a:pt x="1" y="679"/>
                    <a:pt x="1" y="712"/>
                    <a:pt x="12" y="723"/>
                  </a:cubicBezTo>
                  <a:cubicBezTo>
                    <a:pt x="12" y="734"/>
                    <a:pt x="23" y="745"/>
                    <a:pt x="45" y="745"/>
                  </a:cubicBezTo>
                  <a:cubicBezTo>
                    <a:pt x="45" y="745"/>
                    <a:pt x="56" y="734"/>
                    <a:pt x="56" y="734"/>
                  </a:cubicBezTo>
                  <a:lnTo>
                    <a:pt x="1068" y="74"/>
                  </a:lnTo>
                  <a:cubicBezTo>
                    <a:pt x="1090" y="63"/>
                    <a:pt x="1090" y="41"/>
                    <a:pt x="1079" y="19"/>
                  </a:cubicBezTo>
                  <a:cubicBezTo>
                    <a:pt x="1072" y="6"/>
                    <a:pt x="1062" y="1"/>
                    <a:pt x="1050"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8" name="Google Shape;50198;p53"/>
            <p:cNvSpPr/>
            <p:nvPr/>
          </p:nvSpPr>
          <p:spPr>
            <a:xfrm>
              <a:off x="11732137" y="-2351384"/>
              <a:ext cx="183726" cy="238176"/>
            </a:xfrm>
            <a:custGeom>
              <a:avLst/>
              <a:gdLst/>
              <a:ahLst/>
              <a:cxnLst/>
              <a:rect l="l" t="t" r="r" b="b"/>
              <a:pathLst>
                <a:path w="2696" h="3495" extrusionOk="0">
                  <a:moveTo>
                    <a:pt x="2168" y="0"/>
                  </a:moveTo>
                  <a:cubicBezTo>
                    <a:pt x="1701" y="0"/>
                    <a:pt x="1484" y="746"/>
                    <a:pt x="1277" y="1471"/>
                  </a:cubicBezTo>
                  <a:lnTo>
                    <a:pt x="1222" y="1647"/>
                  </a:lnTo>
                  <a:cubicBezTo>
                    <a:pt x="881" y="2813"/>
                    <a:pt x="34" y="3352"/>
                    <a:pt x="23" y="3352"/>
                  </a:cubicBezTo>
                  <a:cubicBezTo>
                    <a:pt x="1" y="3363"/>
                    <a:pt x="1" y="3385"/>
                    <a:pt x="12" y="3407"/>
                  </a:cubicBezTo>
                  <a:cubicBezTo>
                    <a:pt x="18" y="3420"/>
                    <a:pt x="29" y="3425"/>
                    <a:pt x="40" y="3425"/>
                  </a:cubicBezTo>
                  <a:cubicBezTo>
                    <a:pt x="49" y="3425"/>
                    <a:pt x="58" y="3422"/>
                    <a:pt x="67" y="3418"/>
                  </a:cubicBezTo>
                  <a:cubicBezTo>
                    <a:pt x="67" y="3418"/>
                    <a:pt x="947" y="2857"/>
                    <a:pt x="1299" y="1669"/>
                  </a:cubicBezTo>
                  <a:lnTo>
                    <a:pt x="1343" y="1493"/>
                  </a:lnTo>
                  <a:cubicBezTo>
                    <a:pt x="1540" y="796"/>
                    <a:pt x="1748" y="79"/>
                    <a:pt x="2161" y="79"/>
                  </a:cubicBezTo>
                  <a:cubicBezTo>
                    <a:pt x="2185" y="79"/>
                    <a:pt x="2209" y="81"/>
                    <a:pt x="2233" y="86"/>
                  </a:cubicBezTo>
                  <a:cubicBezTo>
                    <a:pt x="2343" y="97"/>
                    <a:pt x="2420" y="163"/>
                    <a:pt x="2475" y="273"/>
                  </a:cubicBezTo>
                  <a:cubicBezTo>
                    <a:pt x="2585" y="526"/>
                    <a:pt x="2552" y="1053"/>
                    <a:pt x="2123" y="1790"/>
                  </a:cubicBezTo>
                  <a:cubicBezTo>
                    <a:pt x="1551" y="2736"/>
                    <a:pt x="474" y="3418"/>
                    <a:pt x="463" y="3429"/>
                  </a:cubicBezTo>
                  <a:cubicBezTo>
                    <a:pt x="452" y="3440"/>
                    <a:pt x="441" y="3462"/>
                    <a:pt x="452" y="3473"/>
                  </a:cubicBezTo>
                  <a:cubicBezTo>
                    <a:pt x="463" y="3484"/>
                    <a:pt x="474" y="3495"/>
                    <a:pt x="485" y="3495"/>
                  </a:cubicBezTo>
                  <a:cubicBezTo>
                    <a:pt x="496" y="3495"/>
                    <a:pt x="496" y="3495"/>
                    <a:pt x="507" y="3484"/>
                  </a:cubicBezTo>
                  <a:cubicBezTo>
                    <a:pt x="518" y="3484"/>
                    <a:pt x="1606" y="2791"/>
                    <a:pt x="2189" y="1823"/>
                  </a:cubicBezTo>
                  <a:cubicBezTo>
                    <a:pt x="2563" y="1196"/>
                    <a:pt x="2695" y="592"/>
                    <a:pt x="2541" y="251"/>
                  </a:cubicBezTo>
                  <a:cubicBezTo>
                    <a:pt x="2475" y="119"/>
                    <a:pt x="2376" y="31"/>
                    <a:pt x="2255" y="9"/>
                  </a:cubicBezTo>
                  <a:cubicBezTo>
                    <a:pt x="2225" y="3"/>
                    <a:pt x="2196" y="0"/>
                    <a:pt x="2168" y="0"/>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9" name="Google Shape;50199;p53"/>
            <p:cNvSpPr/>
            <p:nvPr/>
          </p:nvSpPr>
          <p:spPr>
            <a:xfrm>
              <a:off x="11771867" y="-2320513"/>
              <a:ext cx="126005" cy="181068"/>
            </a:xfrm>
            <a:custGeom>
              <a:avLst/>
              <a:gdLst/>
              <a:ahLst/>
              <a:cxnLst/>
              <a:rect l="l" t="t" r="r" b="b"/>
              <a:pathLst>
                <a:path w="1849" h="2657" extrusionOk="0">
                  <a:moveTo>
                    <a:pt x="1529" y="1"/>
                  </a:moveTo>
                  <a:cubicBezTo>
                    <a:pt x="1235" y="1"/>
                    <a:pt x="1079" y="498"/>
                    <a:pt x="913" y="985"/>
                  </a:cubicBezTo>
                  <a:cubicBezTo>
                    <a:pt x="902" y="1040"/>
                    <a:pt x="881" y="1106"/>
                    <a:pt x="870" y="1161"/>
                  </a:cubicBezTo>
                  <a:cubicBezTo>
                    <a:pt x="562" y="2085"/>
                    <a:pt x="23" y="2591"/>
                    <a:pt x="23" y="2591"/>
                  </a:cubicBezTo>
                  <a:cubicBezTo>
                    <a:pt x="12" y="2602"/>
                    <a:pt x="1" y="2624"/>
                    <a:pt x="23" y="2646"/>
                  </a:cubicBezTo>
                  <a:cubicBezTo>
                    <a:pt x="23" y="2657"/>
                    <a:pt x="34" y="2657"/>
                    <a:pt x="45" y="2657"/>
                  </a:cubicBezTo>
                  <a:cubicBezTo>
                    <a:pt x="56" y="2657"/>
                    <a:pt x="67" y="2657"/>
                    <a:pt x="78" y="2646"/>
                  </a:cubicBezTo>
                  <a:cubicBezTo>
                    <a:pt x="78" y="2646"/>
                    <a:pt x="628" y="2129"/>
                    <a:pt x="935" y="1183"/>
                  </a:cubicBezTo>
                  <a:cubicBezTo>
                    <a:pt x="957" y="1128"/>
                    <a:pt x="968" y="1073"/>
                    <a:pt x="990" y="1007"/>
                  </a:cubicBezTo>
                  <a:cubicBezTo>
                    <a:pt x="1138" y="544"/>
                    <a:pt x="1296" y="70"/>
                    <a:pt x="1541" y="70"/>
                  </a:cubicBezTo>
                  <a:cubicBezTo>
                    <a:pt x="1551" y="70"/>
                    <a:pt x="1562" y="71"/>
                    <a:pt x="1573" y="73"/>
                  </a:cubicBezTo>
                  <a:cubicBezTo>
                    <a:pt x="1628" y="95"/>
                    <a:pt x="1672" y="128"/>
                    <a:pt x="1694" y="183"/>
                  </a:cubicBezTo>
                  <a:cubicBezTo>
                    <a:pt x="1771" y="369"/>
                    <a:pt x="1639" y="787"/>
                    <a:pt x="1364" y="1260"/>
                  </a:cubicBezTo>
                  <a:cubicBezTo>
                    <a:pt x="1221" y="1491"/>
                    <a:pt x="1078" y="1700"/>
                    <a:pt x="891" y="1920"/>
                  </a:cubicBezTo>
                  <a:cubicBezTo>
                    <a:pt x="881" y="1942"/>
                    <a:pt x="881" y="1964"/>
                    <a:pt x="891" y="1975"/>
                  </a:cubicBezTo>
                  <a:cubicBezTo>
                    <a:pt x="902" y="1981"/>
                    <a:pt x="913" y="1983"/>
                    <a:pt x="923" y="1983"/>
                  </a:cubicBezTo>
                  <a:cubicBezTo>
                    <a:pt x="933" y="1983"/>
                    <a:pt x="941" y="1981"/>
                    <a:pt x="946" y="1975"/>
                  </a:cubicBezTo>
                  <a:cubicBezTo>
                    <a:pt x="1133" y="1744"/>
                    <a:pt x="1287" y="1524"/>
                    <a:pt x="1430" y="1304"/>
                  </a:cubicBezTo>
                  <a:cubicBezTo>
                    <a:pt x="1727" y="787"/>
                    <a:pt x="1848" y="369"/>
                    <a:pt x="1760" y="150"/>
                  </a:cubicBezTo>
                  <a:cubicBezTo>
                    <a:pt x="1727" y="73"/>
                    <a:pt x="1672" y="18"/>
                    <a:pt x="1584" y="7"/>
                  </a:cubicBezTo>
                  <a:cubicBezTo>
                    <a:pt x="1565" y="3"/>
                    <a:pt x="1547" y="1"/>
                    <a:pt x="1529" y="1"/>
                  </a:cubicBezTo>
                  <a:close/>
                </a:path>
              </a:pathLst>
            </a:custGeom>
            <a:solidFill>
              <a:schemeClr val="dk2"/>
            </a:solidFill>
            <a:ln>
              <a:noFill/>
            </a:ln>
            <a:effectLst>
              <a:outerShdw blurRad="42863" algn="bl" rotWithShape="0">
                <a:schemeClr val="dk2"/>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theme/theme1.xml><?xml version="1.0" encoding="utf-8"?>
<a:theme xmlns:a="http://schemas.openxmlformats.org/drawingml/2006/main" name="Deepfake: Types, Risks and Threats by Slidesgo">
  <a:themeElements>
    <a:clrScheme name="Simple Light">
      <a:dk1>
        <a:srgbClr val="062A40"/>
      </a:dk1>
      <a:lt1>
        <a:srgbClr val="FFFFFF"/>
      </a:lt1>
      <a:dk2>
        <a:srgbClr val="4BF2F2"/>
      </a:dk2>
      <a:lt2>
        <a:srgbClr val="49CCF2"/>
      </a:lt2>
      <a:accent1>
        <a:srgbClr val="2AA4BF"/>
      </a:accent1>
      <a:accent2>
        <a:srgbClr val="0E4C73"/>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756</TotalTime>
  <Words>1941</Words>
  <Application>Microsoft Office PowerPoint</Application>
  <PresentationFormat>On-screen Show (16:9)</PresentationFormat>
  <Paragraphs>194</Paragraphs>
  <Slides>26</Slides>
  <Notes>26</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26</vt:i4>
      </vt:variant>
    </vt:vector>
  </HeadingPairs>
  <TitlesOfParts>
    <vt:vector size="34" baseType="lpstr">
      <vt:lpstr>Source Code Pro Medium</vt:lpstr>
      <vt:lpstr>Arial</vt:lpstr>
      <vt:lpstr>Source Code Pro SemiBold</vt:lpstr>
      <vt:lpstr>Courier New</vt:lpstr>
      <vt:lpstr>Red Hat Display</vt:lpstr>
      <vt:lpstr>Source Code Pro</vt:lpstr>
      <vt:lpstr>Barlow</vt:lpstr>
      <vt:lpstr>Deepfake: Types, Risks and Threats by Slidesgo</vt:lpstr>
      <vt:lpstr>MOBILE SECURITY GUIDELINES AND MOBILE SECURITY TOOLS</vt:lpstr>
      <vt:lpstr>TỔNG QUAN VỀ MOBILE SECURITY </vt:lpstr>
      <vt:lpstr>KHÁI NIỆM</vt:lpstr>
      <vt:lpstr>TẦM QUAN TRỌNG CỦA MOBILE SECURITY</vt:lpstr>
      <vt:lpstr>CÁC LOẠI BẢO MẬT DI ĐỘNG</vt:lpstr>
      <vt:lpstr>CÁCH THỨC HOẠT ĐỘNG</vt:lpstr>
      <vt:lpstr>CÁC MỐI ĐE DỌA</vt:lpstr>
      <vt:lpstr>LỢI ÍCH CỦA MOBILE SECURITY</vt:lpstr>
      <vt:lpstr>CÁC BIỆN PHÁP BẢO MẬT</vt:lpstr>
      <vt:lpstr>MOBILE SECURITY GUIDELINES</vt:lpstr>
      <vt:lpstr>NGUYÊN NHÂN CÁC THIẾT BỊ DI ĐỘNG TRỞ THÀNH MỤC TIÊU TẤN CÔNG HÀNG ĐẦU</vt:lpstr>
      <vt:lpstr>ĐẶC THÙ RỦI RO CỦA THIẾT BỊ DI ĐỘNG SO VỚI MÁY TÍNH TRUYỀN THỐNG</vt:lpstr>
      <vt:lpstr>PowerPoint Presentation</vt:lpstr>
      <vt:lpstr>PowerPoint Presentation</vt:lpstr>
      <vt:lpstr>YÊU CẦU CHUNG</vt:lpstr>
      <vt:lpstr>YÊU CẦU RIÊNG</vt:lpstr>
      <vt:lpstr>PowerPoint Presentation</vt:lpstr>
      <vt:lpstr>LỚP KIẾN TRÚC VÀ QUẢN TRỊ RỦI RO TỔNG THỂ (NIST &amp; ISO/IEC)</vt:lpstr>
      <vt:lpstr>LỚP CẤU HÌNH THIẾT BỊ VÀ HỆ ĐIỀU HÀNH (CIS &amp; DISA)</vt:lpstr>
      <vt:lpstr>LỚP BẢO MẬT ỨNG DỤNG DI ĐỘNG  (OWASP MOBILE SECURITY PROJECT)</vt:lpstr>
      <vt:lpstr>LỚP TÌNH BÁO ĐE DỌA VÀ NHẬN THỨC  (CISA &amp; ENISA)</vt:lpstr>
      <vt:lpstr>KHÓ KHĂN VÀ THÁCH THỨC</vt:lpstr>
      <vt:lpstr>MOBILE SECURITY TOOLS</vt:lpstr>
      <vt:lpstr>TỔNG QUAN VỀ MOBILE SECURITY TOOLS</vt:lpstr>
      <vt:lpstr>NGUYÊN LÝ HOẠT ĐỘNG CHUNG CỦA MOBILE SECURITY TOOLS</vt:lpstr>
      <vt:lpstr>THANKS FOR LISTENING</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TAD</dc:creator>
  <cp:lastModifiedBy>Thành Đạt</cp:lastModifiedBy>
  <cp:revision>16</cp:revision>
  <dcterms:modified xsi:type="dcterms:W3CDTF">2026-05-13T06:29:37Z</dcterms:modified>
</cp:coreProperties>
</file>